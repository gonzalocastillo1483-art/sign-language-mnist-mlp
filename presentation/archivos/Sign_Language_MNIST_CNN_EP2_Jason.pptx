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b40490fb4ca4cb4" /><Relationship Type="http://schemas.openxmlformats.org/officeDocument/2006/relationships/extended-properties" Target="/docProps/app.xml" Id="Rc8558a2effdf4893" /><Relationship Type="http://schemas.openxmlformats.org/officeDocument/2006/relationships/officeDocument" Target="/ppt/presentation.xml" Id="Raf494de283d74dfa" /></Relationships>
</file>

<file path=ppt/presentation.xml><?xml version="1.0" encoding="utf-8"?>
<p:presentation xmlns:p="http://schemas.openxmlformats.org/presentationml/2006/main">
  <p:sldMasterIdLst>
    <p:sldMasterId xmlns:r="http://schemas.openxmlformats.org/officeDocument/2006/relationships" id="2147483648" r:id="R003f44a1559b4028"/>
  </p:sldMasterIdLst>
  <p:notesMasterIdLst>
    <p:notesMasterId xmlns:r="http://schemas.openxmlformats.org/officeDocument/2006/relationships" r:id="R0cf7607077b545bd"/>
  </p:notesMasterIdLst>
  <p:sldIdLst>
    <p:sldId xmlns:r="http://schemas.openxmlformats.org/officeDocument/2006/relationships" id="256" r:id="Rea0df54fe0ac4ead"/>
    <p:sldId xmlns:r="http://schemas.openxmlformats.org/officeDocument/2006/relationships" id="257" r:id="R405bdccdcd694001"/>
    <p:sldId xmlns:r="http://schemas.openxmlformats.org/officeDocument/2006/relationships" id="258" r:id="R13c72bae1b494648"/>
    <p:sldId xmlns:r="http://schemas.openxmlformats.org/officeDocument/2006/relationships" id="259" r:id="R2dcc6dd6b1c04e45"/>
    <p:sldId xmlns:r="http://schemas.openxmlformats.org/officeDocument/2006/relationships" id="260" r:id="R70ebc30f249e43e7"/>
    <p:sldId xmlns:r="http://schemas.openxmlformats.org/officeDocument/2006/relationships" id="261" r:id="R6287c153804c4ab1"/>
    <p:sldId xmlns:r="http://schemas.openxmlformats.org/officeDocument/2006/relationships" id="262" r:id="R3259ea41966a4cee"/>
    <p:sldId xmlns:r="http://schemas.openxmlformats.org/officeDocument/2006/relationships" id="263" r:id="R989867a4d3784960"/>
    <p:sldId xmlns:r="http://schemas.openxmlformats.org/officeDocument/2006/relationships" id="264" r:id="R24b7407d5d9b42b9"/>
    <p:sldId xmlns:r="http://schemas.openxmlformats.org/officeDocument/2006/relationships" id="265" r:id="R34cc8c354ffd443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74ecf091194b37" /><Relationship Type="http://schemas.openxmlformats.org/officeDocument/2006/relationships/slideMaster" Target="/ppt/slideMasters/slideMaster1.xml" Id="R003f44a1559b4028" /><Relationship Type="http://schemas.openxmlformats.org/officeDocument/2006/relationships/notesMaster" Target="/ppt/notesMasters/notesMaster1.xml" Id="R0cf7607077b545bd" /><Relationship Type="http://schemas.openxmlformats.org/officeDocument/2006/relationships/presProps" Target="/ppt/presProps.xml" Id="R419ca3c83f574c87" /><Relationship Type="http://schemas.openxmlformats.org/officeDocument/2006/relationships/tableStyles" Target="/ppt/tableStyles.xml" Id="R6ed73a8c280742e2" /><Relationship Type="http://schemas.openxmlformats.org/officeDocument/2006/relationships/slide" Target="/ppt/slides/slide1.xml" Id="Rea0df54fe0ac4ead" /><Relationship Type="http://schemas.openxmlformats.org/officeDocument/2006/relationships/slide" Target="/ppt/slides/slide2.xml" Id="R405bdccdcd694001" /><Relationship Type="http://schemas.openxmlformats.org/officeDocument/2006/relationships/slide" Target="/ppt/slides/slide3.xml" Id="R13c72bae1b494648" /><Relationship Type="http://schemas.openxmlformats.org/officeDocument/2006/relationships/slide" Target="/ppt/slides/slide4.xml" Id="R2dcc6dd6b1c04e45" /><Relationship Type="http://schemas.openxmlformats.org/officeDocument/2006/relationships/slide" Target="/ppt/slides/slide5.xml" Id="R70ebc30f249e43e7" /><Relationship Type="http://schemas.openxmlformats.org/officeDocument/2006/relationships/slide" Target="/ppt/slides/slide6.xml" Id="R6287c153804c4ab1" /><Relationship Type="http://schemas.openxmlformats.org/officeDocument/2006/relationships/slide" Target="/ppt/slides/slide7.xml" Id="R3259ea41966a4cee" /><Relationship Type="http://schemas.openxmlformats.org/officeDocument/2006/relationships/slide" Target="/ppt/slides/slide8.xml" Id="R989867a4d3784960" /><Relationship Type="http://schemas.openxmlformats.org/officeDocument/2006/relationships/slide" Target="/ppt/slides/slide9.xml" Id="R24b7407d5d9b42b9" /><Relationship Type="http://schemas.openxmlformats.org/officeDocument/2006/relationships/slide" Target="/ppt/slides/slide10.xml" Id="R34cc8c354ffd44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be7577dedf47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589d26a2994a21" /><Relationship Type="http://schemas.openxmlformats.org/officeDocument/2006/relationships/notesMaster" Target="/ppt/notesMasters/notesMaster1.xml" Id="Rc600ad8e198140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6a478ab40e4849" /><Relationship Type="http://schemas.openxmlformats.org/officeDocument/2006/relationships/notesMaster" Target="/ppt/notesMasters/notesMaster1.xml" Id="Rca7d08d642c04b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b2f8abb463e4e3a" /><Relationship Type="http://schemas.openxmlformats.org/officeDocument/2006/relationships/notesMaster" Target="/ppt/notesMasters/notesMaster1.xml" Id="Rcda42ce62ab64f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9fba4b6a21413f" /><Relationship Type="http://schemas.openxmlformats.org/officeDocument/2006/relationships/notesMaster" Target="/ppt/notesMasters/notesMaster1.xml" Id="R31b5eb3af62540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a5fa3cb53f46bf" /><Relationship Type="http://schemas.openxmlformats.org/officeDocument/2006/relationships/notesMaster" Target="/ppt/notesMasters/notesMaster1.xml" Id="Re28b9adb23ac40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8c321f5df44026" /><Relationship Type="http://schemas.openxmlformats.org/officeDocument/2006/relationships/notesMaster" Target="/ppt/notesMasters/notesMaster1.xml" Id="Rf3567d866a664c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54a2a6c8c599414e" /><Relationship Type="http://schemas.openxmlformats.org/officeDocument/2006/relationships/notesMaster" Target="/ppt/notesMasters/notesMaster1.xml" Id="Re7ff5efb91bf45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c74ae2235043a4" /><Relationship Type="http://schemas.openxmlformats.org/officeDocument/2006/relationships/notesMaster" Target="/ppt/notesMasters/notesMaster1.xml" Id="R908064bbd99d46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1d44a59bba436a" /><Relationship Type="http://schemas.openxmlformats.org/officeDocument/2006/relationships/notesMaster" Target="/ppt/notesMasters/notesMaster1.xml" Id="Rfbe92689fb394f9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ba9365c75cc4a4b" /><Relationship Type="http://schemas.openxmlformats.org/officeDocument/2006/relationships/notesMaster" Target="/ppt/notesMasters/notesMaster1.xml" Id="R695b4ee1014344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Gonzalo. 00:00-00:35 (35 segundos).</a:t>
            </a:r>
          </a:p>
          <a:p xmlns:a="http://schemas.openxmlformats.org/drawingml/2006/main">
            <a:r>
              <a:t>En la EP1 construimos un MLP para clasificar 24 letras estáticas del alfabeto ASL. En esta evaluación mantenemos el mismo problema, dataset y particiones, pero reemplazamos el MLP por una CNN para comparar objetivamente qué aporta una arquitectura diseñada para imágenes.</a:t>
            </a:r>
          </a:p>
          <a:p xmlns:a="http://schemas.openxmlformats.org/drawingml/2006/main">
            <a:r>
              <a:t/>
            </a:r>
          </a:p>
          <a:p xmlns:a="http://schemas.openxmlformats.org/drawingml/2006/main">
            <a:r>
              <a:t>Fuente: images/gonzalo_sample_grid.png e INFORME_TECNICO_EP2.md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Gonzalo. 00:35-01:30 (55 segundos).</a:t>
            </a:r>
          </a:p>
          <a:p xmlns:a="http://schemas.openxmlformats.org/drawingml/2006/main">
            <a:r>
              <a:t>No repetimos la limpieza de la EP1. Reutilizamos el mismo dataset ya validado, las mismas 24 clases, las mismas particiones y la semilla 42. Así la comparación es objetiva. Lo que cambia es el modelo: el MLP recibe un vector plano de 784 valores y la CNN recibe un tensor de 28 por 28 por 1 para aprovechar la estructura espacial.</a:t>
            </a:r>
          </a:p>
          <a:p xmlns:a="http://schemas.openxmlformats.org/drawingml/2006/main">
            <a:r>
              <a:t/>
            </a:r>
          </a:p>
          <a:p xmlns:a="http://schemas.openxmlformats.org/drawingml/2006/main">
            <a:r>
              <a:t>Fuente: README.md, src/sign_mlp/data.py y reports/mlp_cnn_comparison.csv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Gonzalo. 01:30-02:30 (60 segundos). Cambio a Jenaro: 02:30-02:40.</a:t>
            </a:r>
          </a:p>
          <a:p xmlns:a="http://schemas.openxmlformats.org/drawingml/2006/main">
            <a:r>
              <a:t>Cada fila del CSV tiene 784 valores porque 28 por 28 es 784. Para la CNN reconstruimos la imagen como un tensor de 28 por 28 por 1: alto, ancho y un canal de gris. Dividimos los píxeles por 255 porque es la intensidad máxima de 8 bits y así el rango queda entre 0 y 1. Esta es la adaptación principal de datos de la EP2, no una nueva limpieza. Conservamos 21.964 imágenes para entrenar, 5.491 para validar y 7.172 para test.</a:t>
            </a:r>
          </a:p>
          <a:p xmlns:a="http://schemas.openxmlformats.org/drawingml/2006/main">
            <a:r>
              <a:t/>
            </a:r>
          </a:p>
          <a:p xmlns:a="http://schemas.openxmlformats.org/drawingml/2006/main">
            <a:r>
              <a:t>Fuente: src/sign_mlp/data.py y reports/gonzalo_preprocessing_summary.md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Jenaro. 02:40-03:45 (65 segundos).</a:t>
            </a:r>
          </a:p>
          <a:p xmlns:a="http://schemas.openxmlformats.org/drawingml/2006/main">
            <a:r>
              <a:t>La entrada conserva la imagen de 28 por 28 con un canal de gris. La red tiene tres bloques de convolución, ReLU y max pooling. Los filtros de 3 por 3 comparten pesos y buscan patrones locales. ReLU conserva valores positivos y agrega no linealidad para aprender relaciones que una transformación lineal no representa. Con padding same, la convolución conserva alto y ancho. El pooling de 2 por 2 los reduce: obtenemos 14 por 14 por 32, después 7 por 7 por 64 y finalmente 3 por 3 por 128. Flatten convierte esas 1.152 activaciones en un vector. Dense de 128 integra las características y softmax produce las 24 probabilidades. Hay 243.352 parámetros entrenables.</a:t>
            </a:r>
          </a:p>
          <a:p xmlns:a="http://schemas.openxmlformats.org/drawingml/2006/main">
            <a:r>
              <a:t/>
            </a:r>
          </a:p>
          <a:p xmlns:a="http://schemas.openxmlformats.org/drawingml/2006/main">
            <a:r>
              <a:t>Fuente: src/sign_mlp/cnn.py y reports/cnn_model_summary.txt. Dimensiones después de cada pooling.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Jenaro. 03:45-04:50 (65 segundos).</a:t>
            </a:r>
          </a:p>
          <a:p xmlns:a="http://schemas.openxmlformats.org/drawingml/2006/main">
            <a:r>
              <a:t>Se conserva la configuración y explicación del bloque de Jenaro. Las curvas y la duración corresponden a la ejecución de Jason usada en el cierre: 20 épocas, 137,20 s y validación 100 %. Se restauraron los pesos de la época 19. Los tiempos de otras ejecuciones no son un benchmark controlado.</a:t>
            </a:r>
          </a:p>
          <a:p xmlns:a="http://schemas.openxmlformats.org/drawingml/2006/main">
            <a:r>
              <a:t>Fuente: output/jason_ep2/reports/cnn_history.csv; cnn_metrics.json; images/cnn_training_curves.png.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Jenaro. 04:50-05:50 (60 segundos), cambio a Jason hasta 06:00.</a:t>
            </a:r>
          </a:p>
          <a:p xmlns:a="http://schemas.openxmlformats.org/drawingml/2006/main">
            <a:r>
              <a:t>Se conserva la explicación del bloque de Jenaro y se actualizan los ejemplos a la ejecución de Jason. Feature Maps muestra los primeros ocho canales por capa, junto a la entrada. Grad-CAM explica puntajes anteriores a softmax. El primer panel es G/G y el segundo H/G. Los mapas pueden incluir mano, bordes o fondo, no prueban causalidad y sus intensidades normalizadas no permiten comparar confianza.</a:t>
            </a:r>
          </a:p>
          <a:p xmlns:a="http://schemas.openxmlformats.org/drawingml/2006/main">
            <a:r>
              <a:t>Fuentes: output/jason_ep2/images/cnn_feature_maps.png y cnn_gradcam_examples.png. Los recortes muestran las filas 1 y 4 del panel de seis ejemplos.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Jason Aguilera. Diapositiva 7. 06:00–07:00, 60 segundos.</a:t>
            </a:r>
          </a:p>
          <a:p xmlns:a="http://schemas.openxmlformats.org/drawingml/2006/main">
            <a:r>
              <a:t/>
            </a:r>
          </a:p>
          <a:p xmlns:a="http://schemas.openxmlformats.org/drawingml/2006/main">
            <a:r>
              <a:t>La evaluación utiliza las siete mil ciento setenta y dos imágenes del test oficial, separadas del entrenamiento. La CNN logró noventa y ocho coma cero tres por ciento de accuracy: siete mil treinta y un aciertos y ciento cuarenta y un errores. La precisión macro fue cero coma nueve ocho cero cuatro, el recall macro cero coma nueve siete siete tres y el F1 macro cero coma nueve siete ocho seis. Las métricas macro dan el mismo peso a cada letra, aunque tengan cantidades distintas de ejemplos. En la matriz, las filas son las clases reales y las columnas las predicciones. La diagonal concentra los aciertos. Verificamos las métricas usando nuevamente el modelo guardado, sin volver a entrenarlo.</a:t>
            </a:r>
          </a:p>
          <a:p xmlns:a="http://schemas.openxmlformats.org/drawingml/2006/main">
            <a:r>
              <a:t/>
            </a:r>
          </a:p>
          <a:p xmlns:a="http://schemas.openxmlformats.org/drawingml/2006/main">
            <a:r>
              <a:t>Fuentes: output/jason_ep2/reports/cnn_metrics.json; jason_evaluacion_verificada.json; cnn_confusion_matrix.csv; cnn_per_class_metrics.csv; mlp_cnn_comparison_exact.csv. Figuras de output/jason_ep2/images/.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Jason Aguilera. Diapositiva 8. 07:00–08:15, 75 segundos.</a:t>
            </a:r>
          </a:p>
          <a:p xmlns:a="http://schemas.openxmlformats.org/drawingml/2006/main">
            <a:r>
              <a:t/>
            </a:r>
          </a:p>
          <a:p xmlns:a="http://schemas.openxmlformats.org/drawingml/2006/main">
            <a:r>
              <a:t>Ambos modelos utilizan los mismos datos, clases y partición con semilla cuarenta y dos. El MLP obtuvo setenta y nueve coma setenta y uno por ciento de accuracy y la CNN noventa y ocho coma cero tres. La mejora es de dieciocho coma treinta y dos puntos porcentuales. El F1 macro sube de cero coma siete siete seis cero a cero coma nueve siete ocho seis. La CNN utiliza aproximadamente doscientos cuarenta y tres mil parámetros frente a quinientos sesenta y nueve mil del MLP: cincuenta y siete coma veinticinco por ciento menos. La brecha entre validación y test baja de veinte coma veintinueve a uno coma noventa y siete puntos. Esto respalda mejor generalización al test oficial. El entrenamiento de esta CNN duró ciento treinta y siete segundos. Los tiempos pertenecen a entornos distintos y no permiten comparar velocidad de forma controlada. También cambian decisiones de regularización y selección de pesos.</a:t>
            </a:r>
          </a:p>
          <a:p xmlns:a="http://schemas.openxmlformats.org/drawingml/2006/main">
            <a:r>
              <a:t/>
            </a:r>
          </a:p>
          <a:p xmlns:a="http://schemas.openxmlformats.org/drawingml/2006/main">
            <a:r>
              <a:t>Fuentes: output/jason_ep2/reports/cnn_metrics.json; jason_evaluacion_verificada.json; cnn_confusion_matrix.csv; cnn_per_class_metrics.csv; mlp_cnn_comparison_exact.csv. Figuras de output/jason_ep2/images/.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Jason Aguilera. Diapositiva 9. 08:15–09:10, 55 segundos.</a:t>
            </a:r>
          </a:p>
          <a:p xmlns:a="http://schemas.openxmlformats.org/drawingml/2006/main">
            <a:r>
              <a:t/>
            </a:r>
          </a:p>
          <a:p xmlns:a="http://schemas.openxmlformats.org/drawingml/2006/main">
            <a:r>
              <a:t>Ahora mostramos una G correctamente reconocida y otra G confundida con P. También vemos una T clasificada como X y una X clasificada como T. Los conteos de toda la evaluación muestran veintidós casos de T como X, veintiuno de R como V y veintiuno de X como T. La clase T tiene el menor F1, cero coma nueve cero seis cinco, seguida por R y X. Esto permite identificar dónde concentrar una próxima revisión. Las siluetas y posiciones parecidas de los dedos son explicaciones posibles, aunque estas figuras y la matriz por sí solas no demuestran la causa de los errores.</a:t>
            </a:r>
          </a:p>
          <a:p xmlns:a="http://schemas.openxmlformats.org/drawingml/2006/main">
            <a:r>
              <a:t/>
            </a:r>
          </a:p>
          <a:p xmlns:a="http://schemas.openxmlformats.org/drawingml/2006/main">
            <a:r>
              <a:t>Fuentes: output/jason_ep2/reports/cnn_metrics.json; jason_evaluacion_verificada.json; cnn_confusion_matrix.csv; cnn_per_class_metrics.csv; mlp_cnn_comparison_exact.csv. Figuras de output/jason_ep2/images/.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Jason Aguilera. Diapositiva 10. 09:10–10:00, 50 segundos.</a:t>
            </a:r>
          </a:p>
          <a:p xmlns:a="http://schemas.openxmlformats.org/drawingml/2006/main">
            <a:r>
              <a:t/>
            </a:r>
          </a:p>
          <a:p xmlns:a="http://schemas.openxmlformats.org/drawingml/2006/main">
            <a:r>
              <a:t>Concluimos que esta CNN mejora el rendimiento sobre el test oficial y utiliza menos parámetros que el MLP. Su estructura aprovecha patrones locales de la imagen, lo que es coherente con la mejora observada. El alcance sigue siendo reconocer veinticuatro letras estáticas ASL. No evaluamos cámaras ni personas externas, y no reconocemos J, Z ni secuencias de video. Proponemos probar aumentación moderada y evaluar imágenes externas reservadas. Los ajustes deben elegirse con validación, conservando una evaluación independiente para comprobar si la mejora se mantiene. Muchas gracias.</a:t>
            </a:r>
          </a:p>
          <a:p xmlns:a="http://schemas.openxmlformats.org/drawingml/2006/main">
            <a:r>
              <a:t/>
            </a:r>
          </a:p>
          <a:p xmlns:a="http://schemas.openxmlformats.org/drawingml/2006/main">
            <a:r>
              <a:t>Fuentes: output/jason_ep2/reports/cnn_metrics.json; jason_evaluacion_verificada.json; cnn_confusion_matrix.csv; cnn_per_class_metrics.csv; mlp_cnn_comparison_exact.csv. Figuras de output/jason_ep2/images/.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c0b1c2a64644c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5f353aa8dcc428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80ed783c8fc4cf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0a2de45f54543e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90aaa1f60b84c2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52c59d1a018486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D2E35F-A5AE-434E-A12F-02AAB48526B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CA67E81-E854-493C-B437-252FA1DA376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5CDDC2F-5079-47C5-8F08-FB32EC8E95B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AD0534-871B-4A59-80D8-6FEEC95A0F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0506865-9E7D-460C-AB71-3ABD3B1140A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48D9C75-1046-4CE5-8497-817EF267BC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8E08D7-27DF-4F44-A0F2-4566797FD54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0173CFE-12CA-4548-9152-B640ED47D1F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957040-FF61-4736-88E5-1B460D4E02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FB58E13-99CA-4EF8-ABE8-67EEB4C24E3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c0e589a781e49c7" /><Relationship Type="http://schemas.openxmlformats.org/officeDocument/2006/relationships/slideLayout" Target="/ppt/slideLayouts/slideLayout1.xml" Id="R7db962a0bad24e08" /><Relationship Type="http://schemas.openxmlformats.org/officeDocument/2006/relationships/slideLayout" Target="/ppt/slideLayouts/slideLayout2.xml" Id="R7e9b9becf3044e25" /><Relationship Type="http://schemas.openxmlformats.org/officeDocument/2006/relationships/slideLayout" Target="/ppt/slideLayouts/slideLayout3.xml" Id="R58034e57eb88464f" /><Relationship Type="http://schemas.openxmlformats.org/officeDocument/2006/relationships/slideLayout" Target="/ppt/slideLayouts/slideLayout4.xml" Id="R59e54828755c4e23" /><Relationship Type="http://schemas.openxmlformats.org/officeDocument/2006/relationships/slideLayout" Target="/ppt/slideLayouts/slideLayout5.xml" Id="R78ce785e39034bed" /><Relationship Type="http://schemas.openxmlformats.org/officeDocument/2006/relationships/slideLayout" Target="/ppt/slideLayouts/slideLayout6.xml" Id="R8211ed7b0acc4a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b962a0bad24e08"/>
    <p:sldLayoutId xmlns:r="http://schemas.openxmlformats.org/officeDocument/2006/relationships" id="2147483650" r:id="R7e9b9becf3044e25"/>
    <p:sldLayoutId xmlns:r="http://schemas.openxmlformats.org/officeDocument/2006/relationships" id="2147483651" r:id="R58034e57eb88464f"/>
    <p:sldLayoutId xmlns:r="http://schemas.openxmlformats.org/officeDocument/2006/relationships" id="2147483652" r:id="R59e54828755c4e23"/>
    <p:sldLayoutId xmlns:r="http://schemas.openxmlformats.org/officeDocument/2006/relationships" id="2147483653" r:id="R78ce785e39034bed"/>
    <p:sldLayoutId xmlns:r="http://schemas.openxmlformats.org/officeDocument/2006/relationships" id="2147483654" r:id="R8211ed7b0acc4a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52dda2b4eae457f" /><Relationship Type="http://schemas.openxmlformats.org/officeDocument/2006/relationships/image" Target="/ppt/media/image.png" Id="R2e920ad55824406c" /><Relationship Type="http://schemas.openxmlformats.org/officeDocument/2006/relationships/notesSlide" Target="/ppt/notesSlides/notesSlide1.xml" Id="R60e7bae0293c4a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1bd3842edc740a0" /><Relationship Type="http://schemas.openxmlformats.org/officeDocument/2006/relationships/notesSlide" Target="/ppt/notesSlides/notesSlide2.xml" Id="Rb3d4c31795f941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76387b8f2ee4971" /><Relationship Type="http://schemas.openxmlformats.org/officeDocument/2006/relationships/notesSlide" Target="/ppt/notesSlides/notesSlide3.xml" Id="R9853cd6a1fd4476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cea1a5b647c45c7" /><Relationship Type="http://schemas.openxmlformats.org/officeDocument/2006/relationships/notesSlide" Target="/ppt/notesSlides/notesSlide4.xml" Id="Rf225ad196d714d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7a702565e2b42fa" /><Relationship Type="http://schemas.openxmlformats.org/officeDocument/2006/relationships/image" Target="/ppt/media/image2.png" Id="R0da7b2ea0ce24788" /><Relationship Type="http://schemas.openxmlformats.org/officeDocument/2006/relationships/notesSlide" Target="/ppt/notesSlides/notesSlide5.xml" Id="R5fb13cb4fa424f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56f4a1e59924314" /><Relationship Type="http://schemas.openxmlformats.org/officeDocument/2006/relationships/image" Target="/ppt/media/image3.png" Id="R4501a4ea3b2e4901" /><Relationship Type="http://schemas.openxmlformats.org/officeDocument/2006/relationships/image" Target="/ppt/media/image4.png" Id="R897d5b71b8d34632" /><Relationship Type="http://schemas.openxmlformats.org/officeDocument/2006/relationships/image" Target="/ppt/media/image5.png" Id="R1a28a8d3402e428e" /><Relationship Type="http://schemas.openxmlformats.org/officeDocument/2006/relationships/notesSlide" Target="/ppt/notesSlides/notesSlide6.xml" Id="Rb39e958dc57a42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157a40dd1ad40e2" /><Relationship Type="http://schemas.openxmlformats.org/officeDocument/2006/relationships/image" Target="/ppt/media/image6.png" Id="Re4f5db6c51aa4d0c" /><Relationship Type="http://schemas.openxmlformats.org/officeDocument/2006/relationships/notesSlide" Target="/ppt/notesSlides/notesSlide7.xml" Id="Re91d4d6607ee43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b2e786e0c384085" /><Relationship Type="http://schemas.openxmlformats.org/officeDocument/2006/relationships/chart" Target="/ppt/slides/charts/chart1.xml" Id="Rf81e24a5aedb477c" /><Relationship Type="http://schemas.openxmlformats.org/officeDocument/2006/relationships/notesSlide" Target="/ppt/notesSlides/notesSlide8.xml" Id="Ra77309be6b7046e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87bfa942ec1471d" /><Relationship Type="http://schemas.openxmlformats.org/officeDocument/2006/relationships/image" Target="/ppt/media/image7.png" Id="R451957fafbb44d9d" /><Relationship Type="http://schemas.openxmlformats.org/officeDocument/2006/relationships/image" Target="/ppt/media/image8.png" Id="Rd66f24ab9d404985" /><Relationship Type="http://schemas.openxmlformats.org/officeDocument/2006/relationships/image" Target="/ppt/media/image9.png" Id="R0caa1563fcab49f2" /><Relationship Type="http://schemas.openxmlformats.org/officeDocument/2006/relationships/image" Target="/ppt/media/image10.png" Id="R886daf595ca74c9f" /><Relationship Type="http://schemas.openxmlformats.org/officeDocument/2006/relationships/notesSlide" Target="/ppt/notesSlides/notesSlide9.xml" Id="R74625e4fa3fb430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6923a210cf04c4e" /><Relationship Type="http://schemas.openxmlformats.org/officeDocument/2006/relationships/notesSlide" Target="/ppt/notesSlides/notesSlide10.xml" Id="Raee6e900bb904b4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a="http://schemas.openxmlformats.org/drawingml/2006/main" xmlns:c="http://schemas.openxmlformats.org/drawingml/2006/chart" xmlns:r="http://schemas.openxmlformats.org/officeDocument/2006/relationships">
  <c:lang val="en-US"/>
  <c:chart>
    <c:plotArea>
      <c:barChart>
        <c:barDir val="col"/>
        <c:grouping val="clustered"/>
        <c:varyColors val="0"/>
        <c:ser>
          <c:idx val="0"/>
          <c:order val="0"/>
          <c:tx>
            <c:v>Accuracy test</c:v>
          </c:tx>
          <c:spPr>
            <a:solidFill>
              <a:srgbClr val="087F8C"/>
            </a:solidFill>
          </c:spPr>
          <c:invertIfNegative val="0"/>
          <c:cat>
            <c:strRef>
              <c:f>'Chart Data'!$A$2:$A$3</c:f>
              <c:strCache>
                <c:ptCount val="2"/>
                <c:pt idx="0">
                  <c:v>MLP EP1</c:v>
                </c:pt>
                <c:pt idx="1">
                  <c:v>CNN EP2</c:v>
                </c:pt>
              </c:strCache>
            </c:strRef>
          </c:cat>
          <c:val>
            <c:numRef>
              <c:f>'Chart Data'!$B$2:$B$3</c:f>
              <c:numCache>
                <c:formatCode>0"%"</c:formatCode>
                <c:ptCount val="2"/>
                <c:pt idx="0">
                  <c:v>79.71277236938477</c:v>
                </c:pt>
                <c:pt idx="1">
                  <c:v>98.03402119353039</c:v>
                </c:pt>
              </c:numCache>
            </c:numRef>
          </c:val>
        </c:ser>
        <c:ser>
          <c:idx val="1"/>
          <c:order val="1"/>
          <c:tx>
            <c:v>F1 macro test</c:v>
          </c:tx>
          <c:spPr>
            <a:solidFill>
              <a:srgbClr val="17324D"/>
            </a:solidFill>
          </c:spPr>
          <c:invertIfNegative val="0"/>
          <c:cat>
            <c:strRef>
              <c:f>'Chart Data'!$C$2:$C$3</c:f>
              <c:strCache>
                <c:ptCount val="2"/>
                <c:pt idx="0">
                  <c:v>MLP EP1</c:v>
                </c:pt>
                <c:pt idx="1">
                  <c:v>CNN EP2</c:v>
                </c:pt>
              </c:strCache>
            </c:strRef>
          </c:cat>
          <c:val>
            <c:numRef>
              <c:f>'Chart Data'!$D$2:$D$3</c:f>
              <c:numCache>
                <c:formatCode>0"%"</c:formatCode>
                <c:ptCount val="2"/>
                <c:pt idx="0">
                  <c:v>77.60310431989058</c:v>
                </c:pt>
                <c:pt idx="1">
                  <c:v>97.85805445318475</c:v>
                </c:pt>
              </c:numCache>
            </c:numRef>
          </c:val>
        </c:ser>
        <c:dLbls>
          <c:numFmt formatCode="0.00&quot;%&quot;" sourceLinked="0"/>
          <c:txPr>
            <a:bodyPr anchorCtr="1"/>
            <a:lstStyle/>
            <a:p>
              <a:pPr>
                <a:defRPr sz="1125" b="1">
                  <a:solidFill>
                    <a:srgbClr val="17324D"/>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w="9525">
            <a:solidFill>
              <a:srgbClr val="D4D4D4"/>
            </a:solidFill>
            <a:prstDash val="solid"/>
          </a:ln>
        </c:spPr>
        <c:txPr>
          <a:bodyPr anchorCtr="1"/>
          <a:lstStyle/>
          <a:p>
            <a:pPr>
              <a:defRPr sz="1275" b="1">
                <a:solidFill>
                  <a:srgbClr val="17324D"/>
                </a:solidFill>
                <a:latin typeface="Arial"/>
                <a:ea typeface="Arial"/>
                <a:cs typeface="Arial"/>
              </a:defRPr>
            </a:pPr>
          </a:p>
        </c:txPr>
        <c:crossAx val="48672768"/>
      </c:catAx>
      <c:valAx>
        <c:axId val="48672768"/>
        <c:scaling>
          <c:orientation val="minMax"/>
          <c:max val="105"/>
          <c:min val="0"/>
        </c:scaling>
        <c:delete val="0"/>
        <c:axPos val="l"/>
        <c:majorGridlines>
          <c:spPr>
            <a:ln w="9525">
              <a:solidFill>
                <a:srgbClr val="DCE4E9"/>
              </a:solidFill>
              <a:prstDash val="solid"/>
            </a:ln>
          </c:spPr>
        </c:majorGridlines>
        <c:numFmt formatCode="0&quot;%&quot;"/>
        <c:majorTickMark val="none"/>
        <c:minorTickMark val="none"/>
        <c:spPr>
          <a:ln w="9525">
            <a:solidFill>
              <a:srgbClr val="D4D4D4"/>
            </a:solidFill>
            <a:prstDash val="solid"/>
          </a:ln>
        </c:spPr>
        <c:txPr>
          <a:bodyPr anchorCtr="1"/>
          <a:lstStyle/>
          <a:p>
            <a:pPr>
              <a:defRPr sz="1050">
                <a:solidFill>
                  <a:srgbClr val="4E5C68"/>
                </a:solidFill>
                <a:latin typeface="Arial"/>
                <a:ea typeface="Arial"/>
                <a:cs typeface="Arial"/>
              </a:defRPr>
            </a:pPr>
          </a:p>
        </c:txPr>
        <c:crossAx val="48650112"/>
        <c:crossBetween val="between"/>
        <c:majorUnit val="20"/>
      </c:valAx>
      <c:spPr>
        <a:solidFill>
          <a:srgbClr val="FFFFFF"/>
        </a:solidFill>
        <a:ln w="0">
          <a:noFill/>
          <a:prstDash val="solid"/>
        </a:ln>
      </c:spPr>
    </c:plotArea>
    <c:legend>
      <c:legendPos val="b"/>
      <c:overlay val="0"/>
      <c:txPr>
        <a:bodyPr anchorCtr="1"/>
        <a:lstStyle/>
        <a:p>
          <a:pPr>
            <a:defRPr sz="1200">
              <a:solidFill>
                <a:srgbClr val="4E5C68"/>
              </a:solidFill>
              <a:latin typeface="Arial"/>
              <a:ea typeface="Arial"/>
              <a:cs typeface="Arial"/>
            </a:defRPr>
          </a:pPr>
        </a:p>
      </c:txPr>
    </c:legend>
    <c:plotVisOnly val="1"/>
  </c:chart>
  <c:spPr>
    <a:solidFill>
      <a:srgbClr val="FFFFFF"/>
    </a:solidFill>
    <a:l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B02B94E-5B97-4B79-BC6C-F7A585C876EE}"/>
              </a:ext>
            </a:extLst>
          </p:cNvPr>
          <p:cNvSpPr>
            <a:spLocks xmlns:a="http://schemas.openxmlformats.org/drawingml/2006/main" noGrp="1"/>
          </p:cNvSpPr>
          <p:nvPr/>
        </p:nvSpPr>
        <p:spPr>
          <a:xfrm xmlns:a="http://schemas.openxmlformats.org/drawingml/2006/main">
            <a:off x="609600" y="952500"/>
            <a:ext cx="5524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4800" b="1">
                <a:solidFill>
                  <a:srgbClr val="17324D"/>
                </a:solidFill>
                <a:latin typeface="Arial"/>
                <a:ea typeface="Arial"/>
                <a:cs typeface="Arial"/>
              </a:defRPr>
            </a:defPPr>
            <a:lvl1pPr algn="l">
              <a:buNone/>
              <a:defRPr sz="4800" b="1">
                <a:solidFill>
                  <a:srgbClr val="17324D"/>
                </a:solidFill>
                <a:latin typeface="Arial"/>
                <a:ea typeface="Arial"/>
                <a:cs typeface="Arial"/>
              </a:defRPr>
            </a:lvl1pPr>
            <a:lvl2pPr algn="l">
              <a:buNone/>
              <a:defRPr sz="4800" b="1">
                <a:solidFill>
                  <a:srgbClr val="17324D"/>
                </a:solidFill>
                <a:latin typeface="Arial"/>
                <a:ea typeface="Arial"/>
                <a:cs typeface="Arial"/>
              </a:defRPr>
            </a:lvl2pPr>
            <a:lvl3pPr algn="l">
              <a:buNone/>
              <a:defRPr sz="4800" b="1">
                <a:solidFill>
                  <a:srgbClr val="17324D"/>
                </a:solidFill>
                <a:latin typeface="Arial"/>
                <a:ea typeface="Arial"/>
                <a:cs typeface="Arial"/>
              </a:defRPr>
            </a:lvl3pPr>
            <a:lvl4pPr algn="l">
              <a:buNone/>
              <a:defRPr sz="4800" b="1">
                <a:solidFill>
                  <a:srgbClr val="17324D"/>
                </a:solidFill>
                <a:latin typeface="Arial"/>
                <a:ea typeface="Arial"/>
                <a:cs typeface="Arial"/>
              </a:defRPr>
            </a:lvl4pPr>
            <a:lvl5pPr algn="l">
              <a:buNone/>
              <a:defRPr sz="4800" b="1">
                <a:solidFill>
                  <a:srgbClr val="17324D"/>
                </a:solidFill>
                <a:latin typeface="Arial"/>
                <a:ea typeface="Arial"/>
                <a:cs typeface="Arial"/>
              </a:defRPr>
            </a:lvl5pPr>
            <a:lvl6pPr algn="l">
              <a:buNone/>
              <a:defRPr sz="4800" b="1">
                <a:solidFill>
                  <a:srgbClr val="17324D"/>
                </a:solidFill>
                <a:latin typeface="Arial"/>
                <a:ea typeface="Arial"/>
                <a:cs typeface="Arial"/>
              </a:defRPr>
            </a:lvl6pPr>
            <a:lvl7pPr algn="l">
              <a:buNone/>
              <a:defRPr sz="4800" b="1">
                <a:solidFill>
                  <a:srgbClr val="17324D"/>
                </a:solidFill>
                <a:latin typeface="Arial"/>
                <a:ea typeface="Arial"/>
                <a:cs typeface="Arial"/>
              </a:defRPr>
            </a:lvl7pPr>
            <a:lvl8pPr algn="l">
              <a:buNone/>
              <a:defRPr sz="4800" b="1">
                <a:solidFill>
                  <a:srgbClr val="17324D"/>
                </a:solidFill>
                <a:latin typeface="Arial"/>
                <a:ea typeface="Arial"/>
                <a:cs typeface="Arial"/>
              </a:defRPr>
            </a:lvl8pPr>
            <a:lvl9pPr algn="l">
              <a:buNone/>
              <a:defRPr sz="4800" b="1">
                <a:solidFill>
                  <a:srgbClr val="17324D"/>
                </a:solidFill>
                <a:latin typeface="Arial"/>
                <a:ea typeface="Arial"/>
                <a:cs typeface="Arial"/>
              </a:defRPr>
            </a:lvl9pPr>
          </a:lstStyle>
          <a:p xmlns:a="http://schemas.openxmlformats.org/drawingml/2006/main">
            <a:pPr algn="l">
              <a:buNone/>
              <a:defRPr sz="4800" b="1">
                <a:solidFill>
                  <a:srgbClr val="17324D"/>
                </a:solidFill>
                <a:latin typeface="Arial"/>
                <a:ea typeface="Arial"/>
                <a:cs typeface="Arial"/>
              </a:defRPr>
            </a:pPr>
            <a:r>
              <a:rPr sz="4800" b="1">
                <a:solidFill>
                  <a:srgbClr val="17324D"/>
                </a:solidFill>
                <a:latin typeface="Arial"/>
                <a:ea typeface="Arial"/>
                <a:cs typeface="Arial"/>
              </a:rPr>
              <a:t>Sign Language</a:t>
            </a:r>
          </a:p>
          <a:p xmlns:a="http://schemas.openxmlformats.org/drawingml/2006/main">
            <a:pPr algn="l">
              <a:buNone/>
              <a:defRPr sz="4800" b="1">
                <a:solidFill>
                  <a:srgbClr val="17324D"/>
                </a:solidFill>
                <a:latin typeface="Arial"/>
                <a:ea typeface="Arial"/>
                <a:cs typeface="Arial"/>
              </a:defRPr>
            </a:pPr>
            <a:r>
              <a:rPr sz="4800" b="1">
                <a:solidFill>
                  <a:srgbClr val="17324D"/>
                </a:solidFill>
                <a:latin typeface="Arial"/>
                <a:ea typeface="Arial"/>
                <a:cs typeface="Arial"/>
              </a:rPr>
              <a:t>MNIST</a:t>
            </a:r>
          </a:p>
        </p:txBody>
      </p:sp>
      <p:sp>
        <p:nvSpPr>
          <p:cNvPr id="2" name="">
            <a:extLst xmlns:a="http://schemas.openxmlformats.org/drawingml/2006/main">
              <a:ext uri="{FF2B5EF4-FFF2-40B4-BE49-F238E27FC236}">
                <a16:creationId xmlns:a16="http://schemas.microsoft.com/office/drawing/2014/main" id="{0B41E4D0-99C1-45C3-A8AA-C82C04AC6396}"/>
              </a:ext>
            </a:extLst>
          </p:cNvPr>
          <p:cNvSpPr>
            <a:spLocks xmlns:a="http://schemas.openxmlformats.org/drawingml/2006/main" noGrp="1"/>
          </p:cNvSpPr>
          <p:nvPr/>
        </p:nvSpPr>
        <p:spPr>
          <a:xfrm xmlns:a="http://schemas.openxmlformats.org/drawingml/2006/main">
            <a:off x="609600" y="3009900"/>
            <a:ext cx="581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0">
                <a:solidFill>
                  <a:srgbClr val="087F8C"/>
                </a:solidFill>
                <a:latin typeface="Arial"/>
                <a:ea typeface="Arial"/>
                <a:cs typeface="Arial"/>
              </a:defRPr>
            </a:defPPr>
            <a:lvl1pPr algn="l">
              <a:buNone/>
              <a:defRPr sz="2850" b="0">
                <a:solidFill>
                  <a:srgbClr val="087F8C"/>
                </a:solidFill>
                <a:latin typeface="Arial"/>
                <a:ea typeface="Arial"/>
                <a:cs typeface="Arial"/>
              </a:defRPr>
            </a:lvl1pPr>
            <a:lvl2pPr algn="l">
              <a:buNone/>
              <a:defRPr sz="2850" b="0">
                <a:solidFill>
                  <a:srgbClr val="087F8C"/>
                </a:solidFill>
                <a:latin typeface="Arial"/>
                <a:ea typeface="Arial"/>
                <a:cs typeface="Arial"/>
              </a:defRPr>
            </a:lvl2pPr>
            <a:lvl3pPr algn="l">
              <a:buNone/>
              <a:defRPr sz="2850" b="0">
                <a:solidFill>
                  <a:srgbClr val="087F8C"/>
                </a:solidFill>
                <a:latin typeface="Arial"/>
                <a:ea typeface="Arial"/>
                <a:cs typeface="Arial"/>
              </a:defRPr>
            </a:lvl3pPr>
            <a:lvl4pPr algn="l">
              <a:buNone/>
              <a:defRPr sz="2850" b="0">
                <a:solidFill>
                  <a:srgbClr val="087F8C"/>
                </a:solidFill>
                <a:latin typeface="Arial"/>
                <a:ea typeface="Arial"/>
                <a:cs typeface="Arial"/>
              </a:defRPr>
            </a:lvl4pPr>
            <a:lvl5pPr algn="l">
              <a:buNone/>
              <a:defRPr sz="2850" b="0">
                <a:solidFill>
                  <a:srgbClr val="087F8C"/>
                </a:solidFill>
                <a:latin typeface="Arial"/>
                <a:ea typeface="Arial"/>
                <a:cs typeface="Arial"/>
              </a:defRPr>
            </a:lvl5pPr>
            <a:lvl6pPr algn="l">
              <a:buNone/>
              <a:defRPr sz="2850" b="0">
                <a:solidFill>
                  <a:srgbClr val="087F8C"/>
                </a:solidFill>
                <a:latin typeface="Arial"/>
                <a:ea typeface="Arial"/>
                <a:cs typeface="Arial"/>
              </a:defRPr>
            </a:lvl6pPr>
            <a:lvl7pPr algn="l">
              <a:buNone/>
              <a:defRPr sz="2850" b="0">
                <a:solidFill>
                  <a:srgbClr val="087F8C"/>
                </a:solidFill>
                <a:latin typeface="Arial"/>
                <a:ea typeface="Arial"/>
                <a:cs typeface="Arial"/>
              </a:defRPr>
            </a:lvl7pPr>
            <a:lvl8pPr algn="l">
              <a:buNone/>
              <a:defRPr sz="2850" b="0">
                <a:solidFill>
                  <a:srgbClr val="087F8C"/>
                </a:solidFill>
                <a:latin typeface="Arial"/>
                <a:ea typeface="Arial"/>
                <a:cs typeface="Arial"/>
              </a:defRPr>
            </a:lvl8pPr>
            <a:lvl9pPr algn="l">
              <a:buNone/>
              <a:defRPr sz="2850" b="0">
                <a:solidFill>
                  <a:srgbClr val="087F8C"/>
                </a:solidFill>
                <a:latin typeface="Arial"/>
                <a:ea typeface="Arial"/>
                <a:cs typeface="Arial"/>
              </a:defRPr>
            </a:lvl9pPr>
          </a:lstStyle>
          <a:p xmlns:a="http://schemas.openxmlformats.org/drawingml/2006/main">
            <a:pPr algn="l">
              <a:buNone/>
              <a:defRPr sz="2850" b="0">
                <a:solidFill>
                  <a:srgbClr val="087F8C"/>
                </a:solidFill>
                <a:latin typeface="Arial"/>
                <a:ea typeface="Arial"/>
                <a:cs typeface="Arial"/>
              </a:defRPr>
            </a:pPr>
            <a:r>
              <a:rPr sz="2850" b="0">
                <a:solidFill>
                  <a:srgbClr val="087F8C"/>
                </a:solidFill>
                <a:latin typeface="Arial"/>
                <a:ea typeface="Arial"/>
                <a:cs typeface="Arial"/>
              </a:rPr>
              <a:t>Clasificación con CNN</a:t>
            </a:r>
          </a:p>
        </p:txBody>
      </p:sp>
      <p:sp>
        <p:nvSpPr>
          <p:cNvPr id="3" name="">
            <a:extLst xmlns:a="http://schemas.openxmlformats.org/drawingml/2006/main">
              <a:ext uri="{FF2B5EF4-FFF2-40B4-BE49-F238E27FC236}">
                <a16:creationId xmlns:a16="http://schemas.microsoft.com/office/drawing/2014/main" id="{F557FC91-6367-4B8C-9619-043CF73BA1C9}"/>
              </a:ext>
            </a:extLst>
          </p:cNvPr>
          <p:cNvSpPr>
            <a:spLocks xmlns:a="http://schemas.openxmlformats.org/drawingml/2006/main" noGrp="1"/>
          </p:cNvSpPr>
          <p:nvPr/>
        </p:nvSpPr>
        <p:spPr>
          <a:xfrm xmlns:a="http://schemas.openxmlformats.org/drawingml/2006/main">
            <a:off x="609600" y="3762375"/>
            <a:ext cx="5715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0">
                <a:solidFill>
                  <a:srgbClr val="17324D"/>
                </a:solidFill>
                <a:latin typeface="Arial"/>
                <a:ea typeface="Arial"/>
                <a:cs typeface="Arial"/>
              </a:defRPr>
            </a:defPPr>
            <a:lvl1pPr algn="l">
              <a:buNone/>
              <a:defRPr sz="2100" b="0">
                <a:solidFill>
                  <a:srgbClr val="17324D"/>
                </a:solidFill>
                <a:latin typeface="Arial"/>
                <a:ea typeface="Arial"/>
                <a:cs typeface="Arial"/>
              </a:defRPr>
            </a:lvl1pPr>
            <a:lvl2pPr algn="l">
              <a:buNone/>
              <a:defRPr sz="2100" b="0">
                <a:solidFill>
                  <a:srgbClr val="17324D"/>
                </a:solidFill>
                <a:latin typeface="Arial"/>
                <a:ea typeface="Arial"/>
                <a:cs typeface="Arial"/>
              </a:defRPr>
            </a:lvl2pPr>
            <a:lvl3pPr algn="l">
              <a:buNone/>
              <a:defRPr sz="2100" b="0">
                <a:solidFill>
                  <a:srgbClr val="17324D"/>
                </a:solidFill>
                <a:latin typeface="Arial"/>
                <a:ea typeface="Arial"/>
                <a:cs typeface="Arial"/>
              </a:defRPr>
            </a:lvl3pPr>
            <a:lvl4pPr algn="l">
              <a:buNone/>
              <a:defRPr sz="2100" b="0">
                <a:solidFill>
                  <a:srgbClr val="17324D"/>
                </a:solidFill>
                <a:latin typeface="Arial"/>
                <a:ea typeface="Arial"/>
                <a:cs typeface="Arial"/>
              </a:defRPr>
            </a:lvl4pPr>
            <a:lvl5pPr algn="l">
              <a:buNone/>
              <a:defRPr sz="2100" b="0">
                <a:solidFill>
                  <a:srgbClr val="17324D"/>
                </a:solidFill>
                <a:latin typeface="Arial"/>
                <a:ea typeface="Arial"/>
                <a:cs typeface="Arial"/>
              </a:defRPr>
            </a:lvl5pPr>
            <a:lvl6pPr algn="l">
              <a:buNone/>
              <a:defRPr sz="2100" b="0">
                <a:solidFill>
                  <a:srgbClr val="17324D"/>
                </a:solidFill>
                <a:latin typeface="Arial"/>
                <a:ea typeface="Arial"/>
                <a:cs typeface="Arial"/>
              </a:defRPr>
            </a:lvl6pPr>
            <a:lvl7pPr algn="l">
              <a:buNone/>
              <a:defRPr sz="2100" b="0">
                <a:solidFill>
                  <a:srgbClr val="17324D"/>
                </a:solidFill>
                <a:latin typeface="Arial"/>
                <a:ea typeface="Arial"/>
                <a:cs typeface="Arial"/>
              </a:defRPr>
            </a:lvl7pPr>
            <a:lvl8pPr algn="l">
              <a:buNone/>
              <a:defRPr sz="2100" b="0">
                <a:solidFill>
                  <a:srgbClr val="17324D"/>
                </a:solidFill>
                <a:latin typeface="Arial"/>
                <a:ea typeface="Arial"/>
                <a:cs typeface="Arial"/>
              </a:defRPr>
            </a:lvl8pPr>
            <a:lvl9pPr algn="l">
              <a:buNone/>
              <a:defRPr sz="2100" b="0">
                <a:solidFill>
                  <a:srgbClr val="17324D"/>
                </a:solidFill>
                <a:latin typeface="Arial"/>
                <a:ea typeface="Arial"/>
                <a:cs typeface="Arial"/>
              </a:defRPr>
            </a:lvl9pPr>
          </a:lstStyle>
          <a:p xmlns:a="http://schemas.openxmlformats.org/drawingml/2006/main">
            <a:pPr algn="l">
              <a:buNone/>
              <a:defRPr sz="2100" b="0">
                <a:solidFill>
                  <a:srgbClr val="17324D"/>
                </a:solidFill>
                <a:latin typeface="Arial"/>
                <a:ea typeface="Arial"/>
                <a:cs typeface="Arial"/>
              </a:defRPr>
            </a:pPr>
            <a:r>
              <a:rPr sz="2100" b="0">
                <a:solidFill>
                  <a:srgbClr val="17324D"/>
                </a:solidFill>
                <a:latin typeface="Arial"/>
                <a:ea typeface="Arial"/>
                <a:cs typeface="Arial"/>
              </a:rPr>
              <a:t>Continuidad y comparación con el MLP de la EP1</a:t>
            </a:r>
          </a:p>
        </p:txBody>
      </p:sp>
      <p:sp>
        <p:nvSpPr>
          <p:cNvPr id="4" name="">
            <a:extLst xmlns:a="http://schemas.openxmlformats.org/drawingml/2006/main">
              <a:ext uri="{FF2B5EF4-FFF2-40B4-BE49-F238E27FC236}">
                <a16:creationId xmlns:a16="http://schemas.microsoft.com/office/drawing/2014/main" id="{1253FD5B-EFF5-4536-882D-A92E89103DB1}"/>
              </a:ext>
            </a:extLst>
          </p:cNvPr>
          <p:cNvSpPr>
            <a:spLocks xmlns:a="http://schemas.openxmlformats.org/drawingml/2006/main" noGrp="1"/>
          </p:cNvSpPr>
          <p:nvPr/>
        </p:nvSpPr>
        <p:spPr>
          <a:xfrm xmlns:a="http://schemas.openxmlformats.org/drawingml/2006/main">
            <a:off x="609600" y="5381625"/>
            <a:ext cx="6191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4E5C68"/>
                </a:solidFill>
                <a:latin typeface="Arial"/>
                <a:ea typeface="Arial"/>
                <a:cs typeface="Arial"/>
              </a:defRPr>
            </a:defPPr>
            <a:lvl1pPr algn="l">
              <a:buNone/>
              <a:defRPr sz="1650" b="0">
                <a:solidFill>
                  <a:srgbClr val="4E5C68"/>
                </a:solidFill>
                <a:latin typeface="Arial"/>
                <a:ea typeface="Arial"/>
                <a:cs typeface="Arial"/>
              </a:defRPr>
            </a:lvl1pPr>
            <a:lvl2pPr algn="l">
              <a:buNone/>
              <a:defRPr sz="1650" b="0">
                <a:solidFill>
                  <a:srgbClr val="4E5C68"/>
                </a:solidFill>
                <a:latin typeface="Arial"/>
                <a:ea typeface="Arial"/>
                <a:cs typeface="Arial"/>
              </a:defRPr>
            </a:lvl2pPr>
            <a:lvl3pPr algn="l">
              <a:buNone/>
              <a:defRPr sz="1650" b="0">
                <a:solidFill>
                  <a:srgbClr val="4E5C68"/>
                </a:solidFill>
                <a:latin typeface="Arial"/>
                <a:ea typeface="Arial"/>
                <a:cs typeface="Arial"/>
              </a:defRPr>
            </a:lvl3pPr>
            <a:lvl4pPr algn="l">
              <a:buNone/>
              <a:defRPr sz="1650" b="0">
                <a:solidFill>
                  <a:srgbClr val="4E5C68"/>
                </a:solidFill>
                <a:latin typeface="Arial"/>
                <a:ea typeface="Arial"/>
                <a:cs typeface="Arial"/>
              </a:defRPr>
            </a:lvl4pPr>
            <a:lvl5pPr algn="l">
              <a:buNone/>
              <a:defRPr sz="1650" b="0">
                <a:solidFill>
                  <a:srgbClr val="4E5C68"/>
                </a:solidFill>
                <a:latin typeface="Arial"/>
                <a:ea typeface="Arial"/>
                <a:cs typeface="Arial"/>
              </a:defRPr>
            </a:lvl5pPr>
            <a:lvl6pPr algn="l">
              <a:buNone/>
              <a:defRPr sz="1650" b="0">
                <a:solidFill>
                  <a:srgbClr val="4E5C68"/>
                </a:solidFill>
                <a:latin typeface="Arial"/>
                <a:ea typeface="Arial"/>
                <a:cs typeface="Arial"/>
              </a:defRPr>
            </a:lvl6pPr>
            <a:lvl7pPr algn="l">
              <a:buNone/>
              <a:defRPr sz="1650" b="0">
                <a:solidFill>
                  <a:srgbClr val="4E5C68"/>
                </a:solidFill>
                <a:latin typeface="Arial"/>
                <a:ea typeface="Arial"/>
                <a:cs typeface="Arial"/>
              </a:defRPr>
            </a:lvl7pPr>
            <a:lvl8pPr algn="l">
              <a:buNone/>
              <a:defRPr sz="1650" b="0">
                <a:solidFill>
                  <a:srgbClr val="4E5C68"/>
                </a:solidFill>
                <a:latin typeface="Arial"/>
                <a:ea typeface="Arial"/>
                <a:cs typeface="Arial"/>
              </a:defRPr>
            </a:lvl8pPr>
            <a:lvl9pPr algn="l">
              <a:buNone/>
              <a:defRPr sz="1650" b="0">
                <a:solidFill>
                  <a:srgbClr val="4E5C68"/>
                </a:solidFill>
                <a:latin typeface="Arial"/>
                <a:ea typeface="Arial"/>
                <a:cs typeface="Arial"/>
              </a:defRPr>
            </a:lvl9pPr>
          </a:lstStyle>
          <a:p xmlns:a="http://schemas.openxmlformats.org/drawingml/2006/main">
            <a:pPr algn="l">
              <a:buNone/>
              <a:defRPr sz="1650" b="0">
                <a:solidFill>
                  <a:srgbClr val="4E5C68"/>
                </a:solidFill>
                <a:latin typeface="Arial"/>
                <a:ea typeface="Arial"/>
                <a:cs typeface="Arial"/>
              </a:defRPr>
            </a:pPr>
            <a:r>
              <a:rPr sz="1650" b="0">
                <a:solidFill>
                  <a:srgbClr val="4E5C68"/>
                </a:solidFill>
                <a:latin typeface="Arial"/>
                <a:ea typeface="Arial"/>
                <a:cs typeface="Arial"/>
              </a:rPr>
              <a:t>Gonzalo Castillo · Jenaro Marin · Jason Aguilera</a:t>
            </a:r>
          </a:p>
          <a:p xmlns:a="http://schemas.openxmlformats.org/drawingml/2006/main">
            <a:pPr algn="l">
              <a:buNone/>
              <a:defRPr sz="1650" b="0">
                <a:solidFill>
                  <a:srgbClr val="4E5C68"/>
                </a:solidFill>
                <a:latin typeface="Arial"/>
                <a:ea typeface="Arial"/>
                <a:cs typeface="Arial"/>
              </a:defRPr>
            </a:pPr>
            <a:r>
              <a:rPr sz="1650" b="0">
                <a:solidFill>
                  <a:srgbClr val="4E5C68"/>
                </a:solidFill>
                <a:latin typeface="Arial"/>
                <a:ea typeface="Arial"/>
                <a:cs typeface="Arial"/>
              </a:rPr>
              <a:t>TLY1102 · Evaluación Parcial 2</a:t>
            </a:r>
          </a:p>
        </p:txBody>
      </p:sp>
      <p:pic>
        <p:nvPicPr>
          <p:cNvPr id="5" name="">
            <a:extLst xmlns:a="http://schemas.openxmlformats.org/drawingml/2006/main">
              <a:ext uri="{FF2B5EF4-FFF2-40B4-BE49-F238E27FC236}">
                <a16:creationId xmlns:a16="http://schemas.microsoft.com/office/drawing/2014/main" id="{8BF6CF33-8980-404A-92EB-44D8BEA1D8A7}"/>
              </a:ext>
            </a:extLst>
          </p:cNvPr>
          <p:cNvPicPr>
            <a:picLocks xmlns:a="http://schemas.openxmlformats.org/drawingml/2006/main" noChangeAspect="1"/>
          </p:cNvPicPr>
          <p:nvPr/>
        </p:nvPicPr>
        <p:blipFill>
          <a:blip xmlns:r="http://schemas.openxmlformats.org/officeDocument/2006/relationships" xmlns:a="http://schemas.openxmlformats.org/drawingml/2006/main" r:embed="R2e920ad55824406c"/>
          <a:stretch xmlns:a="http://schemas.openxmlformats.org/drawingml/2006/main"/>
        </p:blipFill>
        <p:spPr>
          <a:xfrm xmlns:a="http://schemas.openxmlformats.org/drawingml/2006/main">
            <a:off x="6762750" y="1480785"/>
            <a:ext cx="4810125" cy="3563056"/>
          </a:xfrm>
          <a:prstGeom xmlns:a="http://schemas.openxmlformats.org/drawingml/2006/main" prst="rect">
            <a:avLst/>
          </a:prstGeom>
        </p:spPr>
      </p:pic>
    </p:spTree>
    <p:extLst>
      <p:ext uri="{BB962C8B-B14F-4D97-AF65-F5344CB8AC3E}">
        <p14:creationId xmlns:p14="http://schemas.microsoft.com/office/powerpoint/2010/main" val="19919886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D064196-99D9-4C08-93A3-9AC78382D4E1}"/>
              </a:ext>
            </a:extLst>
          </p:cNvPr>
          <p:cNvSpPr>
            <a:spLocks xmlns:a="http://schemas.openxmlformats.org/drawingml/2006/main" noGrp="1"/>
          </p:cNvSpPr>
          <p:nvPr/>
        </p:nvSpPr>
        <p:spPr>
          <a:xfrm xmlns:a="http://schemas.openxmlformats.org/drawingml/2006/main">
            <a:off x="609600" y="3238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7324D"/>
                </a:solidFill>
                <a:latin typeface="Arial"/>
                <a:ea typeface="Arial"/>
                <a:cs typeface="Arial"/>
              </a:defRPr>
            </a:defPPr>
            <a:lvl1pPr algn="l">
              <a:buNone/>
              <a:defRPr sz="3150" b="1">
                <a:solidFill>
                  <a:srgbClr val="17324D"/>
                </a:solidFill>
                <a:latin typeface="Arial"/>
                <a:ea typeface="Arial"/>
                <a:cs typeface="Arial"/>
              </a:defRPr>
            </a:lvl1pPr>
            <a:lvl2pPr algn="l">
              <a:buNone/>
              <a:defRPr sz="3150" b="1">
                <a:solidFill>
                  <a:srgbClr val="17324D"/>
                </a:solidFill>
                <a:latin typeface="Arial"/>
                <a:ea typeface="Arial"/>
                <a:cs typeface="Arial"/>
              </a:defRPr>
            </a:lvl2pPr>
            <a:lvl3pPr algn="l">
              <a:buNone/>
              <a:defRPr sz="3150" b="1">
                <a:solidFill>
                  <a:srgbClr val="17324D"/>
                </a:solidFill>
                <a:latin typeface="Arial"/>
                <a:ea typeface="Arial"/>
                <a:cs typeface="Arial"/>
              </a:defRPr>
            </a:lvl3pPr>
            <a:lvl4pPr algn="l">
              <a:buNone/>
              <a:defRPr sz="3150" b="1">
                <a:solidFill>
                  <a:srgbClr val="17324D"/>
                </a:solidFill>
                <a:latin typeface="Arial"/>
                <a:ea typeface="Arial"/>
                <a:cs typeface="Arial"/>
              </a:defRPr>
            </a:lvl4pPr>
            <a:lvl5pPr algn="l">
              <a:buNone/>
              <a:defRPr sz="3150" b="1">
                <a:solidFill>
                  <a:srgbClr val="17324D"/>
                </a:solidFill>
                <a:latin typeface="Arial"/>
                <a:ea typeface="Arial"/>
                <a:cs typeface="Arial"/>
              </a:defRPr>
            </a:lvl5pPr>
            <a:lvl6pPr algn="l">
              <a:buNone/>
              <a:defRPr sz="3150" b="1">
                <a:solidFill>
                  <a:srgbClr val="17324D"/>
                </a:solidFill>
                <a:latin typeface="Arial"/>
                <a:ea typeface="Arial"/>
                <a:cs typeface="Arial"/>
              </a:defRPr>
            </a:lvl6pPr>
            <a:lvl7pPr algn="l">
              <a:buNone/>
              <a:defRPr sz="3150" b="1">
                <a:solidFill>
                  <a:srgbClr val="17324D"/>
                </a:solidFill>
                <a:latin typeface="Arial"/>
                <a:ea typeface="Arial"/>
                <a:cs typeface="Arial"/>
              </a:defRPr>
            </a:lvl7pPr>
            <a:lvl8pPr algn="l">
              <a:buNone/>
              <a:defRPr sz="3150" b="1">
                <a:solidFill>
                  <a:srgbClr val="17324D"/>
                </a:solidFill>
                <a:latin typeface="Arial"/>
                <a:ea typeface="Arial"/>
                <a:cs typeface="Arial"/>
              </a:defRPr>
            </a:lvl8pPr>
            <a:lvl9pPr algn="l">
              <a:buNone/>
              <a:defRPr sz="3150" b="1">
                <a:solidFill>
                  <a:srgbClr val="17324D"/>
                </a:solidFill>
                <a:latin typeface="Arial"/>
                <a:ea typeface="Arial"/>
                <a:cs typeface="Arial"/>
              </a:defRPr>
            </a:lvl9pPr>
          </a:lstStyle>
          <a:p xmlns:a="http://schemas.openxmlformats.org/drawingml/2006/main">
            <a:pPr algn="l">
              <a:buNone/>
              <a:defRPr sz="3150" b="1">
                <a:solidFill>
                  <a:srgbClr val="17324D"/>
                </a:solidFill>
                <a:latin typeface="Arial"/>
                <a:ea typeface="Arial"/>
                <a:cs typeface="Arial"/>
              </a:defRPr>
            </a:pPr>
            <a:r>
              <a:rPr sz="3150" b="1">
                <a:solidFill>
                  <a:srgbClr val="17324D"/>
                </a:solidFill>
                <a:latin typeface="Arial"/>
                <a:ea typeface="Arial"/>
                <a:cs typeface="Arial"/>
              </a:rPr>
              <a:t>Continuidad EP1 → EP2: cambia el modelo</a:t>
            </a:r>
          </a:p>
        </p:txBody>
      </p:sp>
      <p:sp>
        <p:nvSpPr>
          <p:cNvPr id="2" name="">
            <a:extLst xmlns:a="http://schemas.openxmlformats.org/drawingml/2006/main">
              <a:ext uri="{FF2B5EF4-FFF2-40B4-BE49-F238E27FC236}">
                <a16:creationId xmlns:a16="http://schemas.microsoft.com/office/drawing/2014/main" id="{076A6009-2E2C-4D59-9C5B-9ECFA9BF875C}"/>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0">
                <a:solidFill>
                  <a:srgbClr val="4E5C68"/>
                </a:solidFill>
                <a:latin typeface="Arial"/>
                <a:ea typeface="Arial"/>
                <a:cs typeface="Arial"/>
              </a:defRPr>
            </a:defPPr>
            <a:lvl1pPr algn="r">
              <a:buNone/>
              <a:defRPr sz="1200" b="0">
                <a:solidFill>
                  <a:srgbClr val="4E5C68"/>
                </a:solidFill>
                <a:latin typeface="Arial"/>
                <a:ea typeface="Arial"/>
                <a:cs typeface="Arial"/>
              </a:defRPr>
            </a:lvl1pPr>
            <a:lvl2pPr algn="r">
              <a:buNone/>
              <a:defRPr sz="1200" b="0">
                <a:solidFill>
                  <a:srgbClr val="4E5C68"/>
                </a:solidFill>
                <a:latin typeface="Arial"/>
                <a:ea typeface="Arial"/>
                <a:cs typeface="Arial"/>
              </a:defRPr>
            </a:lvl2pPr>
            <a:lvl3pPr algn="r">
              <a:buNone/>
              <a:defRPr sz="1200" b="0">
                <a:solidFill>
                  <a:srgbClr val="4E5C68"/>
                </a:solidFill>
                <a:latin typeface="Arial"/>
                <a:ea typeface="Arial"/>
                <a:cs typeface="Arial"/>
              </a:defRPr>
            </a:lvl3pPr>
            <a:lvl4pPr algn="r">
              <a:buNone/>
              <a:defRPr sz="1200" b="0">
                <a:solidFill>
                  <a:srgbClr val="4E5C68"/>
                </a:solidFill>
                <a:latin typeface="Arial"/>
                <a:ea typeface="Arial"/>
                <a:cs typeface="Arial"/>
              </a:defRPr>
            </a:lvl4pPr>
            <a:lvl5pPr algn="r">
              <a:buNone/>
              <a:defRPr sz="1200" b="0">
                <a:solidFill>
                  <a:srgbClr val="4E5C68"/>
                </a:solidFill>
                <a:latin typeface="Arial"/>
                <a:ea typeface="Arial"/>
                <a:cs typeface="Arial"/>
              </a:defRPr>
            </a:lvl5pPr>
            <a:lvl6pPr algn="r">
              <a:buNone/>
              <a:defRPr sz="1200" b="0">
                <a:solidFill>
                  <a:srgbClr val="4E5C68"/>
                </a:solidFill>
                <a:latin typeface="Arial"/>
                <a:ea typeface="Arial"/>
                <a:cs typeface="Arial"/>
              </a:defRPr>
            </a:lvl6pPr>
            <a:lvl7pPr algn="r">
              <a:buNone/>
              <a:defRPr sz="1200" b="0">
                <a:solidFill>
                  <a:srgbClr val="4E5C68"/>
                </a:solidFill>
                <a:latin typeface="Arial"/>
                <a:ea typeface="Arial"/>
                <a:cs typeface="Arial"/>
              </a:defRPr>
            </a:lvl7pPr>
            <a:lvl8pPr algn="r">
              <a:buNone/>
              <a:defRPr sz="1200" b="0">
                <a:solidFill>
                  <a:srgbClr val="4E5C68"/>
                </a:solidFill>
                <a:latin typeface="Arial"/>
                <a:ea typeface="Arial"/>
                <a:cs typeface="Arial"/>
              </a:defRPr>
            </a:lvl8pPr>
            <a:lvl9pPr algn="r">
              <a:buNone/>
              <a:defRPr sz="1200" b="0">
                <a:solidFill>
                  <a:srgbClr val="4E5C68"/>
                </a:solidFill>
                <a:latin typeface="Arial"/>
                <a:ea typeface="Arial"/>
                <a:cs typeface="Arial"/>
              </a:defRPr>
            </a:lvl9pPr>
          </a:lstStyle>
          <a:p xmlns:a="http://schemas.openxmlformats.org/drawingml/2006/main">
            <a:pPr algn="r">
              <a:buNone/>
              <a:defRPr sz="1200" b="0">
                <a:solidFill>
                  <a:srgbClr val="4E5C68"/>
                </a:solidFill>
                <a:latin typeface="Arial"/>
                <a:ea typeface="Arial"/>
                <a:cs typeface="Arial"/>
              </a:defRPr>
            </a:pPr>
            <a:r>
              <a:rPr sz="1200" b="0">
                <a:solidFill>
                  <a:srgbClr val="4E5C68"/>
                </a:solidFill>
                <a:latin typeface="Arial"/>
                <a:ea typeface="Arial"/>
                <a:cs typeface="Arial"/>
              </a:rPr>
              <a:t>2 / 10</a:t>
            </a:r>
          </a:p>
        </p:txBody>
      </p:sp>
      <p:sp>
        <p:nvSpPr>
          <p:cNvPr id="3" name="">
            <a:extLst xmlns:a="http://schemas.openxmlformats.org/drawingml/2006/main">
              <a:ext uri="{FF2B5EF4-FFF2-40B4-BE49-F238E27FC236}">
                <a16:creationId xmlns:a16="http://schemas.microsoft.com/office/drawing/2014/main" id="{B2FB71AE-AF9A-4A82-B560-A77191C47616}"/>
              </a:ext>
            </a:extLst>
          </p:cNvPr>
          <p:cNvSpPr>
            <a:spLocks xmlns:a="http://schemas.openxmlformats.org/drawingml/2006/main" noGrp="1"/>
          </p:cNvSpPr>
          <p:nvPr/>
        </p:nvSpPr>
        <p:spPr>
          <a:xfrm xmlns:a="http://schemas.openxmlformats.org/drawingml/2006/main">
            <a:off x="762000" y="1571625"/>
            <a:ext cx="4000500" cy="2333625"/>
          </a:xfrm>
          <a:prstGeom xmlns:a="http://schemas.openxmlformats.org/drawingml/2006/main" prst="roundRect">
            <a:avLst>
              <a:gd name="adj" fmla="val 3265"/>
            </a:avLst>
          </a:prstGeom>
          <a:solidFill xmlns:a="http://schemas.openxmlformats.org/drawingml/2006/main">
            <a:srgbClr val="E8EEF4"/>
          </a:solidFill>
          <a:ln xmlns:a="http://schemas.openxmlformats.org/drawingml/2006/main" w="14288">
            <a:solidFill>
              <a:srgbClr val="087F8C"/>
            </a:solidFill>
            <a:prstDash val="solid"/>
          </a:ln>
        </p:spPr>
      </p:sp>
      <p:sp>
        <p:nvSpPr>
          <p:cNvPr id="4" name="">
            <a:extLst xmlns:a="http://schemas.openxmlformats.org/drawingml/2006/main">
              <a:ext uri="{FF2B5EF4-FFF2-40B4-BE49-F238E27FC236}">
                <a16:creationId xmlns:a16="http://schemas.microsoft.com/office/drawing/2014/main" id="{1CC72931-D10C-4EC1-854A-BF637B72AEE6}"/>
              </a:ext>
            </a:extLst>
          </p:cNvPr>
          <p:cNvSpPr>
            <a:spLocks xmlns:a="http://schemas.openxmlformats.org/drawingml/2006/main" noGrp="1"/>
          </p:cNvSpPr>
          <p:nvPr/>
        </p:nvSpPr>
        <p:spPr>
          <a:xfrm xmlns:a="http://schemas.openxmlformats.org/drawingml/2006/main">
            <a:off x="876300" y="1647825"/>
            <a:ext cx="3771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7324D"/>
                </a:solidFill>
                <a:latin typeface="Arial"/>
                <a:ea typeface="Arial"/>
                <a:cs typeface="Arial"/>
              </a:defRPr>
            </a:defPPr>
            <a:lvl1pPr algn="ctr">
              <a:buNone/>
              <a:defRPr sz="1725" b="1">
                <a:solidFill>
                  <a:srgbClr val="17324D"/>
                </a:solidFill>
                <a:latin typeface="Arial"/>
                <a:ea typeface="Arial"/>
                <a:cs typeface="Arial"/>
              </a:defRPr>
            </a:lvl1pPr>
            <a:lvl2pPr algn="ctr">
              <a:buNone/>
              <a:defRPr sz="1725" b="1">
                <a:solidFill>
                  <a:srgbClr val="17324D"/>
                </a:solidFill>
                <a:latin typeface="Arial"/>
                <a:ea typeface="Arial"/>
                <a:cs typeface="Arial"/>
              </a:defRPr>
            </a:lvl2pPr>
            <a:lvl3pPr algn="ctr">
              <a:buNone/>
              <a:defRPr sz="1725" b="1">
                <a:solidFill>
                  <a:srgbClr val="17324D"/>
                </a:solidFill>
                <a:latin typeface="Arial"/>
                <a:ea typeface="Arial"/>
                <a:cs typeface="Arial"/>
              </a:defRPr>
            </a:lvl3pPr>
            <a:lvl4pPr algn="ctr">
              <a:buNone/>
              <a:defRPr sz="1725" b="1">
                <a:solidFill>
                  <a:srgbClr val="17324D"/>
                </a:solidFill>
                <a:latin typeface="Arial"/>
                <a:ea typeface="Arial"/>
                <a:cs typeface="Arial"/>
              </a:defRPr>
            </a:lvl4pPr>
            <a:lvl5pPr algn="ctr">
              <a:buNone/>
              <a:defRPr sz="1725" b="1">
                <a:solidFill>
                  <a:srgbClr val="17324D"/>
                </a:solidFill>
                <a:latin typeface="Arial"/>
                <a:ea typeface="Arial"/>
                <a:cs typeface="Arial"/>
              </a:defRPr>
            </a:lvl5pPr>
            <a:lvl6pPr algn="ctr">
              <a:buNone/>
              <a:defRPr sz="1725" b="1">
                <a:solidFill>
                  <a:srgbClr val="17324D"/>
                </a:solidFill>
                <a:latin typeface="Arial"/>
                <a:ea typeface="Arial"/>
                <a:cs typeface="Arial"/>
              </a:defRPr>
            </a:lvl6pPr>
            <a:lvl7pPr algn="ctr">
              <a:buNone/>
              <a:defRPr sz="1725" b="1">
                <a:solidFill>
                  <a:srgbClr val="17324D"/>
                </a:solidFill>
                <a:latin typeface="Arial"/>
                <a:ea typeface="Arial"/>
                <a:cs typeface="Arial"/>
              </a:defRPr>
            </a:lvl7pPr>
            <a:lvl8pPr algn="ctr">
              <a:buNone/>
              <a:defRPr sz="1725" b="1">
                <a:solidFill>
                  <a:srgbClr val="17324D"/>
                </a:solidFill>
                <a:latin typeface="Arial"/>
                <a:ea typeface="Arial"/>
                <a:cs typeface="Arial"/>
              </a:defRPr>
            </a:lvl8pPr>
            <a:lvl9pPr algn="ctr">
              <a:buNone/>
              <a:defRPr sz="1725" b="1">
                <a:solidFill>
                  <a:srgbClr val="17324D"/>
                </a:solidFill>
                <a:latin typeface="Arial"/>
                <a:ea typeface="Arial"/>
                <a:cs typeface="Arial"/>
              </a:defRPr>
            </a:lvl9pPr>
          </a:lstStyle>
          <a:p xmlns:a="http://schemas.openxmlformats.org/drawingml/2006/main">
            <a:pPr algn="ctr">
              <a:buNone/>
              <a:defRPr sz="1725" b="1">
                <a:solidFill>
                  <a:srgbClr val="17324D"/>
                </a:solidFill>
                <a:latin typeface="Arial"/>
                <a:ea typeface="Arial"/>
                <a:cs typeface="Arial"/>
              </a:defRPr>
            </a:pPr>
            <a:r>
              <a:rPr sz="1725" b="1">
                <a:solidFill>
                  <a:srgbClr val="17324D"/>
                </a:solidFill>
                <a:latin typeface="Arial"/>
                <a:ea typeface="Arial"/>
                <a:cs typeface="Arial"/>
              </a:rPr>
              <a:t>MLP · EP1</a:t>
            </a:r>
          </a:p>
        </p:txBody>
      </p:sp>
      <p:sp>
        <p:nvSpPr>
          <p:cNvPr id="5" name="">
            <a:extLst xmlns:a="http://schemas.openxmlformats.org/drawingml/2006/main">
              <a:ext uri="{FF2B5EF4-FFF2-40B4-BE49-F238E27FC236}">
                <a16:creationId xmlns:a16="http://schemas.microsoft.com/office/drawing/2014/main" id="{C7121106-3F89-4EF3-8484-9F005C791C02}"/>
              </a:ext>
            </a:extLst>
          </p:cNvPr>
          <p:cNvSpPr>
            <a:spLocks xmlns:a="http://schemas.openxmlformats.org/drawingml/2006/main" noGrp="1"/>
          </p:cNvSpPr>
          <p:nvPr/>
        </p:nvSpPr>
        <p:spPr>
          <a:xfrm xmlns:a="http://schemas.openxmlformats.org/drawingml/2006/main">
            <a:off x="876300" y="2019300"/>
            <a:ext cx="37719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4E5C68"/>
                </a:solidFill>
                <a:latin typeface="Arial"/>
                <a:ea typeface="Arial"/>
                <a:cs typeface="Arial"/>
              </a:defRPr>
            </a:defPPr>
            <a:lvl1pPr algn="ctr">
              <a:buNone/>
              <a:defRPr sz="1350" b="0">
                <a:solidFill>
                  <a:srgbClr val="4E5C68"/>
                </a:solidFill>
                <a:latin typeface="Arial"/>
                <a:ea typeface="Arial"/>
                <a:cs typeface="Arial"/>
              </a:defRPr>
            </a:lvl1pPr>
            <a:lvl2pPr algn="ctr">
              <a:buNone/>
              <a:defRPr sz="1350" b="0">
                <a:solidFill>
                  <a:srgbClr val="4E5C68"/>
                </a:solidFill>
                <a:latin typeface="Arial"/>
                <a:ea typeface="Arial"/>
                <a:cs typeface="Arial"/>
              </a:defRPr>
            </a:lvl2pPr>
            <a:lvl3pPr algn="ctr">
              <a:buNone/>
              <a:defRPr sz="1350" b="0">
                <a:solidFill>
                  <a:srgbClr val="4E5C68"/>
                </a:solidFill>
                <a:latin typeface="Arial"/>
                <a:ea typeface="Arial"/>
                <a:cs typeface="Arial"/>
              </a:defRPr>
            </a:lvl3pPr>
            <a:lvl4pPr algn="ctr">
              <a:buNone/>
              <a:defRPr sz="1350" b="0">
                <a:solidFill>
                  <a:srgbClr val="4E5C68"/>
                </a:solidFill>
                <a:latin typeface="Arial"/>
                <a:ea typeface="Arial"/>
                <a:cs typeface="Arial"/>
              </a:defRPr>
            </a:lvl4pPr>
            <a:lvl5pPr algn="ctr">
              <a:buNone/>
              <a:defRPr sz="1350" b="0">
                <a:solidFill>
                  <a:srgbClr val="4E5C68"/>
                </a:solidFill>
                <a:latin typeface="Arial"/>
                <a:ea typeface="Arial"/>
                <a:cs typeface="Arial"/>
              </a:defRPr>
            </a:lvl5pPr>
            <a:lvl6pPr algn="ctr">
              <a:buNone/>
              <a:defRPr sz="1350" b="0">
                <a:solidFill>
                  <a:srgbClr val="4E5C68"/>
                </a:solidFill>
                <a:latin typeface="Arial"/>
                <a:ea typeface="Arial"/>
                <a:cs typeface="Arial"/>
              </a:defRPr>
            </a:lvl6pPr>
            <a:lvl7pPr algn="ctr">
              <a:buNone/>
              <a:defRPr sz="1350" b="0">
                <a:solidFill>
                  <a:srgbClr val="4E5C68"/>
                </a:solidFill>
                <a:latin typeface="Arial"/>
                <a:ea typeface="Arial"/>
                <a:cs typeface="Arial"/>
              </a:defRPr>
            </a:lvl7pPr>
            <a:lvl8pPr algn="ctr">
              <a:buNone/>
              <a:defRPr sz="1350" b="0">
                <a:solidFill>
                  <a:srgbClr val="4E5C68"/>
                </a:solidFill>
                <a:latin typeface="Arial"/>
                <a:ea typeface="Arial"/>
                <a:cs typeface="Arial"/>
              </a:defRPr>
            </a:lvl8pPr>
            <a:lvl9pPr algn="ctr">
              <a:buNone/>
              <a:defRPr sz="1350" b="0">
                <a:solidFill>
                  <a:srgbClr val="4E5C68"/>
                </a:solidFill>
                <a:latin typeface="Arial"/>
                <a:ea typeface="Arial"/>
                <a:cs typeface="Arial"/>
              </a:defRPr>
            </a:lvl9pPr>
          </a:lstStyle>
          <a:p xmlns:a="http://schemas.openxmlformats.org/drawingml/2006/main">
            <a:pPr algn="ctr">
              <a:buNone/>
              <a:defRPr sz="1350" b="0">
                <a:solidFill>
                  <a:srgbClr val="4E5C68"/>
                </a:solidFill>
                <a:latin typeface="Arial"/>
                <a:ea typeface="Arial"/>
                <a:cs typeface="Arial"/>
              </a:defRPr>
            </a:pPr>
            <a:r>
              <a:rPr sz="1350" b="0">
                <a:solidFill>
                  <a:srgbClr val="4E5C68"/>
                </a:solidFill>
                <a:latin typeface="Arial"/>
                <a:ea typeface="Arial"/>
                <a:cs typeface="Arial"/>
              </a:rPr>
              <a:t>Entrada: vector de 784 valores</a:t>
            </a:r>
          </a:p>
          <a:p xmlns:a="http://schemas.openxmlformats.org/drawingml/2006/main">
            <a:pPr algn="ctr">
              <a:buNone/>
              <a:defRPr sz="1350" b="0">
                <a:solidFill>
                  <a:srgbClr val="4E5C68"/>
                </a:solidFill>
                <a:latin typeface="Arial"/>
                <a:ea typeface="Arial"/>
                <a:cs typeface="Arial"/>
              </a:defRPr>
            </a:pPr>
            <a:r>
              <a:rPr sz="1350" b="0">
                <a:solidFill>
                  <a:srgbClr val="4E5C68"/>
                </a:solidFill>
                <a:latin typeface="Arial"/>
                <a:ea typeface="Arial"/>
                <a:cs typeface="Arial"/>
              </a:rPr>
              <a:t>Conexiones densas globales</a:t>
            </a:r>
          </a:p>
          <a:p xmlns:a="http://schemas.openxmlformats.org/drawingml/2006/main">
            <a:pPr algn="ctr">
              <a:buNone/>
              <a:defRPr sz="1350" b="0">
                <a:solidFill>
                  <a:srgbClr val="4E5C68"/>
                </a:solidFill>
                <a:latin typeface="Arial"/>
                <a:ea typeface="Arial"/>
                <a:cs typeface="Arial"/>
              </a:defRPr>
            </a:pPr>
            <a:r>
              <a:rPr sz="1350" b="0">
                <a:solidFill>
                  <a:srgbClr val="4E5C68"/>
                </a:solidFill>
                <a:latin typeface="Arial"/>
                <a:ea typeface="Arial"/>
                <a:cs typeface="Arial"/>
              </a:rPr>
              <a:t>569.240 parámetros</a:t>
            </a:r>
          </a:p>
        </p:txBody>
      </p:sp>
      <p:sp>
        <p:nvSpPr>
          <p:cNvPr id="6" name="">
            <a:extLst xmlns:a="http://schemas.openxmlformats.org/drawingml/2006/main">
              <a:ext uri="{FF2B5EF4-FFF2-40B4-BE49-F238E27FC236}">
                <a16:creationId xmlns:a16="http://schemas.microsoft.com/office/drawing/2014/main" id="{F0C9704C-5406-442E-9E83-CCBAA1B0B3F6}"/>
              </a:ext>
            </a:extLst>
          </p:cNvPr>
          <p:cNvSpPr>
            <a:spLocks xmlns:a="http://schemas.openxmlformats.org/drawingml/2006/main" noGrp="1"/>
          </p:cNvSpPr>
          <p:nvPr/>
        </p:nvSpPr>
        <p:spPr>
          <a:xfrm xmlns:a="http://schemas.openxmlformats.org/drawingml/2006/main">
            <a:off x="5286375" y="2381250"/>
            <a:ext cx="1428750" cy="647700"/>
          </a:xfrm>
          <a:prstGeom xmlns:a="http://schemas.openxmlformats.org/drawingml/2006/main" prst="rightArrow">
            <a:avLst/>
          </a:prstGeom>
          <a:solidFill xmlns:a="http://schemas.openxmlformats.org/drawingml/2006/main">
            <a:srgbClr val="087F8C"/>
          </a:solidFill>
          <a:ln xmlns:a="http://schemas.openxmlformats.org/drawingml/2006/main" w="0">
            <a:solidFill>
              <a:srgbClr val="087F8C"/>
            </a:solidFill>
            <a:prstDash val="solid"/>
          </a:ln>
        </p:spPr>
      </p:sp>
      <p:sp>
        <p:nvSpPr>
          <p:cNvPr id="7" name="">
            <a:extLst xmlns:a="http://schemas.openxmlformats.org/drawingml/2006/main">
              <a:ext uri="{FF2B5EF4-FFF2-40B4-BE49-F238E27FC236}">
                <a16:creationId xmlns:a16="http://schemas.microsoft.com/office/drawing/2014/main" id="{E058FD46-ED79-4365-ACEF-5AE271CB04B1}"/>
              </a:ext>
            </a:extLst>
          </p:cNvPr>
          <p:cNvSpPr>
            <a:spLocks xmlns:a="http://schemas.openxmlformats.org/drawingml/2006/main" noGrp="1"/>
          </p:cNvSpPr>
          <p:nvPr/>
        </p:nvSpPr>
        <p:spPr>
          <a:xfrm xmlns:a="http://schemas.openxmlformats.org/drawingml/2006/main">
            <a:off x="5191125" y="1924050"/>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087F8C"/>
                </a:solidFill>
                <a:latin typeface="Arial"/>
                <a:ea typeface="Arial"/>
                <a:cs typeface="Arial"/>
              </a:defRPr>
            </a:defPPr>
            <a:lvl1pPr algn="ctr">
              <a:buNone/>
              <a:defRPr sz="1500" b="1">
                <a:solidFill>
                  <a:srgbClr val="087F8C"/>
                </a:solidFill>
                <a:latin typeface="Arial"/>
                <a:ea typeface="Arial"/>
                <a:cs typeface="Arial"/>
              </a:defRPr>
            </a:lvl1pPr>
            <a:lvl2pPr algn="ctr">
              <a:buNone/>
              <a:defRPr sz="1500" b="1">
                <a:solidFill>
                  <a:srgbClr val="087F8C"/>
                </a:solidFill>
                <a:latin typeface="Arial"/>
                <a:ea typeface="Arial"/>
                <a:cs typeface="Arial"/>
              </a:defRPr>
            </a:lvl2pPr>
            <a:lvl3pPr algn="ctr">
              <a:buNone/>
              <a:defRPr sz="1500" b="1">
                <a:solidFill>
                  <a:srgbClr val="087F8C"/>
                </a:solidFill>
                <a:latin typeface="Arial"/>
                <a:ea typeface="Arial"/>
                <a:cs typeface="Arial"/>
              </a:defRPr>
            </a:lvl3pPr>
            <a:lvl4pPr algn="ctr">
              <a:buNone/>
              <a:defRPr sz="1500" b="1">
                <a:solidFill>
                  <a:srgbClr val="087F8C"/>
                </a:solidFill>
                <a:latin typeface="Arial"/>
                <a:ea typeface="Arial"/>
                <a:cs typeface="Arial"/>
              </a:defRPr>
            </a:lvl4pPr>
            <a:lvl5pPr algn="ctr">
              <a:buNone/>
              <a:defRPr sz="1500" b="1">
                <a:solidFill>
                  <a:srgbClr val="087F8C"/>
                </a:solidFill>
                <a:latin typeface="Arial"/>
                <a:ea typeface="Arial"/>
                <a:cs typeface="Arial"/>
              </a:defRPr>
            </a:lvl5pPr>
            <a:lvl6pPr algn="ctr">
              <a:buNone/>
              <a:defRPr sz="1500" b="1">
                <a:solidFill>
                  <a:srgbClr val="087F8C"/>
                </a:solidFill>
                <a:latin typeface="Arial"/>
                <a:ea typeface="Arial"/>
                <a:cs typeface="Arial"/>
              </a:defRPr>
            </a:lvl6pPr>
            <a:lvl7pPr algn="ctr">
              <a:buNone/>
              <a:defRPr sz="1500" b="1">
                <a:solidFill>
                  <a:srgbClr val="087F8C"/>
                </a:solidFill>
                <a:latin typeface="Arial"/>
                <a:ea typeface="Arial"/>
                <a:cs typeface="Arial"/>
              </a:defRPr>
            </a:lvl7pPr>
            <a:lvl8pPr algn="ctr">
              <a:buNone/>
              <a:defRPr sz="1500" b="1">
                <a:solidFill>
                  <a:srgbClr val="087F8C"/>
                </a:solidFill>
                <a:latin typeface="Arial"/>
                <a:ea typeface="Arial"/>
                <a:cs typeface="Arial"/>
              </a:defRPr>
            </a:lvl8pPr>
            <a:lvl9pPr algn="ctr">
              <a:buNone/>
              <a:defRPr sz="1500" b="1">
                <a:solidFill>
                  <a:srgbClr val="087F8C"/>
                </a:solidFill>
                <a:latin typeface="Arial"/>
                <a:ea typeface="Arial"/>
                <a:cs typeface="Arial"/>
              </a:defRPr>
            </a:lvl9pPr>
          </a:lstStyle>
          <a:p xmlns:a="http://schemas.openxmlformats.org/drawingml/2006/main">
            <a:pPr algn="ctr">
              <a:buNone/>
              <a:defRPr sz="1500" b="1">
                <a:solidFill>
                  <a:srgbClr val="087F8C"/>
                </a:solidFill>
                <a:latin typeface="Arial"/>
                <a:ea typeface="Arial"/>
                <a:cs typeface="Arial"/>
              </a:defRPr>
            </a:pPr>
            <a:r>
              <a:rPr sz="1500" b="1">
                <a:solidFill>
                  <a:srgbClr val="087F8C"/>
                </a:solidFill>
                <a:latin typeface="Arial"/>
                <a:ea typeface="Arial"/>
                <a:cs typeface="Arial"/>
              </a:rPr>
              <a:t>misma tarea</a:t>
            </a:r>
          </a:p>
        </p:txBody>
      </p:sp>
      <p:sp>
        <p:nvSpPr>
          <p:cNvPr id="8" name="">
            <a:extLst xmlns:a="http://schemas.openxmlformats.org/drawingml/2006/main">
              <a:ext uri="{FF2B5EF4-FFF2-40B4-BE49-F238E27FC236}">
                <a16:creationId xmlns:a16="http://schemas.microsoft.com/office/drawing/2014/main" id="{9A1DA899-EDFF-418F-A1F9-CCC71C1B059F}"/>
              </a:ext>
            </a:extLst>
          </p:cNvPr>
          <p:cNvSpPr>
            <a:spLocks xmlns:a="http://schemas.openxmlformats.org/drawingml/2006/main" noGrp="1"/>
          </p:cNvSpPr>
          <p:nvPr/>
        </p:nvSpPr>
        <p:spPr>
          <a:xfrm xmlns:a="http://schemas.openxmlformats.org/drawingml/2006/main">
            <a:off x="7239000" y="1571625"/>
            <a:ext cx="4000500" cy="2333625"/>
          </a:xfrm>
          <a:prstGeom xmlns:a="http://schemas.openxmlformats.org/drawingml/2006/main" prst="roundRect">
            <a:avLst>
              <a:gd name="adj" fmla="val 3265"/>
            </a:avLst>
          </a:prstGeom>
          <a:solidFill xmlns:a="http://schemas.openxmlformats.org/drawingml/2006/main">
            <a:srgbClr val="EAF4F5"/>
          </a:solidFill>
          <a:ln xmlns:a="http://schemas.openxmlformats.org/drawingml/2006/main" w="14288">
            <a:solidFill>
              <a:srgbClr val="087F8C"/>
            </a:solidFill>
            <a:prstDash val="solid"/>
          </a:ln>
        </p:spPr>
      </p:sp>
      <p:sp>
        <p:nvSpPr>
          <p:cNvPr id="9" name="">
            <a:extLst xmlns:a="http://schemas.openxmlformats.org/drawingml/2006/main">
              <a:ext uri="{FF2B5EF4-FFF2-40B4-BE49-F238E27FC236}">
                <a16:creationId xmlns:a16="http://schemas.microsoft.com/office/drawing/2014/main" id="{D1206335-DE97-4F44-B41A-CDFBC14F19D1}"/>
              </a:ext>
            </a:extLst>
          </p:cNvPr>
          <p:cNvSpPr>
            <a:spLocks xmlns:a="http://schemas.openxmlformats.org/drawingml/2006/main" noGrp="1"/>
          </p:cNvSpPr>
          <p:nvPr/>
        </p:nvSpPr>
        <p:spPr>
          <a:xfrm xmlns:a="http://schemas.openxmlformats.org/drawingml/2006/main">
            <a:off x="7353300" y="1647825"/>
            <a:ext cx="3771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7324D"/>
                </a:solidFill>
                <a:latin typeface="Arial"/>
                <a:ea typeface="Arial"/>
                <a:cs typeface="Arial"/>
              </a:defRPr>
            </a:defPPr>
            <a:lvl1pPr algn="ctr">
              <a:buNone/>
              <a:defRPr sz="1725" b="1">
                <a:solidFill>
                  <a:srgbClr val="17324D"/>
                </a:solidFill>
                <a:latin typeface="Arial"/>
                <a:ea typeface="Arial"/>
                <a:cs typeface="Arial"/>
              </a:defRPr>
            </a:lvl1pPr>
            <a:lvl2pPr algn="ctr">
              <a:buNone/>
              <a:defRPr sz="1725" b="1">
                <a:solidFill>
                  <a:srgbClr val="17324D"/>
                </a:solidFill>
                <a:latin typeface="Arial"/>
                <a:ea typeface="Arial"/>
                <a:cs typeface="Arial"/>
              </a:defRPr>
            </a:lvl2pPr>
            <a:lvl3pPr algn="ctr">
              <a:buNone/>
              <a:defRPr sz="1725" b="1">
                <a:solidFill>
                  <a:srgbClr val="17324D"/>
                </a:solidFill>
                <a:latin typeface="Arial"/>
                <a:ea typeface="Arial"/>
                <a:cs typeface="Arial"/>
              </a:defRPr>
            </a:lvl3pPr>
            <a:lvl4pPr algn="ctr">
              <a:buNone/>
              <a:defRPr sz="1725" b="1">
                <a:solidFill>
                  <a:srgbClr val="17324D"/>
                </a:solidFill>
                <a:latin typeface="Arial"/>
                <a:ea typeface="Arial"/>
                <a:cs typeface="Arial"/>
              </a:defRPr>
            </a:lvl4pPr>
            <a:lvl5pPr algn="ctr">
              <a:buNone/>
              <a:defRPr sz="1725" b="1">
                <a:solidFill>
                  <a:srgbClr val="17324D"/>
                </a:solidFill>
                <a:latin typeface="Arial"/>
                <a:ea typeface="Arial"/>
                <a:cs typeface="Arial"/>
              </a:defRPr>
            </a:lvl5pPr>
            <a:lvl6pPr algn="ctr">
              <a:buNone/>
              <a:defRPr sz="1725" b="1">
                <a:solidFill>
                  <a:srgbClr val="17324D"/>
                </a:solidFill>
                <a:latin typeface="Arial"/>
                <a:ea typeface="Arial"/>
                <a:cs typeface="Arial"/>
              </a:defRPr>
            </a:lvl6pPr>
            <a:lvl7pPr algn="ctr">
              <a:buNone/>
              <a:defRPr sz="1725" b="1">
                <a:solidFill>
                  <a:srgbClr val="17324D"/>
                </a:solidFill>
                <a:latin typeface="Arial"/>
                <a:ea typeface="Arial"/>
                <a:cs typeface="Arial"/>
              </a:defRPr>
            </a:lvl7pPr>
            <a:lvl8pPr algn="ctr">
              <a:buNone/>
              <a:defRPr sz="1725" b="1">
                <a:solidFill>
                  <a:srgbClr val="17324D"/>
                </a:solidFill>
                <a:latin typeface="Arial"/>
                <a:ea typeface="Arial"/>
                <a:cs typeface="Arial"/>
              </a:defRPr>
            </a:lvl8pPr>
            <a:lvl9pPr algn="ctr">
              <a:buNone/>
              <a:defRPr sz="1725" b="1">
                <a:solidFill>
                  <a:srgbClr val="17324D"/>
                </a:solidFill>
                <a:latin typeface="Arial"/>
                <a:ea typeface="Arial"/>
                <a:cs typeface="Arial"/>
              </a:defRPr>
            </a:lvl9pPr>
          </a:lstStyle>
          <a:p xmlns:a="http://schemas.openxmlformats.org/drawingml/2006/main">
            <a:pPr algn="ctr">
              <a:buNone/>
              <a:defRPr sz="1725" b="1">
                <a:solidFill>
                  <a:srgbClr val="17324D"/>
                </a:solidFill>
                <a:latin typeface="Arial"/>
                <a:ea typeface="Arial"/>
                <a:cs typeface="Arial"/>
              </a:defRPr>
            </a:pPr>
            <a:r>
              <a:rPr sz="1725" b="1">
                <a:solidFill>
                  <a:srgbClr val="17324D"/>
                </a:solidFill>
                <a:latin typeface="Arial"/>
                <a:ea typeface="Arial"/>
                <a:cs typeface="Arial"/>
              </a:rPr>
              <a:t>CNN · EP2</a:t>
            </a:r>
          </a:p>
        </p:txBody>
      </p:sp>
      <p:sp>
        <p:nvSpPr>
          <p:cNvPr id="10" name="">
            <a:extLst xmlns:a="http://schemas.openxmlformats.org/drawingml/2006/main">
              <a:ext uri="{FF2B5EF4-FFF2-40B4-BE49-F238E27FC236}">
                <a16:creationId xmlns:a16="http://schemas.microsoft.com/office/drawing/2014/main" id="{ABBFADC5-D147-4643-AA65-98A584CD11B6}"/>
              </a:ext>
            </a:extLst>
          </p:cNvPr>
          <p:cNvSpPr>
            <a:spLocks xmlns:a="http://schemas.openxmlformats.org/drawingml/2006/main" noGrp="1"/>
          </p:cNvSpPr>
          <p:nvPr/>
        </p:nvSpPr>
        <p:spPr>
          <a:xfrm xmlns:a="http://schemas.openxmlformats.org/drawingml/2006/main">
            <a:off x="7353300" y="2019300"/>
            <a:ext cx="37719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4E5C68"/>
                </a:solidFill>
                <a:latin typeface="Arial"/>
                <a:ea typeface="Arial"/>
                <a:cs typeface="Arial"/>
              </a:defRPr>
            </a:defPPr>
            <a:lvl1pPr algn="ctr">
              <a:buNone/>
              <a:defRPr sz="1350" b="0">
                <a:solidFill>
                  <a:srgbClr val="4E5C68"/>
                </a:solidFill>
                <a:latin typeface="Arial"/>
                <a:ea typeface="Arial"/>
                <a:cs typeface="Arial"/>
              </a:defRPr>
            </a:lvl1pPr>
            <a:lvl2pPr algn="ctr">
              <a:buNone/>
              <a:defRPr sz="1350" b="0">
                <a:solidFill>
                  <a:srgbClr val="4E5C68"/>
                </a:solidFill>
                <a:latin typeface="Arial"/>
                <a:ea typeface="Arial"/>
                <a:cs typeface="Arial"/>
              </a:defRPr>
            </a:lvl2pPr>
            <a:lvl3pPr algn="ctr">
              <a:buNone/>
              <a:defRPr sz="1350" b="0">
                <a:solidFill>
                  <a:srgbClr val="4E5C68"/>
                </a:solidFill>
                <a:latin typeface="Arial"/>
                <a:ea typeface="Arial"/>
                <a:cs typeface="Arial"/>
              </a:defRPr>
            </a:lvl3pPr>
            <a:lvl4pPr algn="ctr">
              <a:buNone/>
              <a:defRPr sz="1350" b="0">
                <a:solidFill>
                  <a:srgbClr val="4E5C68"/>
                </a:solidFill>
                <a:latin typeface="Arial"/>
                <a:ea typeface="Arial"/>
                <a:cs typeface="Arial"/>
              </a:defRPr>
            </a:lvl4pPr>
            <a:lvl5pPr algn="ctr">
              <a:buNone/>
              <a:defRPr sz="1350" b="0">
                <a:solidFill>
                  <a:srgbClr val="4E5C68"/>
                </a:solidFill>
                <a:latin typeface="Arial"/>
                <a:ea typeface="Arial"/>
                <a:cs typeface="Arial"/>
              </a:defRPr>
            </a:lvl5pPr>
            <a:lvl6pPr algn="ctr">
              <a:buNone/>
              <a:defRPr sz="1350" b="0">
                <a:solidFill>
                  <a:srgbClr val="4E5C68"/>
                </a:solidFill>
                <a:latin typeface="Arial"/>
                <a:ea typeface="Arial"/>
                <a:cs typeface="Arial"/>
              </a:defRPr>
            </a:lvl6pPr>
            <a:lvl7pPr algn="ctr">
              <a:buNone/>
              <a:defRPr sz="1350" b="0">
                <a:solidFill>
                  <a:srgbClr val="4E5C68"/>
                </a:solidFill>
                <a:latin typeface="Arial"/>
                <a:ea typeface="Arial"/>
                <a:cs typeface="Arial"/>
              </a:defRPr>
            </a:lvl7pPr>
            <a:lvl8pPr algn="ctr">
              <a:buNone/>
              <a:defRPr sz="1350" b="0">
                <a:solidFill>
                  <a:srgbClr val="4E5C68"/>
                </a:solidFill>
                <a:latin typeface="Arial"/>
                <a:ea typeface="Arial"/>
                <a:cs typeface="Arial"/>
              </a:defRPr>
            </a:lvl8pPr>
            <a:lvl9pPr algn="ctr">
              <a:buNone/>
              <a:defRPr sz="1350" b="0">
                <a:solidFill>
                  <a:srgbClr val="4E5C68"/>
                </a:solidFill>
                <a:latin typeface="Arial"/>
                <a:ea typeface="Arial"/>
                <a:cs typeface="Arial"/>
              </a:defRPr>
            </a:lvl9pPr>
          </a:lstStyle>
          <a:p xmlns:a="http://schemas.openxmlformats.org/drawingml/2006/main">
            <a:pPr algn="ctr">
              <a:buNone/>
              <a:defRPr sz="1350" b="0">
                <a:solidFill>
                  <a:srgbClr val="4E5C68"/>
                </a:solidFill>
                <a:latin typeface="Arial"/>
                <a:ea typeface="Arial"/>
                <a:cs typeface="Arial"/>
              </a:defRPr>
            </a:pPr>
            <a:r>
              <a:rPr sz="1350" b="0">
                <a:solidFill>
                  <a:srgbClr val="4E5C68"/>
                </a:solidFill>
                <a:latin typeface="Arial"/>
                <a:ea typeface="Arial"/>
                <a:cs typeface="Arial"/>
              </a:rPr>
              <a:t>Entrada: tensor 28 × 28 × 1</a:t>
            </a:r>
          </a:p>
          <a:p xmlns:a="http://schemas.openxmlformats.org/drawingml/2006/main">
            <a:pPr algn="ctr">
              <a:buNone/>
              <a:defRPr sz="1350" b="0">
                <a:solidFill>
                  <a:srgbClr val="4E5C68"/>
                </a:solidFill>
                <a:latin typeface="Arial"/>
                <a:ea typeface="Arial"/>
                <a:cs typeface="Arial"/>
              </a:defRPr>
            </a:pPr>
            <a:r>
              <a:rPr sz="1350" b="0">
                <a:solidFill>
                  <a:srgbClr val="4E5C68"/>
                </a:solidFill>
                <a:latin typeface="Arial"/>
                <a:ea typeface="Arial"/>
                <a:cs typeface="Arial"/>
              </a:rPr>
              <a:t>Filtros locales + pooling</a:t>
            </a:r>
          </a:p>
          <a:p xmlns:a="http://schemas.openxmlformats.org/drawingml/2006/main">
            <a:pPr algn="ctr">
              <a:buNone/>
              <a:defRPr sz="1350" b="0">
                <a:solidFill>
                  <a:srgbClr val="4E5C68"/>
                </a:solidFill>
                <a:latin typeface="Arial"/>
                <a:ea typeface="Arial"/>
                <a:cs typeface="Arial"/>
              </a:defRPr>
            </a:pPr>
            <a:r>
              <a:rPr sz="1350" b="0">
                <a:solidFill>
                  <a:srgbClr val="4E5C68"/>
                </a:solidFill>
                <a:latin typeface="Arial"/>
                <a:ea typeface="Arial"/>
                <a:cs typeface="Arial"/>
              </a:rPr>
              <a:t>243.352 parámetros</a:t>
            </a:r>
          </a:p>
        </p:txBody>
      </p:sp>
      <p:sp>
        <p:nvSpPr>
          <p:cNvPr id="11" name="">
            <a:extLst xmlns:a="http://schemas.openxmlformats.org/drawingml/2006/main">
              <a:ext uri="{FF2B5EF4-FFF2-40B4-BE49-F238E27FC236}">
                <a16:creationId xmlns:a16="http://schemas.microsoft.com/office/drawing/2014/main" id="{EEB365A8-6109-45F2-A229-C1A3E564FAC5}"/>
              </a:ext>
            </a:extLst>
          </p:cNvPr>
          <p:cNvSpPr>
            <a:spLocks xmlns:a="http://schemas.openxmlformats.org/drawingml/2006/main" noGrp="1"/>
          </p:cNvSpPr>
          <p:nvPr/>
        </p:nvSpPr>
        <p:spPr>
          <a:xfrm xmlns:a="http://schemas.openxmlformats.org/drawingml/2006/main">
            <a:off x="762000" y="44291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087F8C"/>
                </a:solidFill>
                <a:latin typeface="Arial"/>
                <a:ea typeface="Arial"/>
                <a:cs typeface="Arial"/>
              </a:defRPr>
            </a:defPPr>
            <a:lvl1pPr algn="l">
              <a:buNone/>
              <a:defRPr sz="2175" b="1">
                <a:solidFill>
                  <a:srgbClr val="087F8C"/>
                </a:solidFill>
                <a:latin typeface="Arial"/>
                <a:ea typeface="Arial"/>
                <a:cs typeface="Arial"/>
              </a:defRPr>
            </a:lvl1pPr>
            <a:lvl2pPr algn="l">
              <a:buNone/>
              <a:defRPr sz="2175" b="1">
                <a:solidFill>
                  <a:srgbClr val="087F8C"/>
                </a:solidFill>
                <a:latin typeface="Arial"/>
                <a:ea typeface="Arial"/>
                <a:cs typeface="Arial"/>
              </a:defRPr>
            </a:lvl2pPr>
            <a:lvl3pPr algn="l">
              <a:buNone/>
              <a:defRPr sz="2175" b="1">
                <a:solidFill>
                  <a:srgbClr val="087F8C"/>
                </a:solidFill>
                <a:latin typeface="Arial"/>
                <a:ea typeface="Arial"/>
                <a:cs typeface="Arial"/>
              </a:defRPr>
            </a:lvl3pPr>
            <a:lvl4pPr algn="l">
              <a:buNone/>
              <a:defRPr sz="2175" b="1">
                <a:solidFill>
                  <a:srgbClr val="087F8C"/>
                </a:solidFill>
                <a:latin typeface="Arial"/>
                <a:ea typeface="Arial"/>
                <a:cs typeface="Arial"/>
              </a:defRPr>
            </a:lvl4pPr>
            <a:lvl5pPr algn="l">
              <a:buNone/>
              <a:defRPr sz="2175" b="1">
                <a:solidFill>
                  <a:srgbClr val="087F8C"/>
                </a:solidFill>
                <a:latin typeface="Arial"/>
                <a:ea typeface="Arial"/>
                <a:cs typeface="Arial"/>
              </a:defRPr>
            </a:lvl5pPr>
            <a:lvl6pPr algn="l">
              <a:buNone/>
              <a:defRPr sz="2175" b="1">
                <a:solidFill>
                  <a:srgbClr val="087F8C"/>
                </a:solidFill>
                <a:latin typeface="Arial"/>
                <a:ea typeface="Arial"/>
                <a:cs typeface="Arial"/>
              </a:defRPr>
            </a:lvl6pPr>
            <a:lvl7pPr algn="l">
              <a:buNone/>
              <a:defRPr sz="2175" b="1">
                <a:solidFill>
                  <a:srgbClr val="087F8C"/>
                </a:solidFill>
                <a:latin typeface="Arial"/>
                <a:ea typeface="Arial"/>
                <a:cs typeface="Arial"/>
              </a:defRPr>
            </a:lvl7pPr>
            <a:lvl8pPr algn="l">
              <a:buNone/>
              <a:defRPr sz="2175" b="1">
                <a:solidFill>
                  <a:srgbClr val="087F8C"/>
                </a:solidFill>
                <a:latin typeface="Arial"/>
                <a:ea typeface="Arial"/>
                <a:cs typeface="Arial"/>
              </a:defRPr>
            </a:lvl8pPr>
            <a:lvl9pPr algn="l">
              <a:buNone/>
              <a:defRPr sz="2175" b="1">
                <a:solidFill>
                  <a:srgbClr val="087F8C"/>
                </a:solidFill>
                <a:latin typeface="Arial"/>
                <a:ea typeface="Arial"/>
                <a:cs typeface="Arial"/>
              </a:defRPr>
            </a:lvl9pPr>
          </a:lstStyle>
          <a:p xmlns:a="http://schemas.openxmlformats.org/drawingml/2006/main">
            <a:pPr algn="l">
              <a:buNone/>
              <a:defRPr sz="2175" b="1">
                <a:solidFill>
                  <a:srgbClr val="087F8C"/>
                </a:solidFill>
                <a:latin typeface="Arial"/>
                <a:ea typeface="Arial"/>
                <a:cs typeface="Arial"/>
              </a:defRPr>
            </a:pPr>
            <a:r>
              <a:rPr sz="2175" b="1">
                <a:solidFill>
                  <a:srgbClr val="087F8C"/>
                </a:solidFill>
                <a:latin typeface="Arial"/>
                <a:ea typeface="Arial"/>
                <a:cs typeface="Arial"/>
              </a:rPr>
              <a:t>Se mantiene</a:t>
            </a:r>
          </a:p>
        </p:txBody>
      </p:sp>
      <p:sp>
        <p:nvSpPr>
          <p:cNvPr id="12" name="">
            <a:extLst xmlns:a="http://schemas.openxmlformats.org/drawingml/2006/main">
              <a:ext uri="{FF2B5EF4-FFF2-40B4-BE49-F238E27FC236}">
                <a16:creationId xmlns:a16="http://schemas.microsoft.com/office/drawing/2014/main" id="{8FDAE007-18BC-43D0-A080-284B2EB48E7B}"/>
              </a:ext>
            </a:extLst>
          </p:cNvPr>
          <p:cNvSpPr>
            <a:spLocks xmlns:a="http://schemas.openxmlformats.org/drawingml/2006/main" noGrp="1"/>
          </p:cNvSpPr>
          <p:nvPr/>
        </p:nvSpPr>
        <p:spPr>
          <a:xfrm xmlns:a="http://schemas.openxmlformats.org/drawingml/2006/main">
            <a:off x="762000" y="48768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0">
                <a:solidFill>
                  <a:srgbClr val="263746"/>
                </a:solidFill>
                <a:latin typeface="Arial"/>
                <a:ea typeface="Arial"/>
                <a:cs typeface="Arial"/>
              </a:defRPr>
            </a:defPPr>
            <a:lvl1pPr algn="l">
              <a:buNone/>
              <a:defRPr sz="1725" b="0">
                <a:solidFill>
                  <a:srgbClr val="263746"/>
                </a:solidFill>
                <a:latin typeface="Arial"/>
                <a:ea typeface="Arial"/>
                <a:cs typeface="Arial"/>
              </a:defRPr>
            </a:lvl1pPr>
            <a:lvl2pPr algn="l">
              <a:buNone/>
              <a:defRPr sz="1725" b="0">
                <a:solidFill>
                  <a:srgbClr val="263746"/>
                </a:solidFill>
                <a:latin typeface="Arial"/>
                <a:ea typeface="Arial"/>
                <a:cs typeface="Arial"/>
              </a:defRPr>
            </a:lvl2pPr>
            <a:lvl3pPr algn="l">
              <a:buNone/>
              <a:defRPr sz="1725" b="0">
                <a:solidFill>
                  <a:srgbClr val="263746"/>
                </a:solidFill>
                <a:latin typeface="Arial"/>
                <a:ea typeface="Arial"/>
                <a:cs typeface="Arial"/>
              </a:defRPr>
            </a:lvl3pPr>
            <a:lvl4pPr algn="l">
              <a:buNone/>
              <a:defRPr sz="1725" b="0">
                <a:solidFill>
                  <a:srgbClr val="263746"/>
                </a:solidFill>
                <a:latin typeface="Arial"/>
                <a:ea typeface="Arial"/>
                <a:cs typeface="Arial"/>
              </a:defRPr>
            </a:lvl4pPr>
            <a:lvl5pPr algn="l">
              <a:buNone/>
              <a:defRPr sz="1725" b="0">
                <a:solidFill>
                  <a:srgbClr val="263746"/>
                </a:solidFill>
                <a:latin typeface="Arial"/>
                <a:ea typeface="Arial"/>
                <a:cs typeface="Arial"/>
              </a:defRPr>
            </a:lvl5pPr>
            <a:lvl6pPr algn="l">
              <a:buNone/>
              <a:defRPr sz="1725" b="0">
                <a:solidFill>
                  <a:srgbClr val="263746"/>
                </a:solidFill>
                <a:latin typeface="Arial"/>
                <a:ea typeface="Arial"/>
                <a:cs typeface="Arial"/>
              </a:defRPr>
            </a:lvl6pPr>
            <a:lvl7pPr algn="l">
              <a:buNone/>
              <a:defRPr sz="1725" b="0">
                <a:solidFill>
                  <a:srgbClr val="263746"/>
                </a:solidFill>
                <a:latin typeface="Arial"/>
                <a:ea typeface="Arial"/>
                <a:cs typeface="Arial"/>
              </a:defRPr>
            </a:lvl7pPr>
            <a:lvl8pPr algn="l">
              <a:buNone/>
              <a:defRPr sz="1725" b="0">
                <a:solidFill>
                  <a:srgbClr val="263746"/>
                </a:solidFill>
                <a:latin typeface="Arial"/>
                <a:ea typeface="Arial"/>
                <a:cs typeface="Arial"/>
              </a:defRPr>
            </a:lvl8pPr>
            <a:lvl9pPr algn="l">
              <a:buNone/>
              <a:defRPr sz="1725" b="0">
                <a:solidFill>
                  <a:srgbClr val="263746"/>
                </a:solidFill>
                <a:latin typeface="Arial"/>
                <a:ea typeface="Arial"/>
                <a:cs typeface="Arial"/>
              </a:defRPr>
            </a:lvl9pPr>
          </a:lstStyle>
          <a:p xmlns:a="http://schemas.openxmlformats.org/drawingml/2006/main">
            <a:pPr algn="l">
              <a:buNone/>
              <a:defRPr sz="1725" b="0">
                <a:solidFill>
                  <a:srgbClr val="263746"/>
                </a:solidFill>
                <a:latin typeface="Arial"/>
                <a:ea typeface="Arial"/>
                <a:cs typeface="Arial"/>
              </a:defRPr>
            </a:pPr>
            <a:r>
              <a:rPr sz="1725" b="0">
                <a:solidFill>
                  <a:srgbClr val="263746"/>
                </a:solidFill>
                <a:latin typeface="Arial"/>
                <a:ea typeface="Arial"/>
                <a:cs typeface="Arial"/>
              </a:rPr>
              <a:t>Dataset, 24 clases, particiones y semilla 42</a:t>
            </a:r>
          </a:p>
        </p:txBody>
      </p:sp>
      <p:sp>
        <p:nvSpPr>
          <p:cNvPr id="13" name="">
            <a:extLst xmlns:a="http://schemas.openxmlformats.org/drawingml/2006/main">
              <a:ext uri="{FF2B5EF4-FFF2-40B4-BE49-F238E27FC236}">
                <a16:creationId xmlns:a16="http://schemas.microsoft.com/office/drawing/2014/main" id="{6AB42048-96BB-4A02-BB6A-B1371C8B6818}"/>
              </a:ext>
            </a:extLst>
          </p:cNvPr>
          <p:cNvSpPr>
            <a:spLocks xmlns:a="http://schemas.openxmlformats.org/drawingml/2006/main" noGrp="1"/>
          </p:cNvSpPr>
          <p:nvPr/>
        </p:nvSpPr>
        <p:spPr>
          <a:xfrm xmlns:a="http://schemas.openxmlformats.org/drawingml/2006/main">
            <a:off x="6429375" y="44291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087F8C"/>
                </a:solidFill>
                <a:latin typeface="Arial"/>
                <a:ea typeface="Arial"/>
                <a:cs typeface="Arial"/>
              </a:defRPr>
            </a:defPPr>
            <a:lvl1pPr algn="l">
              <a:buNone/>
              <a:defRPr sz="2175" b="1">
                <a:solidFill>
                  <a:srgbClr val="087F8C"/>
                </a:solidFill>
                <a:latin typeface="Arial"/>
                <a:ea typeface="Arial"/>
                <a:cs typeface="Arial"/>
              </a:defRPr>
            </a:lvl1pPr>
            <a:lvl2pPr algn="l">
              <a:buNone/>
              <a:defRPr sz="2175" b="1">
                <a:solidFill>
                  <a:srgbClr val="087F8C"/>
                </a:solidFill>
                <a:latin typeface="Arial"/>
                <a:ea typeface="Arial"/>
                <a:cs typeface="Arial"/>
              </a:defRPr>
            </a:lvl2pPr>
            <a:lvl3pPr algn="l">
              <a:buNone/>
              <a:defRPr sz="2175" b="1">
                <a:solidFill>
                  <a:srgbClr val="087F8C"/>
                </a:solidFill>
                <a:latin typeface="Arial"/>
                <a:ea typeface="Arial"/>
                <a:cs typeface="Arial"/>
              </a:defRPr>
            </a:lvl3pPr>
            <a:lvl4pPr algn="l">
              <a:buNone/>
              <a:defRPr sz="2175" b="1">
                <a:solidFill>
                  <a:srgbClr val="087F8C"/>
                </a:solidFill>
                <a:latin typeface="Arial"/>
                <a:ea typeface="Arial"/>
                <a:cs typeface="Arial"/>
              </a:defRPr>
            </a:lvl4pPr>
            <a:lvl5pPr algn="l">
              <a:buNone/>
              <a:defRPr sz="2175" b="1">
                <a:solidFill>
                  <a:srgbClr val="087F8C"/>
                </a:solidFill>
                <a:latin typeface="Arial"/>
                <a:ea typeface="Arial"/>
                <a:cs typeface="Arial"/>
              </a:defRPr>
            </a:lvl5pPr>
            <a:lvl6pPr algn="l">
              <a:buNone/>
              <a:defRPr sz="2175" b="1">
                <a:solidFill>
                  <a:srgbClr val="087F8C"/>
                </a:solidFill>
                <a:latin typeface="Arial"/>
                <a:ea typeface="Arial"/>
                <a:cs typeface="Arial"/>
              </a:defRPr>
            </a:lvl6pPr>
            <a:lvl7pPr algn="l">
              <a:buNone/>
              <a:defRPr sz="2175" b="1">
                <a:solidFill>
                  <a:srgbClr val="087F8C"/>
                </a:solidFill>
                <a:latin typeface="Arial"/>
                <a:ea typeface="Arial"/>
                <a:cs typeface="Arial"/>
              </a:defRPr>
            </a:lvl7pPr>
            <a:lvl8pPr algn="l">
              <a:buNone/>
              <a:defRPr sz="2175" b="1">
                <a:solidFill>
                  <a:srgbClr val="087F8C"/>
                </a:solidFill>
                <a:latin typeface="Arial"/>
                <a:ea typeface="Arial"/>
                <a:cs typeface="Arial"/>
              </a:defRPr>
            </a:lvl8pPr>
            <a:lvl9pPr algn="l">
              <a:buNone/>
              <a:defRPr sz="2175" b="1">
                <a:solidFill>
                  <a:srgbClr val="087F8C"/>
                </a:solidFill>
                <a:latin typeface="Arial"/>
                <a:ea typeface="Arial"/>
                <a:cs typeface="Arial"/>
              </a:defRPr>
            </a:lvl9pPr>
          </a:lstStyle>
          <a:p xmlns:a="http://schemas.openxmlformats.org/drawingml/2006/main">
            <a:pPr algn="l">
              <a:buNone/>
              <a:defRPr sz="2175" b="1">
                <a:solidFill>
                  <a:srgbClr val="087F8C"/>
                </a:solidFill>
                <a:latin typeface="Arial"/>
                <a:ea typeface="Arial"/>
                <a:cs typeface="Arial"/>
              </a:defRPr>
            </a:pPr>
            <a:r>
              <a:rPr sz="2175" b="1">
                <a:solidFill>
                  <a:srgbClr val="087F8C"/>
                </a:solidFill>
                <a:latin typeface="Arial"/>
                <a:ea typeface="Arial"/>
                <a:cs typeface="Arial"/>
              </a:rPr>
              <a:t>Se adapta</a:t>
            </a:r>
          </a:p>
        </p:txBody>
      </p:sp>
      <p:sp>
        <p:nvSpPr>
          <p:cNvPr id="14" name="">
            <a:extLst xmlns:a="http://schemas.openxmlformats.org/drawingml/2006/main">
              <a:ext uri="{FF2B5EF4-FFF2-40B4-BE49-F238E27FC236}">
                <a16:creationId xmlns:a16="http://schemas.microsoft.com/office/drawing/2014/main" id="{2DDDE840-0AAF-42D2-9FFD-D7440D0E7A3D}"/>
              </a:ext>
            </a:extLst>
          </p:cNvPr>
          <p:cNvSpPr>
            <a:spLocks xmlns:a="http://schemas.openxmlformats.org/drawingml/2006/main" noGrp="1"/>
          </p:cNvSpPr>
          <p:nvPr/>
        </p:nvSpPr>
        <p:spPr>
          <a:xfrm xmlns:a="http://schemas.openxmlformats.org/drawingml/2006/main">
            <a:off x="6429375" y="4876800"/>
            <a:ext cx="4810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0">
                <a:solidFill>
                  <a:srgbClr val="263746"/>
                </a:solidFill>
                <a:latin typeface="Arial"/>
                <a:ea typeface="Arial"/>
                <a:cs typeface="Arial"/>
              </a:defRPr>
            </a:defPPr>
            <a:lvl1pPr algn="l">
              <a:buNone/>
              <a:defRPr sz="1725" b="0">
                <a:solidFill>
                  <a:srgbClr val="263746"/>
                </a:solidFill>
                <a:latin typeface="Arial"/>
                <a:ea typeface="Arial"/>
                <a:cs typeface="Arial"/>
              </a:defRPr>
            </a:lvl1pPr>
            <a:lvl2pPr algn="l">
              <a:buNone/>
              <a:defRPr sz="1725" b="0">
                <a:solidFill>
                  <a:srgbClr val="263746"/>
                </a:solidFill>
                <a:latin typeface="Arial"/>
                <a:ea typeface="Arial"/>
                <a:cs typeface="Arial"/>
              </a:defRPr>
            </a:lvl2pPr>
            <a:lvl3pPr algn="l">
              <a:buNone/>
              <a:defRPr sz="1725" b="0">
                <a:solidFill>
                  <a:srgbClr val="263746"/>
                </a:solidFill>
                <a:latin typeface="Arial"/>
                <a:ea typeface="Arial"/>
                <a:cs typeface="Arial"/>
              </a:defRPr>
            </a:lvl3pPr>
            <a:lvl4pPr algn="l">
              <a:buNone/>
              <a:defRPr sz="1725" b="0">
                <a:solidFill>
                  <a:srgbClr val="263746"/>
                </a:solidFill>
                <a:latin typeface="Arial"/>
                <a:ea typeface="Arial"/>
                <a:cs typeface="Arial"/>
              </a:defRPr>
            </a:lvl4pPr>
            <a:lvl5pPr algn="l">
              <a:buNone/>
              <a:defRPr sz="1725" b="0">
                <a:solidFill>
                  <a:srgbClr val="263746"/>
                </a:solidFill>
                <a:latin typeface="Arial"/>
                <a:ea typeface="Arial"/>
                <a:cs typeface="Arial"/>
              </a:defRPr>
            </a:lvl5pPr>
            <a:lvl6pPr algn="l">
              <a:buNone/>
              <a:defRPr sz="1725" b="0">
                <a:solidFill>
                  <a:srgbClr val="263746"/>
                </a:solidFill>
                <a:latin typeface="Arial"/>
                <a:ea typeface="Arial"/>
                <a:cs typeface="Arial"/>
              </a:defRPr>
            </a:lvl6pPr>
            <a:lvl7pPr algn="l">
              <a:buNone/>
              <a:defRPr sz="1725" b="0">
                <a:solidFill>
                  <a:srgbClr val="263746"/>
                </a:solidFill>
                <a:latin typeface="Arial"/>
                <a:ea typeface="Arial"/>
                <a:cs typeface="Arial"/>
              </a:defRPr>
            </a:lvl7pPr>
            <a:lvl8pPr algn="l">
              <a:buNone/>
              <a:defRPr sz="1725" b="0">
                <a:solidFill>
                  <a:srgbClr val="263746"/>
                </a:solidFill>
                <a:latin typeface="Arial"/>
                <a:ea typeface="Arial"/>
                <a:cs typeface="Arial"/>
              </a:defRPr>
            </a:lvl8pPr>
            <a:lvl9pPr algn="l">
              <a:buNone/>
              <a:defRPr sz="1725" b="0">
                <a:solidFill>
                  <a:srgbClr val="263746"/>
                </a:solidFill>
                <a:latin typeface="Arial"/>
                <a:ea typeface="Arial"/>
                <a:cs typeface="Arial"/>
              </a:defRPr>
            </a:lvl9pPr>
          </a:lstStyle>
          <a:p xmlns:a="http://schemas.openxmlformats.org/drawingml/2006/main">
            <a:pPr algn="l">
              <a:buNone/>
              <a:defRPr sz="1725" b="0">
                <a:solidFill>
                  <a:srgbClr val="263746"/>
                </a:solidFill>
                <a:latin typeface="Arial"/>
                <a:ea typeface="Arial"/>
                <a:cs typeface="Arial"/>
              </a:defRPr>
            </a:pPr>
            <a:r>
              <a:rPr sz="1725" b="0">
                <a:solidFill>
                  <a:srgbClr val="263746"/>
                </a:solidFill>
                <a:latin typeface="Arial"/>
                <a:ea typeface="Arial"/>
                <a:cs typeface="Arial"/>
              </a:rPr>
              <a:t>Formato de entrada y arquitectura para aprovechar la estructura espacial</a:t>
            </a:r>
          </a:p>
        </p:txBody>
      </p:sp>
      <p:sp>
        <p:nvSpPr>
          <p:cNvPr id="15" name="">
            <a:extLst xmlns:a="http://schemas.openxmlformats.org/drawingml/2006/main">
              <a:ext uri="{FF2B5EF4-FFF2-40B4-BE49-F238E27FC236}">
                <a16:creationId xmlns:a16="http://schemas.microsoft.com/office/drawing/2014/main" id="{067EBE0F-771E-40B1-844C-4C977C68EE2D}"/>
              </a:ext>
            </a:extLst>
          </p:cNvPr>
          <p:cNvSpPr>
            <a:spLocks xmlns:a="http://schemas.openxmlformats.org/drawingml/2006/main" noGrp="1"/>
          </p:cNvSpPr>
          <p:nvPr/>
        </p:nvSpPr>
        <p:spPr>
          <a:xfrm xmlns:a="http://schemas.openxmlformats.org/drawingml/2006/main">
            <a:off x="762000" y="5848350"/>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800" b="1">
                <a:solidFill>
                  <a:srgbClr val="4E5C68"/>
                </a:solidFill>
                <a:latin typeface="Arial"/>
                <a:ea typeface="Arial"/>
                <a:cs typeface="Arial"/>
              </a:defRPr>
            </a:defPPr>
            <a:lvl1pPr algn="ctr">
              <a:buNone/>
              <a:defRPr sz="1800" b="1">
                <a:solidFill>
                  <a:srgbClr val="4E5C68"/>
                </a:solidFill>
                <a:latin typeface="Arial"/>
                <a:ea typeface="Arial"/>
                <a:cs typeface="Arial"/>
              </a:defRPr>
            </a:lvl1pPr>
            <a:lvl2pPr algn="ctr">
              <a:buNone/>
              <a:defRPr sz="1800" b="1">
                <a:solidFill>
                  <a:srgbClr val="4E5C68"/>
                </a:solidFill>
                <a:latin typeface="Arial"/>
                <a:ea typeface="Arial"/>
                <a:cs typeface="Arial"/>
              </a:defRPr>
            </a:lvl2pPr>
            <a:lvl3pPr algn="ctr">
              <a:buNone/>
              <a:defRPr sz="1800" b="1">
                <a:solidFill>
                  <a:srgbClr val="4E5C68"/>
                </a:solidFill>
                <a:latin typeface="Arial"/>
                <a:ea typeface="Arial"/>
                <a:cs typeface="Arial"/>
              </a:defRPr>
            </a:lvl3pPr>
            <a:lvl4pPr algn="ctr">
              <a:buNone/>
              <a:defRPr sz="1800" b="1">
                <a:solidFill>
                  <a:srgbClr val="4E5C68"/>
                </a:solidFill>
                <a:latin typeface="Arial"/>
                <a:ea typeface="Arial"/>
                <a:cs typeface="Arial"/>
              </a:defRPr>
            </a:lvl4pPr>
            <a:lvl5pPr algn="ctr">
              <a:buNone/>
              <a:defRPr sz="1800" b="1">
                <a:solidFill>
                  <a:srgbClr val="4E5C68"/>
                </a:solidFill>
                <a:latin typeface="Arial"/>
                <a:ea typeface="Arial"/>
                <a:cs typeface="Arial"/>
              </a:defRPr>
            </a:lvl5pPr>
            <a:lvl6pPr algn="ctr">
              <a:buNone/>
              <a:defRPr sz="1800" b="1">
                <a:solidFill>
                  <a:srgbClr val="4E5C68"/>
                </a:solidFill>
                <a:latin typeface="Arial"/>
                <a:ea typeface="Arial"/>
                <a:cs typeface="Arial"/>
              </a:defRPr>
            </a:lvl6pPr>
            <a:lvl7pPr algn="ctr">
              <a:buNone/>
              <a:defRPr sz="1800" b="1">
                <a:solidFill>
                  <a:srgbClr val="4E5C68"/>
                </a:solidFill>
                <a:latin typeface="Arial"/>
                <a:ea typeface="Arial"/>
                <a:cs typeface="Arial"/>
              </a:defRPr>
            </a:lvl7pPr>
            <a:lvl8pPr algn="ctr">
              <a:buNone/>
              <a:defRPr sz="1800" b="1">
                <a:solidFill>
                  <a:srgbClr val="4E5C68"/>
                </a:solidFill>
                <a:latin typeface="Arial"/>
                <a:ea typeface="Arial"/>
                <a:cs typeface="Arial"/>
              </a:defRPr>
            </a:lvl8pPr>
            <a:lvl9pPr algn="ctr">
              <a:buNone/>
              <a:defRPr sz="1800" b="1">
                <a:solidFill>
                  <a:srgbClr val="4E5C68"/>
                </a:solidFill>
                <a:latin typeface="Arial"/>
                <a:ea typeface="Arial"/>
                <a:cs typeface="Arial"/>
              </a:defRPr>
            </a:lvl9pPr>
          </a:lstStyle>
          <a:p xmlns:a="http://schemas.openxmlformats.org/drawingml/2006/main">
            <a:pPr algn="ctr">
              <a:buNone/>
              <a:defRPr sz="1800" b="1">
                <a:solidFill>
                  <a:srgbClr val="4E5C68"/>
                </a:solidFill>
                <a:latin typeface="Arial"/>
                <a:ea typeface="Arial"/>
                <a:cs typeface="Arial"/>
              </a:defRPr>
            </a:pPr>
            <a:r>
              <a:rPr sz="1800" b="1">
                <a:solidFill>
                  <a:srgbClr val="4E5C68"/>
                </a:solidFill>
                <a:latin typeface="Arial"/>
                <a:ea typeface="Arial"/>
                <a:cs typeface="Arial"/>
              </a:rPr>
              <a:t>No se repite la limpieza de la EP1: se reutilizan los datos ya validados.</a:t>
            </a:r>
          </a:p>
        </p:txBody>
      </p:sp>
    </p:spTree>
    <p:extLst>
      <p:ext uri="{BB962C8B-B14F-4D97-AF65-F5344CB8AC3E}">
        <p14:creationId xmlns:p14="http://schemas.microsoft.com/office/powerpoint/2010/main" val="17977178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7D1E5CD-987D-4DB4-B538-726D4D51957C}"/>
              </a:ext>
            </a:extLst>
          </p:cNvPr>
          <p:cNvSpPr>
            <a:spLocks xmlns:a="http://schemas.openxmlformats.org/drawingml/2006/main" noGrp="1"/>
          </p:cNvSpPr>
          <p:nvPr/>
        </p:nvSpPr>
        <p:spPr>
          <a:xfrm xmlns:a="http://schemas.openxmlformats.org/drawingml/2006/main">
            <a:off x="609600" y="3238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7324D"/>
                </a:solidFill>
                <a:latin typeface="Arial"/>
                <a:ea typeface="Arial"/>
                <a:cs typeface="Arial"/>
              </a:defRPr>
            </a:defPPr>
            <a:lvl1pPr algn="l">
              <a:buNone/>
              <a:defRPr sz="3150" b="1">
                <a:solidFill>
                  <a:srgbClr val="17324D"/>
                </a:solidFill>
                <a:latin typeface="Arial"/>
                <a:ea typeface="Arial"/>
                <a:cs typeface="Arial"/>
              </a:defRPr>
            </a:lvl1pPr>
            <a:lvl2pPr algn="l">
              <a:buNone/>
              <a:defRPr sz="3150" b="1">
                <a:solidFill>
                  <a:srgbClr val="17324D"/>
                </a:solidFill>
                <a:latin typeface="Arial"/>
                <a:ea typeface="Arial"/>
                <a:cs typeface="Arial"/>
              </a:defRPr>
            </a:lvl2pPr>
            <a:lvl3pPr algn="l">
              <a:buNone/>
              <a:defRPr sz="3150" b="1">
                <a:solidFill>
                  <a:srgbClr val="17324D"/>
                </a:solidFill>
                <a:latin typeface="Arial"/>
                <a:ea typeface="Arial"/>
                <a:cs typeface="Arial"/>
              </a:defRPr>
            </a:lvl3pPr>
            <a:lvl4pPr algn="l">
              <a:buNone/>
              <a:defRPr sz="3150" b="1">
                <a:solidFill>
                  <a:srgbClr val="17324D"/>
                </a:solidFill>
                <a:latin typeface="Arial"/>
                <a:ea typeface="Arial"/>
                <a:cs typeface="Arial"/>
              </a:defRPr>
            </a:lvl4pPr>
            <a:lvl5pPr algn="l">
              <a:buNone/>
              <a:defRPr sz="3150" b="1">
                <a:solidFill>
                  <a:srgbClr val="17324D"/>
                </a:solidFill>
                <a:latin typeface="Arial"/>
                <a:ea typeface="Arial"/>
                <a:cs typeface="Arial"/>
              </a:defRPr>
            </a:lvl5pPr>
            <a:lvl6pPr algn="l">
              <a:buNone/>
              <a:defRPr sz="3150" b="1">
                <a:solidFill>
                  <a:srgbClr val="17324D"/>
                </a:solidFill>
                <a:latin typeface="Arial"/>
                <a:ea typeface="Arial"/>
                <a:cs typeface="Arial"/>
              </a:defRPr>
            </a:lvl6pPr>
            <a:lvl7pPr algn="l">
              <a:buNone/>
              <a:defRPr sz="3150" b="1">
                <a:solidFill>
                  <a:srgbClr val="17324D"/>
                </a:solidFill>
                <a:latin typeface="Arial"/>
                <a:ea typeface="Arial"/>
                <a:cs typeface="Arial"/>
              </a:defRPr>
            </a:lvl7pPr>
            <a:lvl8pPr algn="l">
              <a:buNone/>
              <a:defRPr sz="3150" b="1">
                <a:solidFill>
                  <a:srgbClr val="17324D"/>
                </a:solidFill>
                <a:latin typeface="Arial"/>
                <a:ea typeface="Arial"/>
                <a:cs typeface="Arial"/>
              </a:defRPr>
            </a:lvl8pPr>
            <a:lvl9pPr algn="l">
              <a:buNone/>
              <a:defRPr sz="3150" b="1">
                <a:solidFill>
                  <a:srgbClr val="17324D"/>
                </a:solidFill>
                <a:latin typeface="Arial"/>
                <a:ea typeface="Arial"/>
                <a:cs typeface="Arial"/>
              </a:defRPr>
            </a:lvl9pPr>
          </a:lstStyle>
          <a:p xmlns:a="http://schemas.openxmlformats.org/drawingml/2006/main">
            <a:pPr algn="l">
              <a:buNone/>
              <a:defRPr sz="3150" b="1">
                <a:solidFill>
                  <a:srgbClr val="17324D"/>
                </a:solidFill>
                <a:latin typeface="Arial"/>
                <a:ea typeface="Arial"/>
                <a:cs typeface="Arial"/>
              </a:defRPr>
            </a:pPr>
            <a:r>
              <a:rPr sz="3150" b="1">
                <a:solidFill>
                  <a:srgbClr val="17324D"/>
                </a:solidFill>
                <a:latin typeface="Arial"/>
                <a:ea typeface="Arial"/>
                <a:cs typeface="Arial"/>
              </a:rPr>
              <a:t>Preparación específica para la CNN</a:t>
            </a:r>
          </a:p>
        </p:txBody>
      </p:sp>
      <p:sp>
        <p:nvSpPr>
          <p:cNvPr id="2" name="">
            <a:extLst xmlns:a="http://schemas.openxmlformats.org/drawingml/2006/main">
              <a:ext uri="{FF2B5EF4-FFF2-40B4-BE49-F238E27FC236}">
                <a16:creationId xmlns:a16="http://schemas.microsoft.com/office/drawing/2014/main" id="{CC140B8B-CF98-4F7E-BBD0-5A56E52A2C78}"/>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0">
                <a:solidFill>
                  <a:srgbClr val="4E5C68"/>
                </a:solidFill>
                <a:latin typeface="Arial"/>
                <a:ea typeface="Arial"/>
                <a:cs typeface="Arial"/>
              </a:defRPr>
            </a:defPPr>
            <a:lvl1pPr algn="r">
              <a:buNone/>
              <a:defRPr sz="1200" b="0">
                <a:solidFill>
                  <a:srgbClr val="4E5C68"/>
                </a:solidFill>
                <a:latin typeface="Arial"/>
                <a:ea typeface="Arial"/>
                <a:cs typeface="Arial"/>
              </a:defRPr>
            </a:lvl1pPr>
            <a:lvl2pPr algn="r">
              <a:buNone/>
              <a:defRPr sz="1200" b="0">
                <a:solidFill>
                  <a:srgbClr val="4E5C68"/>
                </a:solidFill>
                <a:latin typeface="Arial"/>
                <a:ea typeface="Arial"/>
                <a:cs typeface="Arial"/>
              </a:defRPr>
            </a:lvl2pPr>
            <a:lvl3pPr algn="r">
              <a:buNone/>
              <a:defRPr sz="1200" b="0">
                <a:solidFill>
                  <a:srgbClr val="4E5C68"/>
                </a:solidFill>
                <a:latin typeface="Arial"/>
                <a:ea typeface="Arial"/>
                <a:cs typeface="Arial"/>
              </a:defRPr>
            </a:lvl3pPr>
            <a:lvl4pPr algn="r">
              <a:buNone/>
              <a:defRPr sz="1200" b="0">
                <a:solidFill>
                  <a:srgbClr val="4E5C68"/>
                </a:solidFill>
                <a:latin typeface="Arial"/>
                <a:ea typeface="Arial"/>
                <a:cs typeface="Arial"/>
              </a:defRPr>
            </a:lvl4pPr>
            <a:lvl5pPr algn="r">
              <a:buNone/>
              <a:defRPr sz="1200" b="0">
                <a:solidFill>
                  <a:srgbClr val="4E5C68"/>
                </a:solidFill>
                <a:latin typeface="Arial"/>
                <a:ea typeface="Arial"/>
                <a:cs typeface="Arial"/>
              </a:defRPr>
            </a:lvl5pPr>
            <a:lvl6pPr algn="r">
              <a:buNone/>
              <a:defRPr sz="1200" b="0">
                <a:solidFill>
                  <a:srgbClr val="4E5C68"/>
                </a:solidFill>
                <a:latin typeface="Arial"/>
                <a:ea typeface="Arial"/>
                <a:cs typeface="Arial"/>
              </a:defRPr>
            </a:lvl6pPr>
            <a:lvl7pPr algn="r">
              <a:buNone/>
              <a:defRPr sz="1200" b="0">
                <a:solidFill>
                  <a:srgbClr val="4E5C68"/>
                </a:solidFill>
                <a:latin typeface="Arial"/>
                <a:ea typeface="Arial"/>
                <a:cs typeface="Arial"/>
              </a:defRPr>
            </a:lvl7pPr>
            <a:lvl8pPr algn="r">
              <a:buNone/>
              <a:defRPr sz="1200" b="0">
                <a:solidFill>
                  <a:srgbClr val="4E5C68"/>
                </a:solidFill>
                <a:latin typeface="Arial"/>
                <a:ea typeface="Arial"/>
                <a:cs typeface="Arial"/>
              </a:defRPr>
            </a:lvl8pPr>
            <a:lvl9pPr algn="r">
              <a:buNone/>
              <a:defRPr sz="1200" b="0">
                <a:solidFill>
                  <a:srgbClr val="4E5C68"/>
                </a:solidFill>
                <a:latin typeface="Arial"/>
                <a:ea typeface="Arial"/>
                <a:cs typeface="Arial"/>
              </a:defRPr>
            </a:lvl9pPr>
          </a:lstStyle>
          <a:p xmlns:a="http://schemas.openxmlformats.org/drawingml/2006/main">
            <a:pPr algn="r">
              <a:buNone/>
              <a:defRPr sz="1200" b="0">
                <a:solidFill>
                  <a:srgbClr val="4E5C68"/>
                </a:solidFill>
                <a:latin typeface="Arial"/>
                <a:ea typeface="Arial"/>
                <a:cs typeface="Arial"/>
              </a:defRPr>
            </a:pPr>
            <a:r>
              <a:rPr sz="1200" b="0">
                <a:solidFill>
                  <a:srgbClr val="4E5C68"/>
                </a:solidFill>
                <a:latin typeface="Arial"/>
                <a:ea typeface="Arial"/>
                <a:cs typeface="Arial"/>
              </a:rPr>
              <a:t>3 / 10</a:t>
            </a:r>
          </a:p>
        </p:txBody>
      </p:sp>
      <p:sp>
        <p:nvSpPr>
          <p:cNvPr id="3" name="">
            <a:extLst xmlns:a="http://schemas.openxmlformats.org/drawingml/2006/main">
              <a:ext uri="{FF2B5EF4-FFF2-40B4-BE49-F238E27FC236}">
                <a16:creationId xmlns:a16="http://schemas.microsoft.com/office/drawing/2014/main" id="{26FE8CCA-62CC-4050-B173-36585ABD1394}"/>
              </a:ext>
            </a:extLst>
          </p:cNvPr>
          <p:cNvSpPr>
            <a:spLocks xmlns:a="http://schemas.openxmlformats.org/drawingml/2006/main" noGrp="1"/>
          </p:cNvSpPr>
          <p:nvPr/>
        </p:nvSpPr>
        <p:spPr>
          <a:xfrm xmlns:a="http://schemas.openxmlformats.org/drawingml/2006/main">
            <a:off x="609600" y="1571625"/>
            <a:ext cx="2095500" cy="1219200"/>
          </a:xfrm>
          <a:prstGeom xmlns:a="http://schemas.openxmlformats.org/drawingml/2006/main" prst="roundRect">
            <a:avLst>
              <a:gd name="adj" fmla="val 6250"/>
            </a:avLst>
          </a:prstGeom>
          <a:solidFill xmlns:a="http://schemas.openxmlformats.org/drawingml/2006/main">
            <a:srgbClr val="EAF4F5"/>
          </a:solidFill>
          <a:ln xmlns:a="http://schemas.openxmlformats.org/drawingml/2006/main" w="14288">
            <a:solidFill>
              <a:srgbClr val="087F8C"/>
            </a:solidFill>
            <a:prstDash val="solid"/>
          </a:ln>
        </p:spPr>
      </p:sp>
      <p:sp>
        <p:nvSpPr>
          <p:cNvPr id="4" name="">
            <a:extLst xmlns:a="http://schemas.openxmlformats.org/drawingml/2006/main">
              <a:ext uri="{FF2B5EF4-FFF2-40B4-BE49-F238E27FC236}">
                <a16:creationId xmlns:a16="http://schemas.microsoft.com/office/drawing/2014/main" id="{34CC2C00-0AC7-4AD9-86B1-0265BC8ED58A}"/>
              </a:ext>
            </a:extLst>
          </p:cNvPr>
          <p:cNvSpPr>
            <a:spLocks xmlns:a="http://schemas.openxmlformats.org/drawingml/2006/main" noGrp="1"/>
          </p:cNvSpPr>
          <p:nvPr/>
        </p:nvSpPr>
        <p:spPr>
          <a:xfrm xmlns:a="http://schemas.openxmlformats.org/drawingml/2006/main">
            <a:off x="723900" y="1647825"/>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7324D"/>
                </a:solidFill>
                <a:latin typeface="Arial"/>
                <a:ea typeface="Arial"/>
                <a:cs typeface="Arial"/>
              </a:defRPr>
            </a:defPPr>
            <a:lvl1pPr algn="ctr">
              <a:buNone/>
              <a:defRPr sz="1725" b="1">
                <a:solidFill>
                  <a:srgbClr val="17324D"/>
                </a:solidFill>
                <a:latin typeface="Arial"/>
                <a:ea typeface="Arial"/>
                <a:cs typeface="Arial"/>
              </a:defRPr>
            </a:lvl1pPr>
            <a:lvl2pPr algn="ctr">
              <a:buNone/>
              <a:defRPr sz="1725" b="1">
                <a:solidFill>
                  <a:srgbClr val="17324D"/>
                </a:solidFill>
                <a:latin typeface="Arial"/>
                <a:ea typeface="Arial"/>
                <a:cs typeface="Arial"/>
              </a:defRPr>
            </a:lvl2pPr>
            <a:lvl3pPr algn="ctr">
              <a:buNone/>
              <a:defRPr sz="1725" b="1">
                <a:solidFill>
                  <a:srgbClr val="17324D"/>
                </a:solidFill>
                <a:latin typeface="Arial"/>
                <a:ea typeface="Arial"/>
                <a:cs typeface="Arial"/>
              </a:defRPr>
            </a:lvl3pPr>
            <a:lvl4pPr algn="ctr">
              <a:buNone/>
              <a:defRPr sz="1725" b="1">
                <a:solidFill>
                  <a:srgbClr val="17324D"/>
                </a:solidFill>
                <a:latin typeface="Arial"/>
                <a:ea typeface="Arial"/>
                <a:cs typeface="Arial"/>
              </a:defRPr>
            </a:lvl4pPr>
            <a:lvl5pPr algn="ctr">
              <a:buNone/>
              <a:defRPr sz="1725" b="1">
                <a:solidFill>
                  <a:srgbClr val="17324D"/>
                </a:solidFill>
                <a:latin typeface="Arial"/>
                <a:ea typeface="Arial"/>
                <a:cs typeface="Arial"/>
              </a:defRPr>
            </a:lvl5pPr>
            <a:lvl6pPr algn="ctr">
              <a:buNone/>
              <a:defRPr sz="1725" b="1">
                <a:solidFill>
                  <a:srgbClr val="17324D"/>
                </a:solidFill>
                <a:latin typeface="Arial"/>
                <a:ea typeface="Arial"/>
                <a:cs typeface="Arial"/>
              </a:defRPr>
            </a:lvl6pPr>
            <a:lvl7pPr algn="ctr">
              <a:buNone/>
              <a:defRPr sz="1725" b="1">
                <a:solidFill>
                  <a:srgbClr val="17324D"/>
                </a:solidFill>
                <a:latin typeface="Arial"/>
                <a:ea typeface="Arial"/>
                <a:cs typeface="Arial"/>
              </a:defRPr>
            </a:lvl7pPr>
            <a:lvl8pPr algn="ctr">
              <a:buNone/>
              <a:defRPr sz="1725" b="1">
                <a:solidFill>
                  <a:srgbClr val="17324D"/>
                </a:solidFill>
                <a:latin typeface="Arial"/>
                <a:ea typeface="Arial"/>
                <a:cs typeface="Arial"/>
              </a:defRPr>
            </a:lvl8pPr>
            <a:lvl9pPr algn="ctr">
              <a:buNone/>
              <a:defRPr sz="1725" b="1">
                <a:solidFill>
                  <a:srgbClr val="17324D"/>
                </a:solidFill>
                <a:latin typeface="Arial"/>
                <a:ea typeface="Arial"/>
                <a:cs typeface="Arial"/>
              </a:defRPr>
            </a:lvl9pPr>
          </a:lstStyle>
          <a:p xmlns:a="http://schemas.openxmlformats.org/drawingml/2006/main">
            <a:pPr algn="ctr">
              <a:buNone/>
              <a:defRPr sz="1725" b="1">
                <a:solidFill>
                  <a:srgbClr val="17324D"/>
                </a:solidFill>
                <a:latin typeface="Arial"/>
                <a:ea typeface="Arial"/>
                <a:cs typeface="Arial"/>
              </a:defRPr>
            </a:pPr>
            <a:r>
              <a:rPr sz="1725" b="1">
                <a:solidFill>
                  <a:srgbClr val="17324D"/>
                </a:solidFill>
                <a:latin typeface="Arial"/>
                <a:ea typeface="Arial"/>
                <a:cs typeface="Arial"/>
              </a:rPr>
              <a:t>CSV</a:t>
            </a:r>
          </a:p>
        </p:txBody>
      </p:sp>
      <p:sp>
        <p:nvSpPr>
          <p:cNvPr id="5" name="">
            <a:extLst xmlns:a="http://schemas.openxmlformats.org/drawingml/2006/main">
              <a:ext uri="{FF2B5EF4-FFF2-40B4-BE49-F238E27FC236}">
                <a16:creationId xmlns:a16="http://schemas.microsoft.com/office/drawing/2014/main" id="{C5E29E26-808C-40D5-86C4-F2A70F50CA98}"/>
              </a:ext>
            </a:extLst>
          </p:cNvPr>
          <p:cNvSpPr>
            <a:spLocks xmlns:a="http://schemas.openxmlformats.org/drawingml/2006/main" noGrp="1"/>
          </p:cNvSpPr>
          <p:nvPr/>
        </p:nvSpPr>
        <p:spPr>
          <a:xfrm xmlns:a="http://schemas.openxmlformats.org/drawingml/2006/main">
            <a:off x="723900" y="2019300"/>
            <a:ext cx="1866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4E5C68"/>
                </a:solidFill>
                <a:latin typeface="Arial"/>
                <a:ea typeface="Arial"/>
                <a:cs typeface="Arial"/>
              </a:defRPr>
            </a:defPPr>
            <a:lvl1pPr algn="ctr">
              <a:buNone/>
              <a:defRPr sz="1350" b="0">
                <a:solidFill>
                  <a:srgbClr val="4E5C68"/>
                </a:solidFill>
                <a:latin typeface="Arial"/>
                <a:ea typeface="Arial"/>
                <a:cs typeface="Arial"/>
              </a:defRPr>
            </a:lvl1pPr>
            <a:lvl2pPr algn="ctr">
              <a:buNone/>
              <a:defRPr sz="1350" b="0">
                <a:solidFill>
                  <a:srgbClr val="4E5C68"/>
                </a:solidFill>
                <a:latin typeface="Arial"/>
                <a:ea typeface="Arial"/>
                <a:cs typeface="Arial"/>
              </a:defRPr>
            </a:lvl2pPr>
            <a:lvl3pPr algn="ctr">
              <a:buNone/>
              <a:defRPr sz="1350" b="0">
                <a:solidFill>
                  <a:srgbClr val="4E5C68"/>
                </a:solidFill>
                <a:latin typeface="Arial"/>
                <a:ea typeface="Arial"/>
                <a:cs typeface="Arial"/>
              </a:defRPr>
            </a:lvl3pPr>
            <a:lvl4pPr algn="ctr">
              <a:buNone/>
              <a:defRPr sz="1350" b="0">
                <a:solidFill>
                  <a:srgbClr val="4E5C68"/>
                </a:solidFill>
                <a:latin typeface="Arial"/>
                <a:ea typeface="Arial"/>
                <a:cs typeface="Arial"/>
              </a:defRPr>
            </a:lvl4pPr>
            <a:lvl5pPr algn="ctr">
              <a:buNone/>
              <a:defRPr sz="1350" b="0">
                <a:solidFill>
                  <a:srgbClr val="4E5C68"/>
                </a:solidFill>
                <a:latin typeface="Arial"/>
                <a:ea typeface="Arial"/>
                <a:cs typeface="Arial"/>
              </a:defRPr>
            </a:lvl5pPr>
            <a:lvl6pPr algn="ctr">
              <a:buNone/>
              <a:defRPr sz="1350" b="0">
                <a:solidFill>
                  <a:srgbClr val="4E5C68"/>
                </a:solidFill>
                <a:latin typeface="Arial"/>
                <a:ea typeface="Arial"/>
                <a:cs typeface="Arial"/>
              </a:defRPr>
            </a:lvl6pPr>
            <a:lvl7pPr algn="ctr">
              <a:buNone/>
              <a:defRPr sz="1350" b="0">
                <a:solidFill>
                  <a:srgbClr val="4E5C68"/>
                </a:solidFill>
                <a:latin typeface="Arial"/>
                <a:ea typeface="Arial"/>
                <a:cs typeface="Arial"/>
              </a:defRPr>
            </a:lvl7pPr>
            <a:lvl8pPr algn="ctr">
              <a:buNone/>
              <a:defRPr sz="1350" b="0">
                <a:solidFill>
                  <a:srgbClr val="4E5C68"/>
                </a:solidFill>
                <a:latin typeface="Arial"/>
                <a:ea typeface="Arial"/>
                <a:cs typeface="Arial"/>
              </a:defRPr>
            </a:lvl8pPr>
            <a:lvl9pPr algn="ctr">
              <a:buNone/>
              <a:defRPr sz="1350" b="0">
                <a:solidFill>
                  <a:srgbClr val="4E5C68"/>
                </a:solidFill>
                <a:latin typeface="Arial"/>
                <a:ea typeface="Arial"/>
                <a:cs typeface="Arial"/>
              </a:defRPr>
            </a:lvl9pPr>
          </a:lstStyle>
          <a:p xmlns:a="http://schemas.openxmlformats.org/drawingml/2006/main">
            <a:pPr algn="ctr">
              <a:buNone/>
              <a:defRPr sz="1350" b="0">
                <a:solidFill>
                  <a:srgbClr val="4E5C68"/>
                </a:solidFill>
                <a:latin typeface="Arial"/>
                <a:ea typeface="Arial"/>
                <a:cs typeface="Arial"/>
              </a:defRPr>
            </a:pPr>
            <a:r>
              <a:rPr sz="1350" b="0">
                <a:solidFill>
                  <a:srgbClr val="4E5C68"/>
                </a:solidFill>
                <a:latin typeface="Arial"/>
                <a:ea typeface="Arial"/>
                <a:cs typeface="Arial"/>
              </a:rPr>
              <a:t>label + 784 píxeles</a:t>
            </a:r>
          </a:p>
        </p:txBody>
      </p:sp>
      <p:sp>
        <p:nvSpPr>
          <p:cNvPr id="6" name="">
            <a:extLst xmlns:a="http://schemas.openxmlformats.org/drawingml/2006/main">
              <a:ext uri="{FF2B5EF4-FFF2-40B4-BE49-F238E27FC236}">
                <a16:creationId xmlns:a16="http://schemas.microsoft.com/office/drawing/2014/main" id="{F03D5C79-5E58-448C-B001-5E8115AC1984}"/>
              </a:ext>
            </a:extLst>
          </p:cNvPr>
          <p:cNvSpPr>
            <a:spLocks xmlns:a="http://schemas.openxmlformats.org/drawingml/2006/main" noGrp="1"/>
          </p:cNvSpPr>
          <p:nvPr/>
        </p:nvSpPr>
        <p:spPr>
          <a:xfrm xmlns:a="http://schemas.openxmlformats.org/drawingml/2006/main">
            <a:off x="2857500" y="1971675"/>
            <a:ext cx="457200" cy="400050"/>
          </a:xfrm>
          <a:prstGeom xmlns:a="http://schemas.openxmlformats.org/drawingml/2006/main" prst="rightArrow">
            <a:avLst/>
          </a:prstGeom>
          <a:solidFill xmlns:a="http://schemas.openxmlformats.org/drawingml/2006/main">
            <a:srgbClr val="087F8C"/>
          </a:solidFill>
          <a:ln xmlns:a="http://schemas.openxmlformats.org/drawingml/2006/main" w="0">
            <a:solidFill>
              <a:srgbClr val="087F8C"/>
            </a:solidFill>
            <a:prstDash val="solid"/>
          </a:ln>
        </p:spPr>
      </p:sp>
      <p:sp>
        <p:nvSpPr>
          <p:cNvPr id="7" name="">
            <a:extLst xmlns:a="http://schemas.openxmlformats.org/drawingml/2006/main">
              <a:ext uri="{FF2B5EF4-FFF2-40B4-BE49-F238E27FC236}">
                <a16:creationId xmlns:a16="http://schemas.microsoft.com/office/drawing/2014/main" id="{DA41327E-043C-4544-86AC-E3CBAFE81263}"/>
              </a:ext>
            </a:extLst>
          </p:cNvPr>
          <p:cNvSpPr>
            <a:spLocks xmlns:a="http://schemas.openxmlformats.org/drawingml/2006/main" noGrp="1"/>
          </p:cNvSpPr>
          <p:nvPr/>
        </p:nvSpPr>
        <p:spPr>
          <a:xfrm xmlns:a="http://schemas.openxmlformats.org/drawingml/2006/main">
            <a:off x="3476625" y="1571625"/>
            <a:ext cx="2095500" cy="1219200"/>
          </a:xfrm>
          <a:prstGeom xmlns:a="http://schemas.openxmlformats.org/drawingml/2006/main" prst="roundRect">
            <a:avLst>
              <a:gd name="adj" fmla="val 6250"/>
            </a:avLst>
          </a:prstGeom>
          <a:solidFill xmlns:a="http://schemas.openxmlformats.org/drawingml/2006/main">
            <a:srgbClr val="EAF4F5"/>
          </a:solidFill>
          <a:ln xmlns:a="http://schemas.openxmlformats.org/drawingml/2006/main" w="14288">
            <a:solidFill>
              <a:srgbClr val="087F8C"/>
            </a:solidFill>
            <a:prstDash val="solid"/>
          </a:ln>
        </p:spPr>
      </p:sp>
      <p:sp>
        <p:nvSpPr>
          <p:cNvPr id="8" name="">
            <a:extLst xmlns:a="http://schemas.openxmlformats.org/drawingml/2006/main">
              <a:ext uri="{FF2B5EF4-FFF2-40B4-BE49-F238E27FC236}">
                <a16:creationId xmlns:a16="http://schemas.microsoft.com/office/drawing/2014/main" id="{2856D1F4-1BFA-481A-8A64-BE2543A824A8}"/>
              </a:ext>
            </a:extLst>
          </p:cNvPr>
          <p:cNvSpPr>
            <a:spLocks xmlns:a="http://schemas.openxmlformats.org/drawingml/2006/main" noGrp="1"/>
          </p:cNvSpPr>
          <p:nvPr/>
        </p:nvSpPr>
        <p:spPr>
          <a:xfrm xmlns:a="http://schemas.openxmlformats.org/drawingml/2006/main">
            <a:off x="3590925" y="1647825"/>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7324D"/>
                </a:solidFill>
                <a:latin typeface="Arial"/>
                <a:ea typeface="Arial"/>
                <a:cs typeface="Arial"/>
              </a:defRPr>
            </a:defPPr>
            <a:lvl1pPr algn="ctr">
              <a:buNone/>
              <a:defRPr sz="1725" b="1">
                <a:solidFill>
                  <a:srgbClr val="17324D"/>
                </a:solidFill>
                <a:latin typeface="Arial"/>
                <a:ea typeface="Arial"/>
                <a:cs typeface="Arial"/>
              </a:defRPr>
            </a:lvl1pPr>
            <a:lvl2pPr algn="ctr">
              <a:buNone/>
              <a:defRPr sz="1725" b="1">
                <a:solidFill>
                  <a:srgbClr val="17324D"/>
                </a:solidFill>
                <a:latin typeface="Arial"/>
                <a:ea typeface="Arial"/>
                <a:cs typeface="Arial"/>
              </a:defRPr>
            </a:lvl2pPr>
            <a:lvl3pPr algn="ctr">
              <a:buNone/>
              <a:defRPr sz="1725" b="1">
                <a:solidFill>
                  <a:srgbClr val="17324D"/>
                </a:solidFill>
                <a:latin typeface="Arial"/>
                <a:ea typeface="Arial"/>
                <a:cs typeface="Arial"/>
              </a:defRPr>
            </a:lvl3pPr>
            <a:lvl4pPr algn="ctr">
              <a:buNone/>
              <a:defRPr sz="1725" b="1">
                <a:solidFill>
                  <a:srgbClr val="17324D"/>
                </a:solidFill>
                <a:latin typeface="Arial"/>
                <a:ea typeface="Arial"/>
                <a:cs typeface="Arial"/>
              </a:defRPr>
            </a:lvl4pPr>
            <a:lvl5pPr algn="ctr">
              <a:buNone/>
              <a:defRPr sz="1725" b="1">
                <a:solidFill>
                  <a:srgbClr val="17324D"/>
                </a:solidFill>
                <a:latin typeface="Arial"/>
                <a:ea typeface="Arial"/>
                <a:cs typeface="Arial"/>
              </a:defRPr>
            </a:lvl5pPr>
            <a:lvl6pPr algn="ctr">
              <a:buNone/>
              <a:defRPr sz="1725" b="1">
                <a:solidFill>
                  <a:srgbClr val="17324D"/>
                </a:solidFill>
                <a:latin typeface="Arial"/>
                <a:ea typeface="Arial"/>
                <a:cs typeface="Arial"/>
              </a:defRPr>
            </a:lvl6pPr>
            <a:lvl7pPr algn="ctr">
              <a:buNone/>
              <a:defRPr sz="1725" b="1">
                <a:solidFill>
                  <a:srgbClr val="17324D"/>
                </a:solidFill>
                <a:latin typeface="Arial"/>
                <a:ea typeface="Arial"/>
                <a:cs typeface="Arial"/>
              </a:defRPr>
            </a:lvl7pPr>
            <a:lvl8pPr algn="ctr">
              <a:buNone/>
              <a:defRPr sz="1725" b="1">
                <a:solidFill>
                  <a:srgbClr val="17324D"/>
                </a:solidFill>
                <a:latin typeface="Arial"/>
                <a:ea typeface="Arial"/>
                <a:cs typeface="Arial"/>
              </a:defRPr>
            </a:lvl8pPr>
            <a:lvl9pPr algn="ctr">
              <a:buNone/>
              <a:defRPr sz="1725" b="1">
                <a:solidFill>
                  <a:srgbClr val="17324D"/>
                </a:solidFill>
                <a:latin typeface="Arial"/>
                <a:ea typeface="Arial"/>
                <a:cs typeface="Arial"/>
              </a:defRPr>
            </a:lvl9pPr>
          </a:lstStyle>
          <a:p xmlns:a="http://schemas.openxmlformats.org/drawingml/2006/main">
            <a:pPr algn="ctr">
              <a:buNone/>
              <a:defRPr sz="1725" b="1">
                <a:solidFill>
                  <a:srgbClr val="17324D"/>
                </a:solidFill>
                <a:latin typeface="Arial"/>
                <a:ea typeface="Arial"/>
                <a:cs typeface="Arial"/>
              </a:defRPr>
            </a:pPr>
            <a:r>
              <a:rPr sz="1725" b="1">
                <a:solidFill>
                  <a:srgbClr val="17324D"/>
                </a:solidFill>
                <a:latin typeface="Arial"/>
                <a:ea typeface="Arial"/>
                <a:cs typeface="Arial"/>
              </a:rPr>
              <a:t>Normalizar</a:t>
            </a:r>
          </a:p>
        </p:txBody>
      </p:sp>
      <p:sp>
        <p:nvSpPr>
          <p:cNvPr id="9" name="">
            <a:extLst xmlns:a="http://schemas.openxmlformats.org/drawingml/2006/main">
              <a:ext uri="{FF2B5EF4-FFF2-40B4-BE49-F238E27FC236}">
                <a16:creationId xmlns:a16="http://schemas.microsoft.com/office/drawing/2014/main" id="{2DD5AF83-C963-43CA-A448-70D5C8E137B8}"/>
              </a:ext>
            </a:extLst>
          </p:cNvPr>
          <p:cNvSpPr>
            <a:spLocks xmlns:a="http://schemas.openxmlformats.org/drawingml/2006/main" noGrp="1"/>
          </p:cNvSpPr>
          <p:nvPr/>
        </p:nvSpPr>
        <p:spPr>
          <a:xfrm xmlns:a="http://schemas.openxmlformats.org/drawingml/2006/main">
            <a:off x="3590925" y="2019300"/>
            <a:ext cx="1866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4E5C68"/>
                </a:solidFill>
                <a:latin typeface="Arial"/>
                <a:ea typeface="Arial"/>
                <a:cs typeface="Arial"/>
              </a:defRPr>
            </a:defPPr>
            <a:lvl1pPr algn="ctr">
              <a:buNone/>
              <a:defRPr sz="1350" b="0">
                <a:solidFill>
                  <a:srgbClr val="4E5C68"/>
                </a:solidFill>
                <a:latin typeface="Arial"/>
                <a:ea typeface="Arial"/>
                <a:cs typeface="Arial"/>
              </a:defRPr>
            </a:lvl1pPr>
            <a:lvl2pPr algn="ctr">
              <a:buNone/>
              <a:defRPr sz="1350" b="0">
                <a:solidFill>
                  <a:srgbClr val="4E5C68"/>
                </a:solidFill>
                <a:latin typeface="Arial"/>
                <a:ea typeface="Arial"/>
                <a:cs typeface="Arial"/>
              </a:defRPr>
            </a:lvl2pPr>
            <a:lvl3pPr algn="ctr">
              <a:buNone/>
              <a:defRPr sz="1350" b="0">
                <a:solidFill>
                  <a:srgbClr val="4E5C68"/>
                </a:solidFill>
                <a:latin typeface="Arial"/>
                <a:ea typeface="Arial"/>
                <a:cs typeface="Arial"/>
              </a:defRPr>
            </a:lvl3pPr>
            <a:lvl4pPr algn="ctr">
              <a:buNone/>
              <a:defRPr sz="1350" b="0">
                <a:solidFill>
                  <a:srgbClr val="4E5C68"/>
                </a:solidFill>
                <a:latin typeface="Arial"/>
                <a:ea typeface="Arial"/>
                <a:cs typeface="Arial"/>
              </a:defRPr>
            </a:lvl4pPr>
            <a:lvl5pPr algn="ctr">
              <a:buNone/>
              <a:defRPr sz="1350" b="0">
                <a:solidFill>
                  <a:srgbClr val="4E5C68"/>
                </a:solidFill>
                <a:latin typeface="Arial"/>
                <a:ea typeface="Arial"/>
                <a:cs typeface="Arial"/>
              </a:defRPr>
            </a:lvl5pPr>
            <a:lvl6pPr algn="ctr">
              <a:buNone/>
              <a:defRPr sz="1350" b="0">
                <a:solidFill>
                  <a:srgbClr val="4E5C68"/>
                </a:solidFill>
                <a:latin typeface="Arial"/>
                <a:ea typeface="Arial"/>
                <a:cs typeface="Arial"/>
              </a:defRPr>
            </a:lvl6pPr>
            <a:lvl7pPr algn="ctr">
              <a:buNone/>
              <a:defRPr sz="1350" b="0">
                <a:solidFill>
                  <a:srgbClr val="4E5C68"/>
                </a:solidFill>
                <a:latin typeface="Arial"/>
                <a:ea typeface="Arial"/>
                <a:cs typeface="Arial"/>
              </a:defRPr>
            </a:lvl7pPr>
            <a:lvl8pPr algn="ctr">
              <a:buNone/>
              <a:defRPr sz="1350" b="0">
                <a:solidFill>
                  <a:srgbClr val="4E5C68"/>
                </a:solidFill>
                <a:latin typeface="Arial"/>
                <a:ea typeface="Arial"/>
                <a:cs typeface="Arial"/>
              </a:defRPr>
            </a:lvl8pPr>
            <a:lvl9pPr algn="ctr">
              <a:buNone/>
              <a:defRPr sz="1350" b="0">
                <a:solidFill>
                  <a:srgbClr val="4E5C68"/>
                </a:solidFill>
                <a:latin typeface="Arial"/>
                <a:ea typeface="Arial"/>
                <a:cs typeface="Arial"/>
              </a:defRPr>
            </a:lvl9pPr>
          </a:lstStyle>
          <a:p xmlns:a="http://schemas.openxmlformats.org/drawingml/2006/main">
            <a:pPr algn="ctr">
              <a:buNone/>
              <a:defRPr sz="1350" b="0">
                <a:solidFill>
                  <a:srgbClr val="4E5C68"/>
                </a:solidFill>
                <a:latin typeface="Arial"/>
                <a:ea typeface="Arial"/>
                <a:cs typeface="Arial"/>
              </a:defRPr>
            </a:pPr>
            <a:r>
              <a:rPr sz="1350" b="0">
                <a:solidFill>
                  <a:srgbClr val="4E5C68"/>
                </a:solidFill>
                <a:latin typeface="Arial"/>
                <a:ea typeface="Arial"/>
                <a:cs typeface="Arial"/>
              </a:rPr>
              <a:t>píxel / 255</a:t>
            </a:r>
          </a:p>
          <a:p xmlns:a="http://schemas.openxmlformats.org/drawingml/2006/main">
            <a:pPr algn="ctr">
              <a:buNone/>
              <a:defRPr sz="1350" b="0">
                <a:solidFill>
                  <a:srgbClr val="4E5C68"/>
                </a:solidFill>
                <a:latin typeface="Arial"/>
                <a:ea typeface="Arial"/>
                <a:cs typeface="Arial"/>
              </a:defRPr>
            </a:pPr>
            <a:r>
              <a:rPr sz="1350" b="0">
                <a:solidFill>
                  <a:srgbClr val="4E5C68"/>
                </a:solidFill>
                <a:latin typeface="Arial"/>
                <a:ea typeface="Arial"/>
                <a:cs typeface="Arial"/>
              </a:rPr>
              <a:t>0-255 → 0-1</a:t>
            </a:r>
          </a:p>
        </p:txBody>
      </p:sp>
      <p:sp>
        <p:nvSpPr>
          <p:cNvPr id="10" name="">
            <a:extLst xmlns:a="http://schemas.openxmlformats.org/drawingml/2006/main">
              <a:ext uri="{FF2B5EF4-FFF2-40B4-BE49-F238E27FC236}">
                <a16:creationId xmlns:a16="http://schemas.microsoft.com/office/drawing/2014/main" id="{25ABA941-3065-4D8E-94EC-D7BAF9B0F9A6}"/>
              </a:ext>
            </a:extLst>
          </p:cNvPr>
          <p:cNvSpPr>
            <a:spLocks xmlns:a="http://schemas.openxmlformats.org/drawingml/2006/main" noGrp="1"/>
          </p:cNvSpPr>
          <p:nvPr/>
        </p:nvSpPr>
        <p:spPr>
          <a:xfrm xmlns:a="http://schemas.openxmlformats.org/drawingml/2006/main">
            <a:off x="5724525" y="1971675"/>
            <a:ext cx="457200" cy="400050"/>
          </a:xfrm>
          <a:prstGeom xmlns:a="http://schemas.openxmlformats.org/drawingml/2006/main" prst="rightArrow">
            <a:avLst/>
          </a:prstGeom>
          <a:solidFill xmlns:a="http://schemas.openxmlformats.org/drawingml/2006/main">
            <a:srgbClr val="087F8C"/>
          </a:solidFill>
          <a:ln xmlns:a="http://schemas.openxmlformats.org/drawingml/2006/main" w="0">
            <a:solidFill>
              <a:srgbClr val="087F8C"/>
            </a:solidFill>
            <a:prstDash val="solid"/>
          </a:ln>
        </p:spPr>
      </p:sp>
      <p:sp>
        <p:nvSpPr>
          <p:cNvPr id="11" name="">
            <a:extLst xmlns:a="http://schemas.openxmlformats.org/drawingml/2006/main">
              <a:ext uri="{FF2B5EF4-FFF2-40B4-BE49-F238E27FC236}">
                <a16:creationId xmlns:a16="http://schemas.microsoft.com/office/drawing/2014/main" id="{3F874B48-57F4-4B4E-9D9A-4EAC10B5331D}"/>
              </a:ext>
            </a:extLst>
          </p:cNvPr>
          <p:cNvSpPr>
            <a:spLocks xmlns:a="http://schemas.openxmlformats.org/drawingml/2006/main" noGrp="1"/>
          </p:cNvSpPr>
          <p:nvPr/>
        </p:nvSpPr>
        <p:spPr>
          <a:xfrm xmlns:a="http://schemas.openxmlformats.org/drawingml/2006/main">
            <a:off x="6343650" y="1571625"/>
            <a:ext cx="2286000" cy="1219200"/>
          </a:xfrm>
          <a:prstGeom xmlns:a="http://schemas.openxmlformats.org/drawingml/2006/main" prst="roundRect">
            <a:avLst>
              <a:gd name="adj" fmla="val 6250"/>
            </a:avLst>
          </a:prstGeom>
          <a:solidFill xmlns:a="http://schemas.openxmlformats.org/drawingml/2006/main">
            <a:srgbClr val="EAF4F5"/>
          </a:solidFill>
          <a:ln xmlns:a="http://schemas.openxmlformats.org/drawingml/2006/main" w="14288">
            <a:solidFill>
              <a:srgbClr val="087F8C"/>
            </a:solidFill>
            <a:prstDash val="solid"/>
          </a:ln>
        </p:spPr>
      </p:sp>
      <p:sp>
        <p:nvSpPr>
          <p:cNvPr id="12" name="">
            <a:extLst xmlns:a="http://schemas.openxmlformats.org/drawingml/2006/main">
              <a:ext uri="{FF2B5EF4-FFF2-40B4-BE49-F238E27FC236}">
                <a16:creationId xmlns:a16="http://schemas.microsoft.com/office/drawing/2014/main" id="{433F04C0-D097-49E2-8BF7-0D270F3B5610}"/>
              </a:ext>
            </a:extLst>
          </p:cNvPr>
          <p:cNvSpPr>
            <a:spLocks xmlns:a="http://schemas.openxmlformats.org/drawingml/2006/main" noGrp="1"/>
          </p:cNvSpPr>
          <p:nvPr/>
        </p:nvSpPr>
        <p:spPr>
          <a:xfrm xmlns:a="http://schemas.openxmlformats.org/drawingml/2006/main">
            <a:off x="6457950" y="1647825"/>
            <a:ext cx="2057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7324D"/>
                </a:solidFill>
                <a:latin typeface="Arial"/>
                <a:ea typeface="Arial"/>
                <a:cs typeface="Arial"/>
              </a:defRPr>
            </a:defPPr>
            <a:lvl1pPr algn="ctr">
              <a:buNone/>
              <a:defRPr sz="1725" b="1">
                <a:solidFill>
                  <a:srgbClr val="17324D"/>
                </a:solidFill>
                <a:latin typeface="Arial"/>
                <a:ea typeface="Arial"/>
                <a:cs typeface="Arial"/>
              </a:defRPr>
            </a:lvl1pPr>
            <a:lvl2pPr algn="ctr">
              <a:buNone/>
              <a:defRPr sz="1725" b="1">
                <a:solidFill>
                  <a:srgbClr val="17324D"/>
                </a:solidFill>
                <a:latin typeface="Arial"/>
                <a:ea typeface="Arial"/>
                <a:cs typeface="Arial"/>
              </a:defRPr>
            </a:lvl2pPr>
            <a:lvl3pPr algn="ctr">
              <a:buNone/>
              <a:defRPr sz="1725" b="1">
                <a:solidFill>
                  <a:srgbClr val="17324D"/>
                </a:solidFill>
                <a:latin typeface="Arial"/>
                <a:ea typeface="Arial"/>
                <a:cs typeface="Arial"/>
              </a:defRPr>
            </a:lvl3pPr>
            <a:lvl4pPr algn="ctr">
              <a:buNone/>
              <a:defRPr sz="1725" b="1">
                <a:solidFill>
                  <a:srgbClr val="17324D"/>
                </a:solidFill>
                <a:latin typeface="Arial"/>
                <a:ea typeface="Arial"/>
                <a:cs typeface="Arial"/>
              </a:defRPr>
            </a:lvl4pPr>
            <a:lvl5pPr algn="ctr">
              <a:buNone/>
              <a:defRPr sz="1725" b="1">
                <a:solidFill>
                  <a:srgbClr val="17324D"/>
                </a:solidFill>
                <a:latin typeface="Arial"/>
                <a:ea typeface="Arial"/>
                <a:cs typeface="Arial"/>
              </a:defRPr>
            </a:lvl5pPr>
            <a:lvl6pPr algn="ctr">
              <a:buNone/>
              <a:defRPr sz="1725" b="1">
                <a:solidFill>
                  <a:srgbClr val="17324D"/>
                </a:solidFill>
                <a:latin typeface="Arial"/>
                <a:ea typeface="Arial"/>
                <a:cs typeface="Arial"/>
              </a:defRPr>
            </a:lvl6pPr>
            <a:lvl7pPr algn="ctr">
              <a:buNone/>
              <a:defRPr sz="1725" b="1">
                <a:solidFill>
                  <a:srgbClr val="17324D"/>
                </a:solidFill>
                <a:latin typeface="Arial"/>
                <a:ea typeface="Arial"/>
                <a:cs typeface="Arial"/>
              </a:defRPr>
            </a:lvl7pPr>
            <a:lvl8pPr algn="ctr">
              <a:buNone/>
              <a:defRPr sz="1725" b="1">
                <a:solidFill>
                  <a:srgbClr val="17324D"/>
                </a:solidFill>
                <a:latin typeface="Arial"/>
                <a:ea typeface="Arial"/>
                <a:cs typeface="Arial"/>
              </a:defRPr>
            </a:lvl8pPr>
            <a:lvl9pPr algn="ctr">
              <a:buNone/>
              <a:defRPr sz="1725" b="1">
                <a:solidFill>
                  <a:srgbClr val="17324D"/>
                </a:solidFill>
                <a:latin typeface="Arial"/>
                <a:ea typeface="Arial"/>
                <a:cs typeface="Arial"/>
              </a:defRPr>
            </a:lvl9pPr>
          </a:lstStyle>
          <a:p xmlns:a="http://schemas.openxmlformats.org/drawingml/2006/main">
            <a:pPr algn="ctr">
              <a:buNone/>
              <a:defRPr sz="1725" b="1">
                <a:solidFill>
                  <a:srgbClr val="17324D"/>
                </a:solidFill>
                <a:latin typeface="Arial"/>
                <a:ea typeface="Arial"/>
                <a:cs typeface="Arial"/>
              </a:defRPr>
            </a:pPr>
            <a:r>
              <a:rPr sz="1725" b="1">
                <a:solidFill>
                  <a:srgbClr val="17324D"/>
                </a:solidFill>
                <a:latin typeface="Arial"/>
                <a:ea typeface="Arial"/>
                <a:cs typeface="Arial"/>
              </a:rPr>
              <a:t>Reconstruir</a:t>
            </a:r>
          </a:p>
        </p:txBody>
      </p:sp>
      <p:sp>
        <p:nvSpPr>
          <p:cNvPr id="13" name="">
            <a:extLst xmlns:a="http://schemas.openxmlformats.org/drawingml/2006/main">
              <a:ext uri="{FF2B5EF4-FFF2-40B4-BE49-F238E27FC236}">
                <a16:creationId xmlns:a16="http://schemas.microsoft.com/office/drawing/2014/main" id="{673B222F-8E70-49A9-88A6-DB58D6E9BC38}"/>
              </a:ext>
            </a:extLst>
          </p:cNvPr>
          <p:cNvSpPr>
            <a:spLocks xmlns:a="http://schemas.openxmlformats.org/drawingml/2006/main" noGrp="1"/>
          </p:cNvSpPr>
          <p:nvPr/>
        </p:nvSpPr>
        <p:spPr>
          <a:xfrm xmlns:a="http://schemas.openxmlformats.org/drawingml/2006/main">
            <a:off x="6457950" y="2019300"/>
            <a:ext cx="20574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4E5C68"/>
                </a:solidFill>
                <a:latin typeface="Arial"/>
                <a:ea typeface="Arial"/>
                <a:cs typeface="Arial"/>
              </a:defRPr>
            </a:defPPr>
            <a:lvl1pPr algn="ctr">
              <a:buNone/>
              <a:defRPr sz="1350" b="0">
                <a:solidFill>
                  <a:srgbClr val="4E5C68"/>
                </a:solidFill>
                <a:latin typeface="Arial"/>
                <a:ea typeface="Arial"/>
                <a:cs typeface="Arial"/>
              </a:defRPr>
            </a:lvl1pPr>
            <a:lvl2pPr algn="ctr">
              <a:buNone/>
              <a:defRPr sz="1350" b="0">
                <a:solidFill>
                  <a:srgbClr val="4E5C68"/>
                </a:solidFill>
                <a:latin typeface="Arial"/>
                <a:ea typeface="Arial"/>
                <a:cs typeface="Arial"/>
              </a:defRPr>
            </a:lvl2pPr>
            <a:lvl3pPr algn="ctr">
              <a:buNone/>
              <a:defRPr sz="1350" b="0">
                <a:solidFill>
                  <a:srgbClr val="4E5C68"/>
                </a:solidFill>
                <a:latin typeface="Arial"/>
                <a:ea typeface="Arial"/>
                <a:cs typeface="Arial"/>
              </a:defRPr>
            </a:lvl3pPr>
            <a:lvl4pPr algn="ctr">
              <a:buNone/>
              <a:defRPr sz="1350" b="0">
                <a:solidFill>
                  <a:srgbClr val="4E5C68"/>
                </a:solidFill>
                <a:latin typeface="Arial"/>
                <a:ea typeface="Arial"/>
                <a:cs typeface="Arial"/>
              </a:defRPr>
            </a:lvl4pPr>
            <a:lvl5pPr algn="ctr">
              <a:buNone/>
              <a:defRPr sz="1350" b="0">
                <a:solidFill>
                  <a:srgbClr val="4E5C68"/>
                </a:solidFill>
                <a:latin typeface="Arial"/>
                <a:ea typeface="Arial"/>
                <a:cs typeface="Arial"/>
              </a:defRPr>
            </a:lvl5pPr>
            <a:lvl6pPr algn="ctr">
              <a:buNone/>
              <a:defRPr sz="1350" b="0">
                <a:solidFill>
                  <a:srgbClr val="4E5C68"/>
                </a:solidFill>
                <a:latin typeface="Arial"/>
                <a:ea typeface="Arial"/>
                <a:cs typeface="Arial"/>
              </a:defRPr>
            </a:lvl6pPr>
            <a:lvl7pPr algn="ctr">
              <a:buNone/>
              <a:defRPr sz="1350" b="0">
                <a:solidFill>
                  <a:srgbClr val="4E5C68"/>
                </a:solidFill>
                <a:latin typeface="Arial"/>
                <a:ea typeface="Arial"/>
                <a:cs typeface="Arial"/>
              </a:defRPr>
            </a:lvl7pPr>
            <a:lvl8pPr algn="ctr">
              <a:buNone/>
              <a:defRPr sz="1350" b="0">
                <a:solidFill>
                  <a:srgbClr val="4E5C68"/>
                </a:solidFill>
                <a:latin typeface="Arial"/>
                <a:ea typeface="Arial"/>
                <a:cs typeface="Arial"/>
              </a:defRPr>
            </a:lvl8pPr>
            <a:lvl9pPr algn="ctr">
              <a:buNone/>
              <a:defRPr sz="1350" b="0">
                <a:solidFill>
                  <a:srgbClr val="4E5C68"/>
                </a:solidFill>
                <a:latin typeface="Arial"/>
                <a:ea typeface="Arial"/>
                <a:cs typeface="Arial"/>
              </a:defRPr>
            </a:lvl9pPr>
          </a:lstStyle>
          <a:p xmlns:a="http://schemas.openxmlformats.org/drawingml/2006/main">
            <a:pPr algn="ctr">
              <a:buNone/>
              <a:defRPr sz="1350" b="0">
                <a:solidFill>
                  <a:srgbClr val="4E5C68"/>
                </a:solidFill>
                <a:latin typeface="Arial"/>
                <a:ea typeface="Arial"/>
                <a:cs typeface="Arial"/>
              </a:defRPr>
            </a:pPr>
            <a:r>
              <a:rPr sz="1350" b="0">
                <a:solidFill>
                  <a:srgbClr val="4E5C68"/>
                </a:solidFill>
                <a:latin typeface="Arial"/>
                <a:ea typeface="Arial"/>
                <a:cs typeface="Arial"/>
              </a:rPr>
              <a:t>tensor 28 × 28 × 1</a:t>
            </a:r>
          </a:p>
        </p:txBody>
      </p:sp>
      <p:sp>
        <p:nvSpPr>
          <p:cNvPr id="14" name="">
            <a:extLst xmlns:a="http://schemas.openxmlformats.org/drawingml/2006/main">
              <a:ext uri="{FF2B5EF4-FFF2-40B4-BE49-F238E27FC236}">
                <a16:creationId xmlns:a16="http://schemas.microsoft.com/office/drawing/2014/main" id="{57DA87F1-1E48-47BE-BFC0-419AABA5A7E2}"/>
              </a:ext>
            </a:extLst>
          </p:cNvPr>
          <p:cNvSpPr>
            <a:spLocks xmlns:a="http://schemas.openxmlformats.org/drawingml/2006/main" noGrp="1"/>
          </p:cNvSpPr>
          <p:nvPr/>
        </p:nvSpPr>
        <p:spPr>
          <a:xfrm xmlns:a="http://schemas.openxmlformats.org/drawingml/2006/main">
            <a:off x="8782050" y="1971675"/>
            <a:ext cx="457200" cy="400050"/>
          </a:xfrm>
          <a:prstGeom xmlns:a="http://schemas.openxmlformats.org/drawingml/2006/main" prst="rightArrow">
            <a:avLst/>
          </a:prstGeom>
          <a:solidFill xmlns:a="http://schemas.openxmlformats.org/drawingml/2006/main">
            <a:srgbClr val="087F8C"/>
          </a:solidFill>
          <a:ln xmlns:a="http://schemas.openxmlformats.org/drawingml/2006/main" w="0">
            <a:solidFill>
              <a:srgbClr val="087F8C"/>
            </a:solidFill>
            <a:prstDash val="solid"/>
          </a:ln>
        </p:spPr>
      </p:sp>
      <p:sp>
        <p:nvSpPr>
          <p:cNvPr id="15" name="">
            <a:extLst xmlns:a="http://schemas.openxmlformats.org/drawingml/2006/main">
              <a:ext uri="{FF2B5EF4-FFF2-40B4-BE49-F238E27FC236}">
                <a16:creationId xmlns:a16="http://schemas.microsoft.com/office/drawing/2014/main" id="{BA0FB011-A822-4AC9-BCF9-6317F0DE4A89}"/>
              </a:ext>
            </a:extLst>
          </p:cNvPr>
          <p:cNvSpPr>
            <a:spLocks xmlns:a="http://schemas.openxmlformats.org/drawingml/2006/main" noGrp="1"/>
          </p:cNvSpPr>
          <p:nvPr/>
        </p:nvSpPr>
        <p:spPr>
          <a:xfrm xmlns:a="http://schemas.openxmlformats.org/drawingml/2006/main">
            <a:off x="9401175" y="1571625"/>
            <a:ext cx="2095500" cy="1219200"/>
          </a:xfrm>
          <a:prstGeom xmlns:a="http://schemas.openxmlformats.org/drawingml/2006/main" prst="roundRect">
            <a:avLst>
              <a:gd name="adj" fmla="val 6250"/>
            </a:avLst>
          </a:prstGeom>
          <a:solidFill xmlns:a="http://schemas.openxmlformats.org/drawingml/2006/main">
            <a:srgbClr val="EAF4F5"/>
          </a:solidFill>
          <a:ln xmlns:a="http://schemas.openxmlformats.org/drawingml/2006/main" w="14288">
            <a:solidFill>
              <a:srgbClr val="087F8C"/>
            </a:solidFill>
            <a:prstDash val="solid"/>
          </a:ln>
        </p:spPr>
      </p:sp>
      <p:sp>
        <p:nvSpPr>
          <p:cNvPr id="16" name="">
            <a:extLst xmlns:a="http://schemas.openxmlformats.org/drawingml/2006/main">
              <a:ext uri="{FF2B5EF4-FFF2-40B4-BE49-F238E27FC236}">
                <a16:creationId xmlns:a16="http://schemas.microsoft.com/office/drawing/2014/main" id="{92E3E49C-C97D-4C73-8FB0-9C3DA18E85EA}"/>
              </a:ext>
            </a:extLst>
          </p:cNvPr>
          <p:cNvSpPr>
            <a:spLocks xmlns:a="http://schemas.openxmlformats.org/drawingml/2006/main" noGrp="1"/>
          </p:cNvSpPr>
          <p:nvPr/>
        </p:nvSpPr>
        <p:spPr>
          <a:xfrm xmlns:a="http://schemas.openxmlformats.org/drawingml/2006/main">
            <a:off x="9515475" y="1647825"/>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7324D"/>
                </a:solidFill>
                <a:latin typeface="Arial"/>
                <a:ea typeface="Arial"/>
                <a:cs typeface="Arial"/>
              </a:defRPr>
            </a:defPPr>
            <a:lvl1pPr algn="ctr">
              <a:buNone/>
              <a:defRPr sz="1725" b="1">
                <a:solidFill>
                  <a:srgbClr val="17324D"/>
                </a:solidFill>
                <a:latin typeface="Arial"/>
                <a:ea typeface="Arial"/>
                <a:cs typeface="Arial"/>
              </a:defRPr>
            </a:lvl1pPr>
            <a:lvl2pPr algn="ctr">
              <a:buNone/>
              <a:defRPr sz="1725" b="1">
                <a:solidFill>
                  <a:srgbClr val="17324D"/>
                </a:solidFill>
                <a:latin typeface="Arial"/>
                <a:ea typeface="Arial"/>
                <a:cs typeface="Arial"/>
              </a:defRPr>
            </a:lvl2pPr>
            <a:lvl3pPr algn="ctr">
              <a:buNone/>
              <a:defRPr sz="1725" b="1">
                <a:solidFill>
                  <a:srgbClr val="17324D"/>
                </a:solidFill>
                <a:latin typeface="Arial"/>
                <a:ea typeface="Arial"/>
                <a:cs typeface="Arial"/>
              </a:defRPr>
            </a:lvl3pPr>
            <a:lvl4pPr algn="ctr">
              <a:buNone/>
              <a:defRPr sz="1725" b="1">
                <a:solidFill>
                  <a:srgbClr val="17324D"/>
                </a:solidFill>
                <a:latin typeface="Arial"/>
                <a:ea typeface="Arial"/>
                <a:cs typeface="Arial"/>
              </a:defRPr>
            </a:lvl4pPr>
            <a:lvl5pPr algn="ctr">
              <a:buNone/>
              <a:defRPr sz="1725" b="1">
                <a:solidFill>
                  <a:srgbClr val="17324D"/>
                </a:solidFill>
                <a:latin typeface="Arial"/>
                <a:ea typeface="Arial"/>
                <a:cs typeface="Arial"/>
              </a:defRPr>
            </a:lvl5pPr>
            <a:lvl6pPr algn="ctr">
              <a:buNone/>
              <a:defRPr sz="1725" b="1">
                <a:solidFill>
                  <a:srgbClr val="17324D"/>
                </a:solidFill>
                <a:latin typeface="Arial"/>
                <a:ea typeface="Arial"/>
                <a:cs typeface="Arial"/>
              </a:defRPr>
            </a:lvl6pPr>
            <a:lvl7pPr algn="ctr">
              <a:buNone/>
              <a:defRPr sz="1725" b="1">
                <a:solidFill>
                  <a:srgbClr val="17324D"/>
                </a:solidFill>
                <a:latin typeface="Arial"/>
                <a:ea typeface="Arial"/>
                <a:cs typeface="Arial"/>
              </a:defRPr>
            </a:lvl7pPr>
            <a:lvl8pPr algn="ctr">
              <a:buNone/>
              <a:defRPr sz="1725" b="1">
                <a:solidFill>
                  <a:srgbClr val="17324D"/>
                </a:solidFill>
                <a:latin typeface="Arial"/>
                <a:ea typeface="Arial"/>
                <a:cs typeface="Arial"/>
              </a:defRPr>
            </a:lvl8pPr>
            <a:lvl9pPr algn="ctr">
              <a:buNone/>
              <a:defRPr sz="1725" b="1">
                <a:solidFill>
                  <a:srgbClr val="17324D"/>
                </a:solidFill>
                <a:latin typeface="Arial"/>
                <a:ea typeface="Arial"/>
                <a:cs typeface="Arial"/>
              </a:defRPr>
            </a:lvl9pPr>
          </a:lstStyle>
          <a:p xmlns:a="http://schemas.openxmlformats.org/drawingml/2006/main">
            <a:pPr algn="ctr">
              <a:buNone/>
              <a:defRPr sz="1725" b="1">
                <a:solidFill>
                  <a:srgbClr val="17324D"/>
                </a:solidFill>
                <a:latin typeface="Arial"/>
                <a:ea typeface="Arial"/>
                <a:cs typeface="Arial"/>
              </a:defRPr>
            </a:pPr>
            <a:r>
              <a:rPr sz="1725" b="1">
                <a:solidFill>
                  <a:srgbClr val="17324D"/>
                </a:solidFill>
                <a:latin typeface="Arial"/>
                <a:ea typeface="Arial"/>
                <a:cs typeface="Arial"/>
              </a:rPr>
              <a:t>Entrar a CNN</a:t>
            </a:r>
          </a:p>
        </p:txBody>
      </p:sp>
      <p:sp>
        <p:nvSpPr>
          <p:cNvPr id="17" name="">
            <a:extLst xmlns:a="http://schemas.openxmlformats.org/drawingml/2006/main">
              <a:ext uri="{FF2B5EF4-FFF2-40B4-BE49-F238E27FC236}">
                <a16:creationId xmlns:a16="http://schemas.microsoft.com/office/drawing/2014/main" id="{95A60FF6-5C97-4D5D-B843-933D8064AF7D}"/>
              </a:ext>
            </a:extLst>
          </p:cNvPr>
          <p:cNvSpPr>
            <a:spLocks xmlns:a="http://schemas.openxmlformats.org/drawingml/2006/main" noGrp="1"/>
          </p:cNvSpPr>
          <p:nvPr/>
        </p:nvSpPr>
        <p:spPr>
          <a:xfrm xmlns:a="http://schemas.openxmlformats.org/drawingml/2006/main">
            <a:off x="9515475" y="2019300"/>
            <a:ext cx="1866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4E5C68"/>
                </a:solidFill>
                <a:latin typeface="Arial"/>
                <a:ea typeface="Arial"/>
                <a:cs typeface="Arial"/>
              </a:defRPr>
            </a:defPPr>
            <a:lvl1pPr algn="ctr">
              <a:buNone/>
              <a:defRPr sz="1350" b="0">
                <a:solidFill>
                  <a:srgbClr val="4E5C68"/>
                </a:solidFill>
                <a:latin typeface="Arial"/>
                <a:ea typeface="Arial"/>
                <a:cs typeface="Arial"/>
              </a:defRPr>
            </a:lvl1pPr>
            <a:lvl2pPr algn="ctr">
              <a:buNone/>
              <a:defRPr sz="1350" b="0">
                <a:solidFill>
                  <a:srgbClr val="4E5C68"/>
                </a:solidFill>
                <a:latin typeface="Arial"/>
                <a:ea typeface="Arial"/>
                <a:cs typeface="Arial"/>
              </a:defRPr>
            </a:lvl2pPr>
            <a:lvl3pPr algn="ctr">
              <a:buNone/>
              <a:defRPr sz="1350" b="0">
                <a:solidFill>
                  <a:srgbClr val="4E5C68"/>
                </a:solidFill>
                <a:latin typeface="Arial"/>
                <a:ea typeface="Arial"/>
                <a:cs typeface="Arial"/>
              </a:defRPr>
            </a:lvl3pPr>
            <a:lvl4pPr algn="ctr">
              <a:buNone/>
              <a:defRPr sz="1350" b="0">
                <a:solidFill>
                  <a:srgbClr val="4E5C68"/>
                </a:solidFill>
                <a:latin typeface="Arial"/>
                <a:ea typeface="Arial"/>
                <a:cs typeface="Arial"/>
              </a:defRPr>
            </a:lvl4pPr>
            <a:lvl5pPr algn="ctr">
              <a:buNone/>
              <a:defRPr sz="1350" b="0">
                <a:solidFill>
                  <a:srgbClr val="4E5C68"/>
                </a:solidFill>
                <a:latin typeface="Arial"/>
                <a:ea typeface="Arial"/>
                <a:cs typeface="Arial"/>
              </a:defRPr>
            </a:lvl5pPr>
            <a:lvl6pPr algn="ctr">
              <a:buNone/>
              <a:defRPr sz="1350" b="0">
                <a:solidFill>
                  <a:srgbClr val="4E5C68"/>
                </a:solidFill>
                <a:latin typeface="Arial"/>
                <a:ea typeface="Arial"/>
                <a:cs typeface="Arial"/>
              </a:defRPr>
            </a:lvl6pPr>
            <a:lvl7pPr algn="ctr">
              <a:buNone/>
              <a:defRPr sz="1350" b="0">
                <a:solidFill>
                  <a:srgbClr val="4E5C68"/>
                </a:solidFill>
                <a:latin typeface="Arial"/>
                <a:ea typeface="Arial"/>
                <a:cs typeface="Arial"/>
              </a:defRPr>
            </a:lvl7pPr>
            <a:lvl8pPr algn="ctr">
              <a:buNone/>
              <a:defRPr sz="1350" b="0">
                <a:solidFill>
                  <a:srgbClr val="4E5C68"/>
                </a:solidFill>
                <a:latin typeface="Arial"/>
                <a:ea typeface="Arial"/>
                <a:cs typeface="Arial"/>
              </a:defRPr>
            </a:lvl8pPr>
            <a:lvl9pPr algn="ctr">
              <a:buNone/>
              <a:defRPr sz="1350" b="0">
                <a:solidFill>
                  <a:srgbClr val="4E5C68"/>
                </a:solidFill>
                <a:latin typeface="Arial"/>
                <a:ea typeface="Arial"/>
                <a:cs typeface="Arial"/>
              </a:defRPr>
            </a:lvl9pPr>
          </a:lstStyle>
          <a:p xmlns:a="http://schemas.openxmlformats.org/drawingml/2006/main">
            <a:pPr algn="ctr">
              <a:buNone/>
              <a:defRPr sz="1350" b="0">
                <a:solidFill>
                  <a:srgbClr val="4E5C68"/>
                </a:solidFill>
                <a:latin typeface="Arial"/>
                <a:ea typeface="Arial"/>
                <a:cs typeface="Arial"/>
              </a:defRPr>
            </a:pPr>
            <a:r>
              <a:rPr sz="1350" b="0">
                <a:solidFill>
                  <a:srgbClr val="4E5C68"/>
                </a:solidFill>
                <a:latin typeface="Arial"/>
                <a:ea typeface="Arial"/>
                <a:cs typeface="Arial"/>
              </a:rPr>
              <a:t>conservar vecindad</a:t>
            </a:r>
          </a:p>
        </p:txBody>
      </p:sp>
      <p:sp>
        <p:nvSpPr>
          <p:cNvPr id="18" name="">
            <a:extLst xmlns:a="http://schemas.openxmlformats.org/drawingml/2006/main">
              <a:ext uri="{FF2B5EF4-FFF2-40B4-BE49-F238E27FC236}">
                <a16:creationId xmlns:a16="http://schemas.microsoft.com/office/drawing/2014/main" id="{4A06FB08-60D1-4789-9389-7C155C193A4B}"/>
              </a:ext>
            </a:extLst>
          </p:cNvPr>
          <p:cNvSpPr>
            <a:spLocks xmlns:a="http://schemas.openxmlformats.org/drawingml/2006/main" noGrp="1"/>
          </p:cNvSpPr>
          <p:nvPr/>
        </p:nvSpPr>
        <p:spPr>
          <a:xfrm xmlns:a="http://schemas.openxmlformats.org/drawingml/2006/main">
            <a:off x="609600" y="3286125"/>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087F8C"/>
                </a:solidFill>
                <a:latin typeface="Arial"/>
                <a:ea typeface="Arial"/>
                <a:cs typeface="Arial"/>
              </a:defRPr>
            </a:defPPr>
            <a:lvl1pPr algn="l">
              <a:buNone/>
              <a:defRPr sz="2250" b="1">
                <a:solidFill>
                  <a:srgbClr val="087F8C"/>
                </a:solidFill>
                <a:latin typeface="Arial"/>
                <a:ea typeface="Arial"/>
                <a:cs typeface="Arial"/>
              </a:defRPr>
            </a:lvl1pPr>
            <a:lvl2pPr algn="l">
              <a:buNone/>
              <a:defRPr sz="2250" b="1">
                <a:solidFill>
                  <a:srgbClr val="087F8C"/>
                </a:solidFill>
                <a:latin typeface="Arial"/>
                <a:ea typeface="Arial"/>
                <a:cs typeface="Arial"/>
              </a:defRPr>
            </a:lvl2pPr>
            <a:lvl3pPr algn="l">
              <a:buNone/>
              <a:defRPr sz="2250" b="1">
                <a:solidFill>
                  <a:srgbClr val="087F8C"/>
                </a:solidFill>
                <a:latin typeface="Arial"/>
                <a:ea typeface="Arial"/>
                <a:cs typeface="Arial"/>
              </a:defRPr>
            </a:lvl3pPr>
            <a:lvl4pPr algn="l">
              <a:buNone/>
              <a:defRPr sz="2250" b="1">
                <a:solidFill>
                  <a:srgbClr val="087F8C"/>
                </a:solidFill>
                <a:latin typeface="Arial"/>
                <a:ea typeface="Arial"/>
                <a:cs typeface="Arial"/>
              </a:defRPr>
            </a:lvl4pPr>
            <a:lvl5pPr algn="l">
              <a:buNone/>
              <a:defRPr sz="2250" b="1">
                <a:solidFill>
                  <a:srgbClr val="087F8C"/>
                </a:solidFill>
                <a:latin typeface="Arial"/>
                <a:ea typeface="Arial"/>
                <a:cs typeface="Arial"/>
              </a:defRPr>
            </a:lvl5pPr>
            <a:lvl6pPr algn="l">
              <a:buNone/>
              <a:defRPr sz="2250" b="1">
                <a:solidFill>
                  <a:srgbClr val="087F8C"/>
                </a:solidFill>
                <a:latin typeface="Arial"/>
                <a:ea typeface="Arial"/>
                <a:cs typeface="Arial"/>
              </a:defRPr>
            </a:lvl6pPr>
            <a:lvl7pPr algn="l">
              <a:buNone/>
              <a:defRPr sz="2250" b="1">
                <a:solidFill>
                  <a:srgbClr val="087F8C"/>
                </a:solidFill>
                <a:latin typeface="Arial"/>
                <a:ea typeface="Arial"/>
                <a:cs typeface="Arial"/>
              </a:defRPr>
            </a:lvl7pPr>
            <a:lvl8pPr algn="l">
              <a:buNone/>
              <a:defRPr sz="2250" b="1">
                <a:solidFill>
                  <a:srgbClr val="087F8C"/>
                </a:solidFill>
                <a:latin typeface="Arial"/>
                <a:ea typeface="Arial"/>
                <a:cs typeface="Arial"/>
              </a:defRPr>
            </a:lvl8pPr>
            <a:lvl9pPr algn="l">
              <a:buNone/>
              <a:defRPr sz="2250" b="1">
                <a:solidFill>
                  <a:srgbClr val="087F8C"/>
                </a:solidFill>
                <a:latin typeface="Arial"/>
                <a:ea typeface="Arial"/>
                <a:cs typeface="Arial"/>
              </a:defRPr>
            </a:lvl9pPr>
          </a:lstStyle>
          <a:p xmlns:a="http://schemas.openxmlformats.org/drawingml/2006/main">
            <a:pPr algn="l">
              <a:buNone/>
              <a:defRPr sz="2250" b="1">
                <a:solidFill>
                  <a:srgbClr val="087F8C"/>
                </a:solidFill>
                <a:latin typeface="Arial"/>
                <a:ea typeface="Arial"/>
                <a:cs typeface="Arial"/>
              </a:defRPr>
            </a:pPr>
            <a:r>
              <a:rPr sz="2250" b="1">
                <a:solidFill>
                  <a:srgbClr val="087F8C"/>
                </a:solidFill>
                <a:latin typeface="Arial"/>
                <a:ea typeface="Arial"/>
                <a:cs typeface="Arial"/>
              </a:rPr>
              <a:t>Particiones estratificadas</a:t>
            </a:r>
          </a:p>
        </p:txBody>
      </p:sp>
      <p:sp>
        <p:nvSpPr>
          <p:cNvPr id="19" name="">
            <a:extLst xmlns:a="http://schemas.openxmlformats.org/drawingml/2006/main">
              <a:ext uri="{FF2B5EF4-FFF2-40B4-BE49-F238E27FC236}">
                <a16:creationId xmlns:a16="http://schemas.microsoft.com/office/drawing/2014/main" id="{56BB4FB4-78E9-423E-ABFA-2E86BA0A5DCB}"/>
              </a:ext>
            </a:extLst>
          </p:cNvPr>
          <p:cNvSpPr>
            <a:spLocks xmlns:a="http://schemas.openxmlformats.org/drawingml/2006/main" noGrp="1"/>
          </p:cNvSpPr>
          <p:nvPr/>
        </p:nvSpPr>
        <p:spPr>
          <a:xfrm xmlns:a="http://schemas.openxmlformats.org/drawingml/2006/main">
            <a:off x="762000" y="3952875"/>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17324D"/>
                </a:solidFill>
                <a:latin typeface="Arial"/>
                <a:ea typeface="Arial"/>
                <a:cs typeface="Arial"/>
              </a:defRPr>
            </a:defPPr>
            <a:lvl1pPr algn="ctr">
              <a:buNone/>
              <a:defRPr sz="3900" b="1">
                <a:solidFill>
                  <a:srgbClr val="17324D"/>
                </a:solidFill>
                <a:latin typeface="Arial"/>
                <a:ea typeface="Arial"/>
                <a:cs typeface="Arial"/>
              </a:defRPr>
            </a:lvl1pPr>
            <a:lvl2pPr algn="ctr">
              <a:buNone/>
              <a:defRPr sz="3900" b="1">
                <a:solidFill>
                  <a:srgbClr val="17324D"/>
                </a:solidFill>
                <a:latin typeface="Arial"/>
                <a:ea typeface="Arial"/>
                <a:cs typeface="Arial"/>
              </a:defRPr>
            </a:lvl2pPr>
            <a:lvl3pPr algn="ctr">
              <a:buNone/>
              <a:defRPr sz="3900" b="1">
                <a:solidFill>
                  <a:srgbClr val="17324D"/>
                </a:solidFill>
                <a:latin typeface="Arial"/>
                <a:ea typeface="Arial"/>
                <a:cs typeface="Arial"/>
              </a:defRPr>
            </a:lvl3pPr>
            <a:lvl4pPr algn="ctr">
              <a:buNone/>
              <a:defRPr sz="3900" b="1">
                <a:solidFill>
                  <a:srgbClr val="17324D"/>
                </a:solidFill>
                <a:latin typeface="Arial"/>
                <a:ea typeface="Arial"/>
                <a:cs typeface="Arial"/>
              </a:defRPr>
            </a:lvl4pPr>
            <a:lvl5pPr algn="ctr">
              <a:buNone/>
              <a:defRPr sz="3900" b="1">
                <a:solidFill>
                  <a:srgbClr val="17324D"/>
                </a:solidFill>
                <a:latin typeface="Arial"/>
                <a:ea typeface="Arial"/>
                <a:cs typeface="Arial"/>
              </a:defRPr>
            </a:lvl5pPr>
            <a:lvl6pPr algn="ctr">
              <a:buNone/>
              <a:defRPr sz="3900" b="1">
                <a:solidFill>
                  <a:srgbClr val="17324D"/>
                </a:solidFill>
                <a:latin typeface="Arial"/>
                <a:ea typeface="Arial"/>
                <a:cs typeface="Arial"/>
              </a:defRPr>
            </a:lvl6pPr>
            <a:lvl7pPr algn="ctr">
              <a:buNone/>
              <a:defRPr sz="3900" b="1">
                <a:solidFill>
                  <a:srgbClr val="17324D"/>
                </a:solidFill>
                <a:latin typeface="Arial"/>
                <a:ea typeface="Arial"/>
                <a:cs typeface="Arial"/>
              </a:defRPr>
            </a:lvl7pPr>
            <a:lvl8pPr algn="ctr">
              <a:buNone/>
              <a:defRPr sz="3900" b="1">
                <a:solidFill>
                  <a:srgbClr val="17324D"/>
                </a:solidFill>
                <a:latin typeface="Arial"/>
                <a:ea typeface="Arial"/>
                <a:cs typeface="Arial"/>
              </a:defRPr>
            </a:lvl8pPr>
            <a:lvl9pPr algn="ctr">
              <a:buNone/>
              <a:defRPr sz="3900" b="1">
                <a:solidFill>
                  <a:srgbClr val="17324D"/>
                </a:solidFill>
                <a:latin typeface="Arial"/>
                <a:ea typeface="Arial"/>
                <a:cs typeface="Arial"/>
              </a:defRPr>
            </a:lvl9pPr>
          </a:lstStyle>
          <a:p xmlns:a="http://schemas.openxmlformats.org/drawingml/2006/main">
            <a:pPr algn="ctr">
              <a:buNone/>
              <a:defRPr sz="3900" b="1">
                <a:solidFill>
                  <a:srgbClr val="17324D"/>
                </a:solidFill>
                <a:latin typeface="Arial"/>
                <a:ea typeface="Arial"/>
                <a:cs typeface="Arial"/>
              </a:defRPr>
            </a:pPr>
            <a:r>
              <a:rPr sz="3900" b="1">
                <a:solidFill>
                  <a:srgbClr val="17324D"/>
                </a:solidFill>
                <a:latin typeface="Arial"/>
                <a:ea typeface="Arial"/>
                <a:cs typeface="Arial"/>
              </a:rPr>
              <a:t>21.964</a:t>
            </a:r>
          </a:p>
        </p:txBody>
      </p:sp>
      <p:sp>
        <p:nvSpPr>
          <p:cNvPr id="20" name="">
            <a:extLst xmlns:a="http://schemas.openxmlformats.org/drawingml/2006/main">
              <a:ext uri="{FF2B5EF4-FFF2-40B4-BE49-F238E27FC236}">
                <a16:creationId xmlns:a16="http://schemas.microsoft.com/office/drawing/2014/main" id="{CD2D7A3C-ABFF-4E24-B58F-47BC8DCD05B4}"/>
              </a:ext>
            </a:extLst>
          </p:cNvPr>
          <p:cNvSpPr>
            <a:spLocks xmlns:a="http://schemas.openxmlformats.org/drawingml/2006/main" noGrp="1"/>
          </p:cNvSpPr>
          <p:nvPr/>
        </p:nvSpPr>
        <p:spPr>
          <a:xfrm xmlns:a="http://schemas.openxmlformats.org/drawingml/2006/main">
            <a:off x="762000" y="46101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buNone/>
              <a:defRPr sz="1500" b="0">
                <a:solidFill>
                  <a:srgbClr val="17324D"/>
                </a:solidFill>
                <a:latin typeface="Arial"/>
                <a:ea typeface="Arial"/>
                <a:cs typeface="Arial"/>
              </a:defRPr>
            </a:lvl1pPr>
            <a:lvl2pPr algn="ctr">
              <a:buNone/>
              <a:defRPr sz="1500" b="0">
                <a:solidFill>
                  <a:srgbClr val="17324D"/>
                </a:solidFill>
                <a:latin typeface="Arial"/>
                <a:ea typeface="Arial"/>
                <a:cs typeface="Arial"/>
              </a:defRPr>
            </a:lvl2pPr>
            <a:lvl3pPr algn="ctr">
              <a:buNone/>
              <a:defRPr sz="1500" b="0">
                <a:solidFill>
                  <a:srgbClr val="17324D"/>
                </a:solidFill>
                <a:latin typeface="Arial"/>
                <a:ea typeface="Arial"/>
                <a:cs typeface="Arial"/>
              </a:defRPr>
            </a:lvl3pPr>
            <a:lvl4pPr algn="ctr">
              <a:buNone/>
              <a:defRPr sz="1500" b="0">
                <a:solidFill>
                  <a:srgbClr val="17324D"/>
                </a:solidFill>
                <a:latin typeface="Arial"/>
                <a:ea typeface="Arial"/>
                <a:cs typeface="Arial"/>
              </a:defRPr>
            </a:lvl4pPr>
            <a:lvl5pPr algn="ctr">
              <a:buNone/>
              <a:defRPr sz="1500" b="0">
                <a:solidFill>
                  <a:srgbClr val="17324D"/>
                </a:solidFill>
                <a:latin typeface="Arial"/>
                <a:ea typeface="Arial"/>
                <a:cs typeface="Arial"/>
              </a:defRPr>
            </a:lvl5pPr>
            <a:lvl6pPr algn="ctr">
              <a:buNone/>
              <a:defRPr sz="1500" b="0">
                <a:solidFill>
                  <a:srgbClr val="17324D"/>
                </a:solidFill>
                <a:latin typeface="Arial"/>
                <a:ea typeface="Arial"/>
                <a:cs typeface="Arial"/>
              </a:defRPr>
            </a:lvl6pPr>
            <a:lvl7pPr algn="ctr">
              <a:buNone/>
              <a:defRPr sz="1500" b="0">
                <a:solidFill>
                  <a:srgbClr val="17324D"/>
                </a:solidFill>
                <a:latin typeface="Arial"/>
                <a:ea typeface="Arial"/>
                <a:cs typeface="Arial"/>
              </a:defRPr>
            </a:lvl7pPr>
            <a:lvl8pPr algn="ctr">
              <a:buNone/>
              <a:defRPr sz="1500" b="0">
                <a:solidFill>
                  <a:srgbClr val="17324D"/>
                </a:solidFill>
                <a:latin typeface="Arial"/>
                <a:ea typeface="Arial"/>
                <a:cs typeface="Arial"/>
              </a:defRPr>
            </a:lvl8pPr>
            <a:lvl9pPr algn="ctr">
              <a:buNone/>
              <a:defRPr sz="1500" b="0">
                <a:solidFill>
                  <a:srgbClr val="17324D"/>
                </a:solidFill>
                <a:latin typeface="Arial"/>
                <a:ea typeface="Arial"/>
                <a:cs typeface="Arial"/>
              </a:defRPr>
            </a:lvl9pPr>
          </a:lstStyle>
          <a:p xmlns:a="http://schemas.openxmlformats.org/drawingml/2006/main">
            <a:pPr algn="ctr">
              <a:buNone/>
              <a:defRPr sz="1500" b="0">
                <a:solidFill>
                  <a:srgbClr val="17324D"/>
                </a:solidFill>
                <a:latin typeface="Arial"/>
                <a:ea typeface="Arial"/>
                <a:cs typeface="Arial"/>
              </a:defRPr>
            </a:pPr>
            <a:r>
              <a:rPr sz="1500" b="0">
                <a:solidFill>
                  <a:srgbClr val="17324D"/>
                </a:solidFill>
                <a:latin typeface="Arial"/>
                <a:ea typeface="Arial"/>
                <a:cs typeface="Arial"/>
              </a:rPr>
              <a:t>entrenamiento</a:t>
            </a:r>
          </a:p>
        </p:txBody>
      </p:sp>
      <p:sp>
        <p:nvSpPr>
          <p:cNvPr id="21" name="">
            <a:extLst xmlns:a="http://schemas.openxmlformats.org/drawingml/2006/main">
              <a:ext uri="{FF2B5EF4-FFF2-40B4-BE49-F238E27FC236}">
                <a16:creationId xmlns:a16="http://schemas.microsoft.com/office/drawing/2014/main" id="{4E20782B-54D2-4926-9A8D-C9946272AEB5}"/>
              </a:ext>
            </a:extLst>
          </p:cNvPr>
          <p:cNvSpPr>
            <a:spLocks xmlns:a="http://schemas.openxmlformats.org/drawingml/2006/main" noGrp="1"/>
          </p:cNvSpPr>
          <p:nvPr/>
        </p:nvSpPr>
        <p:spPr>
          <a:xfrm xmlns:a="http://schemas.openxmlformats.org/drawingml/2006/main">
            <a:off x="4333875" y="3952875"/>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17324D"/>
                </a:solidFill>
                <a:latin typeface="Arial"/>
                <a:ea typeface="Arial"/>
                <a:cs typeface="Arial"/>
              </a:defRPr>
            </a:defPPr>
            <a:lvl1pPr algn="ctr">
              <a:buNone/>
              <a:defRPr sz="3900" b="1">
                <a:solidFill>
                  <a:srgbClr val="17324D"/>
                </a:solidFill>
                <a:latin typeface="Arial"/>
                <a:ea typeface="Arial"/>
                <a:cs typeface="Arial"/>
              </a:defRPr>
            </a:lvl1pPr>
            <a:lvl2pPr algn="ctr">
              <a:buNone/>
              <a:defRPr sz="3900" b="1">
                <a:solidFill>
                  <a:srgbClr val="17324D"/>
                </a:solidFill>
                <a:latin typeface="Arial"/>
                <a:ea typeface="Arial"/>
                <a:cs typeface="Arial"/>
              </a:defRPr>
            </a:lvl2pPr>
            <a:lvl3pPr algn="ctr">
              <a:buNone/>
              <a:defRPr sz="3900" b="1">
                <a:solidFill>
                  <a:srgbClr val="17324D"/>
                </a:solidFill>
                <a:latin typeface="Arial"/>
                <a:ea typeface="Arial"/>
                <a:cs typeface="Arial"/>
              </a:defRPr>
            </a:lvl3pPr>
            <a:lvl4pPr algn="ctr">
              <a:buNone/>
              <a:defRPr sz="3900" b="1">
                <a:solidFill>
                  <a:srgbClr val="17324D"/>
                </a:solidFill>
                <a:latin typeface="Arial"/>
                <a:ea typeface="Arial"/>
                <a:cs typeface="Arial"/>
              </a:defRPr>
            </a:lvl4pPr>
            <a:lvl5pPr algn="ctr">
              <a:buNone/>
              <a:defRPr sz="3900" b="1">
                <a:solidFill>
                  <a:srgbClr val="17324D"/>
                </a:solidFill>
                <a:latin typeface="Arial"/>
                <a:ea typeface="Arial"/>
                <a:cs typeface="Arial"/>
              </a:defRPr>
            </a:lvl5pPr>
            <a:lvl6pPr algn="ctr">
              <a:buNone/>
              <a:defRPr sz="3900" b="1">
                <a:solidFill>
                  <a:srgbClr val="17324D"/>
                </a:solidFill>
                <a:latin typeface="Arial"/>
                <a:ea typeface="Arial"/>
                <a:cs typeface="Arial"/>
              </a:defRPr>
            </a:lvl6pPr>
            <a:lvl7pPr algn="ctr">
              <a:buNone/>
              <a:defRPr sz="3900" b="1">
                <a:solidFill>
                  <a:srgbClr val="17324D"/>
                </a:solidFill>
                <a:latin typeface="Arial"/>
                <a:ea typeface="Arial"/>
                <a:cs typeface="Arial"/>
              </a:defRPr>
            </a:lvl7pPr>
            <a:lvl8pPr algn="ctr">
              <a:buNone/>
              <a:defRPr sz="3900" b="1">
                <a:solidFill>
                  <a:srgbClr val="17324D"/>
                </a:solidFill>
                <a:latin typeface="Arial"/>
                <a:ea typeface="Arial"/>
                <a:cs typeface="Arial"/>
              </a:defRPr>
            </a:lvl8pPr>
            <a:lvl9pPr algn="ctr">
              <a:buNone/>
              <a:defRPr sz="3900" b="1">
                <a:solidFill>
                  <a:srgbClr val="17324D"/>
                </a:solidFill>
                <a:latin typeface="Arial"/>
                <a:ea typeface="Arial"/>
                <a:cs typeface="Arial"/>
              </a:defRPr>
            </a:lvl9pPr>
          </a:lstStyle>
          <a:p xmlns:a="http://schemas.openxmlformats.org/drawingml/2006/main">
            <a:pPr algn="ctr">
              <a:buNone/>
              <a:defRPr sz="3900" b="1">
                <a:solidFill>
                  <a:srgbClr val="17324D"/>
                </a:solidFill>
                <a:latin typeface="Arial"/>
                <a:ea typeface="Arial"/>
                <a:cs typeface="Arial"/>
              </a:defRPr>
            </a:pPr>
            <a:r>
              <a:rPr sz="3900" b="1">
                <a:solidFill>
                  <a:srgbClr val="17324D"/>
                </a:solidFill>
                <a:latin typeface="Arial"/>
                <a:ea typeface="Arial"/>
                <a:cs typeface="Arial"/>
              </a:rPr>
              <a:t>5.491</a:t>
            </a:r>
          </a:p>
        </p:txBody>
      </p:sp>
      <p:sp>
        <p:nvSpPr>
          <p:cNvPr id="22" name="">
            <a:extLst xmlns:a="http://schemas.openxmlformats.org/drawingml/2006/main">
              <a:ext uri="{FF2B5EF4-FFF2-40B4-BE49-F238E27FC236}">
                <a16:creationId xmlns:a16="http://schemas.microsoft.com/office/drawing/2014/main" id="{1D8BF9F5-9E1D-44D5-8A6A-1EB68F2D3CC4}"/>
              </a:ext>
            </a:extLst>
          </p:cNvPr>
          <p:cNvSpPr>
            <a:spLocks xmlns:a="http://schemas.openxmlformats.org/drawingml/2006/main" noGrp="1"/>
          </p:cNvSpPr>
          <p:nvPr/>
        </p:nvSpPr>
        <p:spPr>
          <a:xfrm xmlns:a="http://schemas.openxmlformats.org/drawingml/2006/main">
            <a:off x="4333875" y="46101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buNone/>
              <a:defRPr sz="1500" b="0">
                <a:solidFill>
                  <a:srgbClr val="17324D"/>
                </a:solidFill>
                <a:latin typeface="Arial"/>
                <a:ea typeface="Arial"/>
                <a:cs typeface="Arial"/>
              </a:defRPr>
            </a:lvl1pPr>
            <a:lvl2pPr algn="ctr">
              <a:buNone/>
              <a:defRPr sz="1500" b="0">
                <a:solidFill>
                  <a:srgbClr val="17324D"/>
                </a:solidFill>
                <a:latin typeface="Arial"/>
                <a:ea typeface="Arial"/>
                <a:cs typeface="Arial"/>
              </a:defRPr>
            </a:lvl2pPr>
            <a:lvl3pPr algn="ctr">
              <a:buNone/>
              <a:defRPr sz="1500" b="0">
                <a:solidFill>
                  <a:srgbClr val="17324D"/>
                </a:solidFill>
                <a:latin typeface="Arial"/>
                <a:ea typeface="Arial"/>
                <a:cs typeface="Arial"/>
              </a:defRPr>
            </a:lvl3pPr>
            <a:lvl4pPr algn="ctr">
              <a:buNone/>
              <a:defRPr sz="1500" b="0">
                <a:solidFill>
                  <a:srgbClr val="17324D"/>
                </a:solidFill>
                <a:latin typeface="Arial"/>
                <a:ea typeface="Arial"/>
                <a:cs typeface="Arial"/>
              </a:defRPr>
            </a:lvl4pPr>
            <a:lvl5pPr algn="ctr">
              <a:buNone/>
              <a:defRPr sz="1500" b="0">
                <a:solidFill>
                  <a:srgbClr val="17324D"/>
                </a:solidFill>
                <a:latin typeface="Arial"/>
                <a:ea typeface="Arial"/>
                <a:cs typeface="Arial"/>
              </a:defRPr>
            </a:lvl5pPr>
            <a:lvl6pPr algn="ctr">
              <a:buNone/>
              <a:defRPr sz="1500" b="0">
                <a:solidFill>
                  <a:srgbClr val="17324D"/>
                </a:solidFill>
                <a:latin typeface="Arial"/>
                <a:ea typeface="Arial"/>
                <a:cs typeface="Arial"/>
              </a:defRPr>
            </a:lvl6pPr>
            <a:lvl7pPr algn="ctr">
              <a:buNone/>
              <a:defRPr sz="1500" b="0">
                <a:solidFill>
                  <a:srgbClr val="17324D"/>
                </a:solidFill>
                <a:latin typeface="Arial"/>
                <a:ea typeface="Arial"/>
                <a:cs typeface="Arial"/>
              </a:defRPr>
            </a:lvl7pPr>
            <a:lvl8pPr algn="ctr">
              <a:buNone/>
              <a:defRPr sz="1500" b="0">
                <a:solidFill>
                  <a:srgbClr val="17324D"/>
                </a:solidFill>
                <a:latin typeface="Arial"/>
                <a:ea typeface="Arial"/>
                <a:cs typeface="Arial"/>
              </a:defRPr>
            </a:lvl8pPr>
            <a:lvl9pPr algn="ctr">
              <a:buNone/>
              <a:defRPr sz="1500" b="0">
                <a:solidFill>
                  <a:srgbClr val="17324D"/>
                </a:solidFill>
                <a:latin typeface="Arial"/>
                <a:ea typeface="Arial"/>
                <a:cs typeface="Arial"/>
              </a:defRPr>
            </a:lvl9pPr>
          </a:lstStyle>
          <a:p xmlns:a="http://schemas.openxmlformats.org/drawingml/2006/main">
            <a:pPr algn="ctr">
              <a:buNone/>
              <a:defRPr sz="1500" b="0">
                <a:solidFill>
                  <a:srgbClr val="17324D"/>
                </a:solidFill>
                <a:latin typeface="Arial"/>
                <a:ea typeface="Arial"/>
                <a:cs typeface="Arial"/>
              </a:defRPr>
            </a:pPr>
            <a:r>
              <a:rPr sz="1500" b="0">
                <a:solidFill>
                  <a:srgbClr val="17324D"/>
                </a:solidFill>
                <a:latin typeface="Arial"/>
                <a:ea typeface="Arial"/>
                <a:cs typeface="Arial"/>
              </a:rPr>
              <a:t>validación</a:t>
            </a:r>
          </a:p>
        </p:txBody>
      </p:sp>
      <p:sp>
        <p:nvSpPr>
          <p:cNvPr id="23" name="">
            <a:extLst xmlns:a="http://schemas.openxmlformats.org/drawingml/2006/main">
              <a:ext uri="{FF2B5EF4-FFF2-40B4-BE49-F238E27FC236}">
                <a16:creationId xmlns:a16="http://schemas.microsoft.com/office/drawing/2014/main" id="{1D09C851-EDBA-42AA-B5DC-F68A095E1ED5}"/>
              </a:ext>
            </a:extLst>
          </p:cNvPr>
          <p:cNvSpPr>
            <a:spLocks xmlns:a="http://schemas.openxmlformats.org/drawingml/2006/main" noGrp="1"/>
          </p:cNvSpPr>
          <p:nvPr/>
        </p:nvSpPr>
        <p:spPr>
          <a:xfrm xmlns:a="http://schemas.openxmlformats.org/drawingml/2006/main">
            <a:off x="7905750" y="3952875"/>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17324D"/>
                </a:solidFill>
                <a:latin typeface="Arial"/>
                <a:ea typeface="Arial"/>
                <a:cs typeface="Arial"/>
              </a:defRPr>
            </a:defPPr>
            <a:lvl1pPr algn="ctr">
              <a:buNone/>
              <a:defRPr sz="3900" b="1">
                <a:solidFill>
                  <a:srgbClr val="17324D"/>
                </a:solidFill>
                <a:latin typeface="Arial"/>
                <a:ea typeface="Arial"/>
                <a:cs typeface="Arial"/>
              </a:defRPr>
            </a:lvl1pPr>
            <a:lvl2pPr algn="ctr">
              <a:buNone/>
              <a:defRPr sz="3900" b="1">
                <a:solidFill>
                  <a:srgbClr val="17324D"/>
                </a:solidFill>
                <a:latin typeface="Arial"/>
                <a:ea typeface="Arial"/>
                <a:cs typeface="Arial"/>
              </a:defRPr>
            </a:lvl2pPr>
            <a:lvl3pPr algn="ctr">
              <a:buNone/>
              <a:defRPr sz="3900" b="1">
                <a:solidFill>
                  <a:srgbClr val="17324D"/>
                </a:solidFill>
                <a:latin typeface="Arial"/>
                <a:ea typeface="Arial"/>
                <a:cs typeface="Arial"/>
              </a:defRPr>
            </a:lvl3pPr>
            <a:lvl4pPr algn="ctr">
              <a:buNone/>
              <a:defRPr sz="3900" b="1">
                <a:solidFill>
                  <a:srgbClr val="17324D"/>
                </a:solidFill>
                <a:latin typeface="Arial"/>
                <a:ea typeface="Arial"/>
                <a:cs typeface="Arial"/>
              </a:defRPr>
            </a:lvl4pPr>
            <a:lvl5pPr algn="ctr">
              <a:buNone/>
              <a:defRPr sz="3900" b="1">
                <a:solidFill>
                  <a:srgbClr val="17324D"/>
                </a:solidFill>
                <a:latin typeface="Arial"/>
                <a:ea typeface="Arial"/>
                <a:cs typeface="Arial"/>
              </a:defRPr>
            </a:lvl5pPr>
            <a:lvl6pPr algn="ctr">
              <a:buNone/>
              <a:defRPr sz="3900" b="1">
                <a:solidFill>
                  <a:srgbClr val="17324D"/>
                </a:solidFill>
                <a:latin typeface="Arial"/>
                <a:ea typeface="Arial"/>
                <a:cs typeface="Arial"/>
              </a:defRPr>
            </a:lvl6pPr>
            <a:lvl7pPr algn="ctr">
              <a:buNone/>
              <a:defRPr sz="3900" b="1">
                <a:solidFill>
                  <a:srgbClr val="17324D"/>
                </a:solidFill>
                <a:latin typeface="Arial"/>
                <a:ea typeface="Arial"/>
                <a:cs typeface="Arial"/>
              </a:defRPr>
            </a:lvl7pPr>
            <a:lvl8pPr algn="ctr">
              <a:buNone/>
              <a:defRPr sz="3900" b="1">
                <a:solidFill>
                  <a:srgbClr val="17324D"/>
                </a:solidFill>
                <a:latin typeface="Arial"/>
                <a:ea typeface="Arial"/>
                <a:cs typeface="Arial"/>
              </a:defRPr>
            </a:lvl8pPr>
            <a:lvl9pPr algn="ctr">
              <a:buNone/>
              <a:defRPr sz="3900" b="1">
                <a:solidFill>
                  <a:srgbClr val="17324D"/>
                </a:solidFill>
                <a:latin typeface="Arial"/>
                <a:ea typeface="Arial"/>
                <a:cs typeface="Arial"/>
              </a:defRPr>
            </a:lvl9pPr>
          </a:lstStyle>
          <a:p xmlns:a="http://schemas.openxmlformats.org/drawingml/2006/main">
            <a:pPr algn="ctr">
              <a:buNone/>
              <a:defRPr sz="3900" b="1">
                <a:solidFill>
                  <a:srgbClr val="17324D"/>
                </a:solidFill>
                <a:latin typeface="Arial"/>
                <a:ea typeface="Arial"/>
                <a:cs typeface="Arial"/>
              </a:defRPr>
            </a:pPr>
            <a:r>
              <a:rPr sz="3900" b="1">
                <a:solidFill>
                  <a:srgbClr val="17324D"/>
                </a:solidFill>
                <a:latin typeface="Arial"/>
                <a:ea typeface="Arial"/>
                <a:cs typeface="Arial"/>
              </a:rPr>
              <a:t>7.172</a:t>
            </a:r>
          </a:p>
        </p:txBody>
      </p:sp>
      <p:sp>
        <p:nvSpPr>
          <p:cNvPr id="24" name="">
            <a:extLst xmlns:a="http://schemas.openxmlformats.org/drawingml/2006/main">
              <a:ext uri="{FF2B5EF4-FFF2-40B4-BE49-F238E27FC236}">
                <a16:creationId xmlns:a16="http://schemas.microsoft.com/office/drawing/2014/main" id="{D1802FC5-E3EC-4F15-83FA-1CC28514B8B6}"/>
              </a:ext>
            </a:extLst>
          </p:cNvPr>
          <p:cNvSpPr>
            <a:spLocks xmlns:a="http://schemas.openxmlformats.org/drawingml/2006/main" noGrp="1"/>
          </p:cNvSpPr>
          <p:nvPr/>
        </p:nvSpPr>
        <p:spPr>
          <a:xfrm xmlns:a="http://schemas.openxmlformats.org/drawingml/2006/main">
            <a:off x="7905750" y="46101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buNone/>
              <a:defRPr sz="1500" b="0">
                <a:solidFill>
                  <a:srgbClr val="17324D"/>
                </a:solidFill>
                <a:latin typeface="Arial"/>
                <a:ea typeface="Arial"/>
                <a:cs typeface="Arial"/>
              </a:defRPr>
            </a:lvl1pPr>
            <a:lvl2pPr algn="ctr">
              <a:buNone/>
              <a:defRPr sz="1500" b="0">
                <a:solidFill>
                  <a:srgbClr val="17324D"/>
                </a:solidFill>
                <a:latin typeface="Arial"/>
                <a:ea typeface="Arial"/>
                <a:cs typeface="Arial"/>
              </a:defRPr>
            </a:lvl2pPr>
            <a:lvl3pPr algn="ctr">
              <a:buNone/>
              <a:defRPr sz="1500" b="0">
                <a:solidFill>
                  <a:srgbClr val="17324D"/>
                </a:solidFill>
                <a:latin typeface="Arial"/>
                <a:ea typeface="Arial"/>
                <a:cs typeface="Arial"/>
              </a:defRPr>
            </a:lvl3pPr>
            <a:lvl4pPr algn="ctr">
              <a:buNone/>
              <a:defRPr sz="1500" b="0">
                <a:solidFill>
                  <a:srgbClr val="17324D"/>
                </a:solidFill>
                <a:latin typeface="Arial"/>
                <a:ea typeface="Arial"/>
                <a:cs typeface="Arial"/>
              </a:defRPr>
            </a:lvl4pPr>
            <a:lvl5pPr algn="ctr">
              <a:buNone/>
              <a:defRPr sz="1500" b="0">
                <a:solidFill>
                  <a:srgbClr val="17324D"/>
                </a:solidFill>
                <a:latin typeface="Arial"/>
                <a:ea typeface="Arial"/>
                <a:cs typeface="Arial"/>
              </a:defRPr>
            </a:lvl5pPr>
            <a:lvl6pPr algn="ctr">
              <a:buNone/>
              <a:defRPr sz="1500" b="0">
                <a:solidFill>
                  <a:srgbClr val="17324D"/>
                </a:solidFill>
                <a:latin typeface="Arial"/>
                <a:ea typeface="Arial"/>
                <a:cs typeface="Arial"/>
              </a:defRPr>
            </a:lvl6pPr>
            <a:lvl7pPr algn="ctr">
              <a:buNone/>
              <a:defRPr sz="1500" b="0">
                <a:solidFill>
                  <a:srgbClr val="17324D"/>
                </a:solidFill>
                <a:latin typeface="Arial"/>
                <a:ea typeface="Arial"/>
                <a:cs typeface="Arial"/>
              </a:defRPr>
            </a:lvl7pPr>
            <a:lvl8pPr algn="ctr">
              <a:buNone/>
              <a:defRPr sz="1500" b="0">
                <a:solidFill>
                  <a:srgbClr val="17324D"/>
                </a:solidFill>
                <a:latin typeface="Arial"/>
                <a:ea typeface="Arial"/>
                <a:cs typeface="Arial"/>
              </a:defRPr>
            </a:lvl8pPr>
            <a:lvl9pPr algn="ctr">
              <a:buNone/>
              <a:defRPr sz="1500" b="0">
                <a:solidFill>
                  <a:srgbClr val="17324D"/>
                </a:solidFill>
                <a:latin typeface="Arial"/>
                <a:ea typeface="Arial"/>
                <a:cs typeface="Arial"/>
              </a:defRPr>
            </a:lvl9pPr>
          </a:lstStyle>
          <a:p xmlns:a="http://schemas.openxmlformats.org/drawingml/2006/main">
            <a:pPr algn="ctr">
              <a:buNone/>
              <a:defRPr sz="1500" b="0">
                <a:solidFill>
                  <a:srgbClr val="17324D"/>
                </a:solidFill>
                <a:latin typeface="Arial"/>
                <a:ea typeface="Arial"/>
                <a:cs typeface="Arial"/>
              </a:defRPr>
            </a:pPr>
            <a:r>
              <a:rPr sz="1500" b="0">
                <a:solidFill>
                  <a:srgbClr val="17324D"/>
                </a:solidFill>
                <a:latin typeface="Arial"/>
                <a:ea typeface="Arial"/>
                <a:cs typeface="Arial"/>
              </a:rPr>
              <a:t>test oficial</a:t>
            </a:r>
          </a:p>
        </p:txBody>
      </p:sp>
      <p:sp>
        <p:nvSpPr>
          <p:cNvPr id="25" name="">
            <a:extLst xmlns:a="http://schemas.openxmlformats.org/drawingml/2006/main">
              <a:ext uri="{FF2B5EF4-FFF2-40B4-BE49-F238E27FC236}">
                <a16:creationId xmlns:a16="http://schemas.microsoft.com/office/drawing/2014/main" id="{673896F8-3574-4ADD-A96C-795DE69ABC0A}"/>
              </a:ext>
            </a:extLst>
          </p:cNvPr>
          <p:cNvSpPr>
            <a:spLocks xmlns:a="http://schemas.openxmlformats.org/drawingml/2006/main" noGrp="1"/>
          </p:cNvSpPr>
          <p:nvPr/>
        </p:nvSpPr>
        <p:spPr>
          <a:xfrm xmlns:a="http://schemas.openxmlformats.org/drawingml/2006/main">
            <a:off x="609600" y="58102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0">
                <a:solidFill>
                  <a:srgbClr val="4E5C68"/>
                </a:solidFill>
                <a:latin typeface="Arial"/>
                <a:ea typeface="Arial"/>
                <a:cs typeface="Arial"/>
              </a:defRPr>
            </a:defPPr>
            <a:lvl1pPr algn="l">
              <a:buNone/>
              <a:defRPr sz="1725" b="0">
                <a:solidFill>
                  <a:srgbClr val="4E5C68"/>
                </a:solidFill>
                <a:latin typeface="Arial"/>
                <a:ea typeface="Arial"/>
                <a:cs typeface="Arial"/>
              </a:defRPr>
            </a:lvl1pPr>
            <a:lvl2pPr algn="l">
              <a:buNone/>
              <a:defRPr sz="1725" b="0">
                <a:solidFill>
                  <a:srgbClr val="4E5C68"/>
                </a:solidFill>
                <a:latin typeface="Arial"/>
                <a:ea typeface="Arial"/>
                <a:cs typeface="Arial"/>
              </a:defRPr>
            </a:lvl2pPr>
            <a:lvl3pPr algn="l">
              <a:buNone/>
              <a:defRPr sz="1725" b="0">
                <a:solidFill>
                  <a:srgbClr val="4E5C68"/>
                </a:solidFill>
                <a:latin typeface="Arial"/>
                <a:ea typeface="Arial"/>
                <a:cs typeface="Arial"/>
              </a:defRPr>
            </a:lvl3pPr>
            <a:lvl4pPr algn="l">
              <a:buNone/>
              <a:defRPr sz="1725" b="0">
                <a:solidFill>
                  <a:srgbClr val="4E5C68"/>
                </a:solidFill>
                <a:latin typeface="Arial"/>
                <a:ea typeface="Arial"/>
                <a:cs typeface="Arial"/>
              </a:defRPr>
            </a:lvl4pPr>
            <a:lvl5pPr algn="l">
              <a:buNone/>
              <a:defRPr sz="1725" b="0">
                <a:solidFill>
                  <a:srgbClr val="4E5C68"/>
                </a:solidFill>
                <a:latin typeface="Arial"/>
                <a:ea typeface="Arial"/>
                <a:cs typeface="Arial"/>
              </a:defRPr>
            </a:lvl5pPr>
            <a:lvl6pPr algn="l">
              <a:buNone/>
              <a:defRPr sz="1725" b="0">
                <a:solidFill>
                  <a:srgbClr val="4E5C68"/>
                </a:solidFill>
                <a:latin typeface="Arial"/>
                <a:ea typeface="Arial"/>
                <a:cs typeface="Arial"/>
              </a:defRPr>
            </a:lvl6pPr>
            <a:lvl7pPr algn="l">
              <a:buNone/>
              <a:defRPr sz="1725" b="0">
                <a:solidFill>
                  <a:srgbClr val="4E5C68"/>
                </a:solidFill>
                <a:latin typeface="Arial"/>
                <a:ea typeface="Arial"/>
                <a:cs typeface="Arial"/>
              </a:defRPr>
            </a:lvl7pPr>
            <a:lvl8pPr algn="l">
              <a:buNone/>
              <a:defRPr sz="1725" b="0">
                <a:solidFill>
                  <a:srgbClr val="4E5C68"/>
                </a:solidFill>
                <a:latin typeface="Arial"/>
                <a:ea typeface="Arial"/>
                <a:cs typeface="Arial"/>
              </a:defRPr>
            </a:lvl8pPr>
            <a:lvl9pPr algn="l">
              <a:buNone/>
              <a:defRPr sz="1725" b="0">
                <a:solidFill>
                  <a:srgbClr val="4E5C68"/>
                </a:solidFill>
                <a:latin typeface="Arial"/>
                <a:ea typeface="Arial"/>
                <a:cs typeface="Arial"/>
              </a:defRPr>
            </a:lvl9pPr>
          </a:lstStyle>
          <a:p xmlns:a="http://schemas.openxmlformats.org/drawingml/2006/main">
            <a:pPr algn="l">
              <a:buNone/>
              <a:defRPr sz="1725" b="0">
                <a:solidFill>
                  <a:srgbClr val="4E5C68"/>
                </a:solidFill>
                <a:latin typeface="Arial"/>
                <a:ea typeface="Arial"/>
                <a:cs typeface="Arial"/>
              </a:defRPr>
            </a:pPr>
            <a:r>
              <a:rPr sz="1725" b="0">
                <a:solidFill>
                  <a:srgbClr val="4E5C68"/>
                </a:solidFill>
                <a:latin typeface="Arial"/>
                <a:ea typeface="Arial"/>
                <a:cs typeface="Arial"/>
              </a:rPr>
              <a:t>Adaptación EP2: cambiar el formato, no volver a limpiar. El test sigue separado.</a:t>
            </a:r>
          </a:p>
        </p:txBody>
      </p:sp>
    </p:spTree>
    <p:extLst>
      <p:ext uri="{BB962C8B-B14F-4D97-AF65-F5344CB8AC3E}">
        <p14:creationId xmlns:p14="http://schemas.microsoft.com/office/powerpoint/2010/main" val="114305681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07AE3BCB-B01B-425E-A569-3035DD12DA2D}"/>
              </a:ext>
            </a:extLst>
          </p:cNvPr>
          <p:cNvSpPr>
            <a:spLocks xmlns:a="http://schemas.openxmlformats.org/drawingml/2006/main" noGrp="1"/>
          </p:cNvSpPr>
          <p:nvPr/>
        </p:nvSpPr>
        <p:spPr>
          <a:xfrm xmlns:a="http://schemas.openxmlformats.org/drawingml/2006/main">
            <a:off x="609600" y="3238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7324D"/>
                </a:solidFill>
                <a:latin typeface="Arial"/>
                <a:ea typeface="Arial"/>
                <a:cs typeface="Arial"/>
              </a:defRPr>
            </a:defPPr>
            <a:lvl1pPr algn="l">
              <a:buNone/>
              <a:defRPr sz="3150" b="1">
                <a:solidFill>
                  <a:srgbClr val="17324D"/>
                </a:solidFill>
                <a:latin typeface="Arial"/>
                <a:ea typeface="Arial"/>
                <a:cs typeface="Arial"/>
              </a:defRPr>
            </a:lvl1pPr>
            <a:lvl2pPr algn="l">
              <a:buNone/>
              <a:defRPr sz="3150" b="1">
                <a:solidFill>
                  <a:srgbClr val="17324D"/>
                </a:solidFill>
                <a:latin typeface="Arial"/>
                <a:ea typeface="Arial"/>
                <a:cs typeface="Arial"/>
              </a:defRPr>
            </a:lvl2pPr>
            <a:lvl3pPr algn="l">
              <a:buNone/>
              <a:defRPr sz="3150" b="1">
                <a:solidFill>
                  <a:srgbClr val="17324D"/>
                </a:solidFill>
                <a:latin typeface="Arial"/>
                <a:ea typeface="Arial"/>
                <a:cs typeface="Arial"/>
              </a:defRPr>
            </a:lvl3pPr>
            <a:lvl4pPr algn="l">
              <a:buNone/>
              <a:defRPr sz="3150" b="1">
                <a:solidFill>
                  <a:srgbClr val="17324D"/>
                </a:solidFill>
                <a:latin typeface="Arial"/>
                <a:ea typeface="Arial"/>
                <a:cs typeface="Arial"/>
              </a:defRPr>
            </a:lvl4pPr>
            <a:lvl5pPr algn="l">
              <a:buNone/>
              <a:defRPr sz="3150" b="1">
                <a:solidFill>
                  <a:srgbClr val="17324D"/>
                </a:solidFill>
                <a:latin typeface="Arial"/>
                <a:ea typeface="Arial"/>
                <a:cs typeface="Arial"/>
              </a:defRPr>
            </a:lvl5pPr>
            <a:lvl6pPr algn="l">
              <a:buNone/>
              <a:defRPr sz="3150" b="1">
                <a:solidFill>
                  <a:srgbClr val="17324D"/>
                </a:solidFill>
                <a:latin typeface="Arial"/>
                <a:ea typeface="Arial"/>
                <a:cs typeface="Arial"/>
              </a:defRPr>
            </a:lvl6pPr>
            <a:lvl7pPr algn="l">
              <a:buNone/>
              <a:defRPr sz="3150" b="1">
                <a:solidFill>
                  <a:srgbClr val="17324D"/>
                </a:solidFill>
                <a:latin typeface="Arial"/>
                <a:ea typeface="Arial"/>
                <a:cs typeface="Arial"/>
              </a:defRPr>
            </a:lvl7pPr>
            <a:lvl8pPr algn="l">
              <a:buNone/>
              <a:defRPr sz="3150" b="1">
                <a:solidFill>
                  <a:srgbClr val="17324D"/>
                </a:solidFill>
                <a:latin typeface="Arial"/>
                <a:ea typeface="Arial"/>
                <a:cs typeface="Arial"/>
              </a:defRPr>
            </a:lvl8pPr>
            <a:lvl9pPr algn="l">
              <a:buNone/>
              <a:defRPr sz="3150" b="1">
                <a:solidFill>
                  <a:srgbClr val="17324D"/>
                </a:solidFill>
                <a:latin typeface="Arial"/>
                <a:ea typeface="Arial"/>
                <a:cs typeface="Arial"/>
              </a:defRPr>
            </a:lvl9pPr>
          </a:lstStyle>
          <a:p xmlns:a="http://schemas.openxmlformats.org/drawingml/2006/main">
            <a:pPr algn="l">
              <a:buNone/>
              <a:defRPr sz="3150" b="1">
                <a:solidFill>
                  <a:srgbClr val="17324D"/>
                </a:solidFill>
                <a:latin typeface="Arial"/>
                <a:ea typeface="Arial"/>
                <a:cs typeface="Arial"/>
              </a:defRPr>
            </a:pPr>
            <a:r>
              <a:rPr sz="3150" b="1">
                <a:solidFill>
                  <a:srgbClr val="17324D"/>
                </a:solidFill>
                <a:latin typeface="Arial"/>
                <a:ea typeface="Arial"/>
                <a:cs typeface="Arial"/>
              </a:rPr>
              <a:t>Arquitectura: aprender patrones espaciales</a:t>
            </a:r>
          </a:p>
        </p:txBody>
      </p:sp>
      <p:sp>
        <p:nvSpPr>
          <p:cNvPr id="2" name="">
            <a:extLst xmlns:a="http://schemas.openxmlformats.org/drawingml/2006/main">
              <a:ext uri="{FF2B5EF4-FFF2-40B4-BE49-F238E27FC236}">
                <a16:creationId xmlns:a16="http://schemas.microsoft.com/office/drawing/2014/main" id="{959069BE-0739-4970-A7F6-1D17D5F048BB}"/>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0">
                <a:solidFill>
                  <a:srgbClr val="4E5C68"/>
                </a:solidFill>
                <a:latin typeface="Arial"/>
                <a:ea typeface="Arial"/>
                <a:cs typeface="Arial"/>
              </a:defRPr>
            </a:defPPr>
            <a:lvl1pPr algn="r">
              <a:buNone/>
              <a:defRPr sz="1200" b="0">
                <a:solidFill>
                  <a:srgbClr val="4E5C68"/>
                </a:solidFill>
                <a:latin typeface="Arial"/>
                <a:ea typeface="Arial"/>
                <a:cs typeface="Arial"/>
              </a:defRPr>
            </a:lvl1pPr>
            <a:lvl2pPr algn="r">
              <a:buNone/>
              <a:defRPr sz="1200" b="0">
                <a:solidFill>
                  <a:srgbClr val="4E5C68"/>
                </a:solidFill>
                <a:latin typeface="Arial"/>
                <a:ea typeface="Arial"/>
                <a:cs typeface="Arial"/>
              </a:defRPr>
            </a:lvl2pPr>
            <a:lvl3pPr algn="r">
              <a:buNone/>
              <a:defRPr sz="1200" b="0">
                <a:solidFill>
                  <a:srgbClr val="4E5C68"/>
                </a:solidFill>
                <a:latin typeface="Arial"/>
                <a:ea typeface="Arial"/>
                <a:cs typeface="Arial"/>
              </a:defRPr>
            </a:lvl3pPr>
            <a:lvl4pPr algn="r">
              <a:buNone/>
              <a:defRPr sz="1200" b="0">
                <a:solidFill>
                  <a:srgbClr val="4E5C68"/>
                </a:solidFill>
                <a:latin typeface="Arial"/>
                <a:ea typeface="Arial"/>
                <a:cs typeface="Arial"/>
              </a:defRPr>
            </a:lvl4pPr>
            <a:lvl5pPr algn="r">
              <a:buNone/>
              <a:defRPr sz="1200" b="0">
                <a:solidFill>
                  <a:srgbClr val="4E5C68"/>
                </a:solidFill>
                <a:latin typeface="Arial"/>
                <a:ea typeface="Arial"/>
                <a:cs typeface="Arial"/>
              </a:defRPr>
            </a:lvl5pPr>
            <a:lvl6pPr algn="r">
              <a:buNone/>
              <a:defRPr sz="1200" b="0">
                <a:solidFill>
                  <a:srgbClr val="4E5C68"/>
                </a:solidFill>
                <a:latin typeface="Arial"/>
                <a:ea typeface="Arial"/>
                <a:cs typeface="Arial"/>
              </a:defRPr>
            </a:lvl6pPr>
            <a:lvl7pPr algn="r">
              <a:buNone/>
              <a:defRPr sz="1200" b="0">
                <a:solidFill>
                  <a:srgbClr val="4E5C68"/>
                </a:solidFill>
                <a:latin typeface="Arial"/>
                <a:ea typeface="Arial"/>
                <a:cs typeface="Arial"/>
              </a:defRPr>
            </a:lvl7pPr>
            <a:lvl8pPr algn="r">
              <a:buNone/>
              <a:defRPr sz="1200" b="0">
                <a:solidFill>
                  <a:srgbClr val="4E5C68"/>
                </a:solidFill>
                <a:latin typeface="Arial"/>
                <a:ea typeface="Arial"/>
                <a:cs typeface="Arial"/>
              </a:defRPr>
            </a:lvl8pPr>
            <a:lvl9pPr algn="r">
              <a:buNone/>
              <a:defRPr sz="1200" b="0">
                <a:solidFill>
                  <a:srgbClr val="4E5C68"/>
                </a:solidFill>
                <a:latin typeface="Arial"/>
                <a:ea typeface="Arial"/>
                <a:cs typeface="Arial"/>
              </a:defRPr>
            </a:lvl9pPr>
          </a:lstStyle>
          <a:p xmlns:a="http://schemas.openxmlformats.org/drawingml/2006/main">
            <a:pPr algn="r">
              <a:buNone/>
              <a:defRPr sz="1200" b="0">
                <a:solidFill>
                  <a:srgbClr val="4E5C68"/>
                </a:solidFill>
                <a:latin typeface="Arial"/>
                <a:ea typeface="Arial"/>
                <a:cs typeface="Arial"/>
              </a:defRPr>
            </a:pPr>
            <a:r>
              <a:rPr sz="1200" b="0">
                <a:solidFill>
                  <a:srgbClr val="4E5C68"/>
                </a:solidFill>
                <a:latin typeface="Arial"/>
                <a:ea typeface="Arial"/>
                <a:cs typeface="Arial"/>
              </a:rPr>
              <a:t>4 / 10</a:t>
            </a:r>
          </a:p>
        </p:txBody>
      </p:sp>
      <p:sp>
        <p:nvSpPr>
          <p:cNvPr id="3" name="">
            <a:extLst xmlns:a="http://schemas.openxmlformats.org/drawingml/2006/main">
              <a:ext uri="{FF2B5EF4-FFF2-40B4-BE49-F238E27FC236}">
                <a16:creationId xmlns:a16="http://schemas.microsoft.com/office/drawing/2014/main" id="{B3370A88-6F4B-4AEE-B795-9DE39992A967}"/>
              </a:ext>
            </a:extLst>
          </p:cNvPr>
          <p:cNvSpPr>
            <a:spLocks xmlns:a="http://schemas.openxmlformats.org/drawingml/2006/main" noGrp="1"/>
          </p:cNvSpPr>
          <p:nvPr/>
        </p:nvSpPr>
        <p:spPr>
          <a:xfrm xmlns:a="http://schemas.openxmlformats.org/drawingml/2006/main">
            <a:off x="609600" y="1666875"/>
            <a:ext cx="1714500" cy="1143000"/>
          </a:xfrm>
          <a:prstGeom xmlns:a="http://schemas.openxmlformats.org/drawingml/2006/main" prst="roundRect">
            <a:avLst>
              <a:gd name="adj" fmla="val 6667"/>
            </a:avLst>
          </a:prstGeom>
          <a:solidFill xmlns:a="http://schemas.openxmlformats.org/drawingml/2006/main">
            <a:srgbClr val="EAF4F5"/>
          </a:solidFill>
          <a:ln xmlns:a="http://schemas.openxmlformats.org/drawingml/2006/main" w="14288">
            <a:solidFill>
              <a:srgbClr val="087F8C"/>
            </a:solidFill>
            <a:prstDash val="solid"/>
          </a:ln>
        </p:spPr>
      </p:sp>
      <p:sp>
        <p:nvSpPr>
          <p:cNvPr id="4" name="">
            <a:extLst xmlns:a="http://schemas.openxmlformats.org/drawingml/2006/main">
              <a:ext uri="{FF2B5EF4-FFF2-40B4-BE49-F238E27FC236}">
                <a16:creationId xmlns:a16="http://schemas.microsoft.com/office/drawing/2014/main" id="{91DB2DA7-0551-4FC8-99E1-893E9CCDDD52}"/>
              </a:ext>
            </a:extLst>
          </p:cNvPr>
          <p:cNvSpPr>
            <a:spLocks xmlns:a="http://schemas.openxmlformats.org/drawingml/2006/main" noGrp="1"/>
          </p:cNvSpPr>
          <p:nvPr/>
        </p:nvSpPr>
        <p:spPr>
          <a:xfrm xmlns:a="http://schemas.openxmlformats.org/drawingml/2006/main">
            <a:off x="723900" y="1743075"/>
            <a:ext cx="1485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7324D"/>
                </a:solidFill>
                <a:latin typeface="Arial"/>
                <a:ea typeface="Arial"/>
                <a:cs typeface="Arial"/>
              </a:defRPr>
            </a:defPPr>
            <a:lvl1pPr algn="ctr">
              <a:buNone/>
              <a:defRPr sz="1725" b="1">
                <a:solidFill>
                  <a:srgbClr val="17324D"/>
                </a:solidFill>
                <a:latin typeface="Arial"/>
                <a:ea typeface="Arial"/>
                <a:cs typeface="Arial"/>
              </a:defRPr>
            </a:lvl1pPr>
            <a:lvl2pPr algn="ctr">
              <a:buNone/>
              <a:defRPr sz="1725" b="1">
                <a:solidFill>
                  <a:srgbClr val="17324D"/>
                </a:solidFill>
                <a:latin typeface="Arial"/>
                <a:ea typeface="Arial"/>
                <a:cs typeface="Arial"/>
              </a:defRPr>
            </a:lvl2pPr>
            <a:lvl3pPr algn="ctr">
              <a:buNone/>
              <a:defRPr sz="1725" b="1">
                <a:solidFill>
                  <a:srgbClr val="17324D"/>
                </a:solidFill>
                <a:latin typeface="Arial"/>
                <a:ea typeface="Arial"/>
                <a:cs typeface="Arial"/>
              </a:defRPr>
            </a:lvl3pPr>
            <a:lvl4pPr algn="ctr">
              <a:buNone/>
              <a:defRPr sz="1725" b="1">
                <a:solidFill>
                  <a:srgbClr val="17324D"/>
                </a:solidFill>
                <a:latin typeface="Arial"/>
                <a:ea typeface="Arial"/>
                <a:cs typeface="Arial"/>
              </a:defRPr>
            </a:lvl4pPr>
            <a:lvl5pPr algn="ctr">
              <a:buNone/>
              <a:defRPr sz="1725" b="1">
                <a:solidFill>
                  <a:srgbClr val="17324D"/>
                </a:solidFill>
                <a:latin typeface="Arial"/>
                <a:ea typeface="Arial"/>
                <a:cs typeface="Arial"/>
              </a:defRPr>
            </a:lvl5pPr>
            <a:lvl6pPr algn="ctr">
              <a:buNone/>
              <a:defRPr sz="1725" b="1">
                <a:solidFill>
                  <a:srgbClr val="17324D"/>
                </a:solidFill>
                <a:latin typeface="Arial"/>
                <a:ea typeface="Arial"/>
                <a:cs typeface="Arial"/>
              </a:defRPr>
            </a:lvl6pPr>
            <a:lvl7pPr algn="ctr">
              <a:buNone/>
              <a:defRPr sz="1725" b="1">
                <a:solidFill>
                  <a:srgbClr val="17324D"/>
                </a:solidFill>
                <a:latin typeface="Arial"/>
                <a:ea typeface="Arial"/>
                <a:cs typeface="Arial"/>
              </a:defRPr>
            </a:lvl7pPr>
            <a:lvl8pPr algn="ctr">
              <a:buNone/>
              <a:defRPr sz="1725" b="1">
                <a:solidFill>
                  <a:srgbClr val="17324D"/>
                </a:solidFill>
                <a:latin typeface="Arial"/>
                <a:ea typeface="Arial"/>
                <a:cs typeface="Arial"/>
              </a:defRPr>
            </a:lvl8pPr>
            <a:lvl9pPr algn="ctr">
              <a:buNone/>
              <a:defRPr sz="1725" b="1">
                <a:solidFill>
                  <a:srgbClr val="17324D"/>
                </a:solidFill>
                <a:latin typeface="Arial"/>
                <a:ea typeface="Arial"/>
                <a:cs typeface="Arial"/>
              </a:defRPr>
            </a:lvl9pPr>
          </a:lstStyle>
          <a:p xmlns:a="http://schemas.openxmlformats.org/drawingml/2006/main">
            <a:pPr algn="ctr">
              <a:buNone/>
              <a:defRPr sz="1725" b="1">
                <a:solidFill>
                  <a:srgbClr val="17324D"/>
                </a:solidFill>
                <a:latin typeface="Arial"/>
                <a:ea typeface="Arial"/>
                <a:cs typeface="Arial"/>
              </a:defRPr>
            </a:pPr>
            <a:r>
              <a:rPr sz="1725" b="1">
                <a:solidFill>
                  <a:srgbClr val="17324D"/>
                </a:solidFill>
                <a:latin typeface="Arial"/>
                <a:ea typeface="Arial"/>
                <a:cs typeface="Arial"/>
              </a:rPr>
              <a:t>Entrada</a:t>
            </a:r>
          </a:p>
        </p:txBody>
      </p:sp>
      <p:sp>
        <p:nvSpPr>
          <p:cNvPr id="5" name="">
            <a:extLst xmlns:a="http://schemas.openxmlformats.org/drawingml/2006/main">
              <a:ext uri="{FF2B5EF4-FFF2-40B4-BE49-F238E27FC236}">
                <a16:creationId xmlns:a16="http://schemas.microsoft.com/office/drawing/2014/main" id="{82E851AC-CC2E-4683-A554-3070BC411284}"/>
              </a:ext>
            </a:extLst>
          </p:cNvPr>
          <p:cNvSpPr>
            <a:spLocks xmlns:a="http://schemas.openxmlformats.org/drawingml/2006/main" noGrp="1"/>
          </p:cNvSpPr>
          <p:nvPr/>
        </p:nvSpPr>
        <p:spPr>
          <a:xfrm xmlns:a="http://schemas.openxmlformats.org/drawingml/2006/main">
            <a:off x="723900" y="2114550"/>
            <a:ext cx="1485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4E5C68"/>
                </a:solidFill>
                <a:latin typeface="Arial"/>
                <a:ea typeface="Arial"/>
                <a:cs typeface="Arial"/>
              </a:defRPr>
            </a:defPPr>
            <a:lvl1pPr algn="ctr">
              <a:buNone/>
              <a:defRPr sz="1350" b="0">
                <a:solidFill>
                  <a:srgbClr val="4E5C68"/>
                </a:solidFill>
                <a:latin typeface="Arial"/>
                <a:ea typeface="Arial"/>
                <a:cs typeface="Arial"/>
              </a:defRPr>
            </a:lvl1pPr>
            <a:lvl2pPr algn="ctr">
              <a:buNone/>
              <a:defRPr sz="1350" b="0">
                <a:solidFill>
                  <a:srgbClr val="4E5C68"/>
                </a:solidFill>
                <a:latin typeface="Arial"/>
                <a:ea typeface="Arial"/>
                <a:cs typeface="Arial"/>
              </a:defRPr>
            </a:lvl2pPr>
            <a:lvl3pPr algn="ctr">
              <a:buNone/>
              <a:defRPr sz="1350" b="0">
                <a:solidFill>
                  <a:srgbClr val="4E5C68"/>
                </a:solidFill>
                <a:latin typeface="Arial"/>
                <a:ea typeface="Arial"/>
                <a:cs typeface="Arial"/>
              </a:defRPr>
            </a:lvl3pPr>
            <a:lvl4pPr algn="ctr">
              <a:buNone/>
              <a:defRPr sz="1350" b="0">
                <a:solidFill>
                  <a:srgbClr val="4E5C68"/>
                </a:solidFill>
                <a:latin typeface="Arial"/>
                <a:ea typeface="Arial"/>
                <a:cs typeface="Arial"/>
              </a:defRPr>
            </a:lvl4pPr>
            <a:lvl5pPr algn="ctr">
              <a:buNone/>
              <a:defRPr sz="1350" b="0">
                <a:solidFill>
                  <a:srgbClr val="4E5C68"/>
                </a:solidFill>
                <a:latin typeface="Arial"/>
                <a:ea typeface="Arial"/>
                <a:cs typeface="Arial"/>
              </a:defRPr>
            </a:lvl5pPr>
            <a:lvl6pPr algn="ctr">
              <a:buNone/>
              <a:defRPr sz="1350" b="0">
                <a:solidFill>
                  <a:srgbClr val="4E5C68"/>
                </a:solidFill>
                <a:latin typeface="Arial"/>
                <a:ea typeface="Arial"/>
                <a:cs typeface="Arial"/>
              </a:defRPr>
            </a:lvl6pPr>
            <a:lvl7pPr algn="ctr">
              <a:buNone/>
              <a:defRPr sz="1350" b="0">
                <a:solidFill>
                  <a:srgbClr val="4E5C68"/>
                </a:solidFill>
                <a:latin typeface="Arial"/>
                <a:ea typeface="Arial"/>
                <a:cs typeface="Arial"/>
              </a:defRPr>
            </a:lvl7pPr>
            <a:lvl8pPr algn="ctr">
              <a:buNone/>
              <a:defRPr sz="1350" b="0">
                <a:solidFill>
                  <a:srgbClr val="4E5C68"/>
                </a:solidFill>
                <a:latin typeface="Arial"/>
                <a:ea typeface="Arial"/>
                <a:cs typeface="Arial"/>
              </a:defRPr>
            </a:lvl8pPr>
            <a:lvl9pPr algn="ctr">
              <a:buNone/>
              <a:defRPr sz="1350" b="0">
                <a:solidFill>
                  <a:srgbClr val="4E5C68"/>
                </a:solidFill>
                <a:latin typeface="Arial"/>
                <a:ea typeface="Arial"/>
                <a:cs typeface="Arial"/>
              </a:defRPr>
            </a:lvl9pPr>
          </a:lstStyle>
          <a:p xmlns:a="http://schemas.openxmlformats.org/drawingml/2006/main">
            <a:pPr algn="ctr">
              <a:buNone/>
              <a:defRPr sz="1350" b="0">
                <a:solidFill>
                  <a:srgbClr val="4E5C68"/>
                </a:solidFill>
                <a:latin typeface="Arial"/>
                <a:ea typeface="Arial"/>
                <a:cs typeface="Arial"/>
              </a:defRPr>
            </a:pPr>
            <a:r>
              <a:rPr sz="1350" b="0">
                <a:solidFill>
                  <a:srgbClr val="4E5C68"/>
                </a:solidFill>
                <a:latin typeface="Arial"/>
                <a:ea typeface="Arial"/>
                <a:cs typeface="Arial"/>
              </a:rPr>
              <a:t>28×28×1</a:t>
            </a:r>
          </a:p>
        </p:txBody>
      </p:sp>
      <p:sp>
        <p:nvSpPr>
          <p:cNvPr id="6" name="">
            <a:extLst xmlns:a="http://schemas.openxmlformats.org/drawingml/2006/main">
              <a:ext uri="{FF2B5EF4-FFF2-40B4-BE49-F238E27FC236}">
                <a16:creationId xmlns:a16="http://schemas.microsoft.com/office/drawing/2014/main" id="{B5935AD9-773B-46B3-951E-671523D7839F}"/>
              </a:ext>
            </a:extLst>
          </p:cNvPr>
          <p:cNvSpPr>
            <a:spLocks xmlns:a="http://schemas.openxmlformats.org/drawingml/2006/main" noGrp="1"/>
          </p:cNvSpPr>
          <p:nvPr/>
        </p:nvSpPr>
        <p:spPr>
          <a:xfrm xmlns:a="http://schemas.openxmlformats.org/drawingml/2006/main">
            <a:off x="2400300" y="2028825"/>
            <a:ext cx="266700" cy="381000"/>
          </a:xfrm>
          <a:prstGeom xmlns:a="http://schemas.openxmlformats.org/drawingml/2006/main" prst="rightArrow">
            <a:avLst/>
          </a:prstGeom>
          <a:solidFill xmlns:a="http://schemas.openxmlformats.org/drawingml/2006/main">
            <a:srgbClr val="087F8C"/>
          </a:solidFill>
          <a:ln xmlns:a="http://schemas.openxmlformats.org/drawingml/2006/main" w="0">
            <a:solidFill>
              <a:srgbClr val="087F8C"/>
            </a:solidFill>
            <a:prstDash val="solid"/>
          </a:ln>
        </p:spPr>
      </p:sp>
      <p:sp>
        <p:nvSpPr>
          <p:cNvPr id="7" name="">
            <a:extLst xmlns:a="http://schemas.openxmlformats.org/drawingml/2006/main">
              <a:ext uri="{FF2B5EF4-FFF2-40B4-BE49-F238E27FC236}">
                <a16:creationId xmlns:a16="http://schemas.microsoft.com/office/drawing/2014/main" id="{BE59C2B6-72F4-4B15-91A7-ACC2B3CC98C9}"/>
              </a:ext>
            </a:extLst>
          </p:cNvPr>
          <p:cNvSpPr>
            <a:spLocks xmlns:a="http://schemas.openxmlformats.org/drawingml/2006/main" noGrp="1"/>
          </p:cNvSpPr>
          <p:nvPr/>
        </p:nvSpPr>
        <p:spPr>
          <a:xfrm xmlns:a="http://schemas.openxmlformats.org/drawingml/2006/main">
            <a:off x="2667000" y="1666875"/>
            <a:ext cx="1809750" cy="1143000"/>
          </a:xfrm>
          <a:prstGeom xmlns:a="http://schemas.openxmlformats.org/drawingml/2006/main" prst="roundRect">
            <a:avLst>
              <a:gd name="adj" fmla="val 6667"/>
            </a:avLst>
          </a:prstGeom>
          <a:solidFill xmlns:a="http://schemas.openxmlformats.org/drawingml/2006/main">
            <a:srgbClr val="EAF4F5"/>
          </a:solidFill>
          <a:ln xmlns:a="http://schemas.openxmlformats.org/drawingml/2006/main" w="14288">
            <a:solidFill>
              <a:srgbClr val="087F8C"/>
            </a:solidFill>
            <a:prstDash val="solid"/>
          </a:ln>
        </p:spPr>
      </p:sp>
      <p:sp>
        <p:nvSpPr>
          <p:cNvPr id="8" name="">
            <a:extLst xmlns:a="http://schemas.openxmlformats.org/drawingml/2006/main">
              <a:ext uri="{FF2B5EF4-FFF2-40B4-BE49-F238E27FC236}">
                <a16:creationId xmlns:a16="http://schemas.microsoft.com/office/drawing/2014/main" id="{7D1756D0-4C5D-4242-A5D7-FFD46ABA93CF}"/>
              </a:ext>
            </a:extLst>
          </p:cNvPr>
          <p:cNvSpPr>
            <a:spLocks xmlns:a="http://schemas.openxmlformats.org/drawingml/2006/main" noGrp="1"/>
          </p:cNvSpPr>
          <p:nvPr/>
        </p:nvSpPr>
        <p:spPr>
          <a:xfrm xmlns:a="http://schemas.openxmlformats.org/drawingml/2006/main">
            <a:off x="2781300" y="1743075"/>
            <a:ext cx="1581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7324D"/>
                </a:solidFill>
                <a:latin typeface="Arial"/>
                <a:ea typeface="Arial"/>
                <a:cs typeface="Arial"/>
              </a:defRPr>
            </a:defPPr>
            <a:lvl1pPr algn="ctr">
              <a:buNone/>
              <a:defRPr sz="1725" b="1">
                <a:solidFill>
                  <a:srgbClr val="17324D"/>
                </a:solidFill>
                <a:latin typeface="Arial"/>
                <a:ea typeface="Arial"/>
                <a:cs typeface="Arial"/>
              </a:defRPr>
            </a:lvl1pPr>
            <a:lvl2pPr algn="ctr">
              <a:buNone/>
              <a:defRPr sz="1725" b="1">
                <a:solidFill>
                  <a:srgbClr val="17324D"/>
                </a:solidFill>
                <a:latin typeface="Arial"/>
                <a:ea typeface="Arial"/>
                <a:cs typeface="Arial"/>
              </a:defRPr>
            </a:lvl2pPr>
            <a:lvl3pPr algn="ctr">
              <a:buNone/>
              <a:defRPr sz="1725" b="1">
                <a:solidFill>
                  <a:srgbClr val="17324D"/>
                </a:solidFill>
                <a:latin typeface="Arial"/>
                <a:ea typeface="Arial"/>
                <a:cs typeface="Arial"/>
              </a:defRPr>
            </a:lvl3pPr>
            <a:lvl4pPr algn="ctr">
              <a:buNone/>
              <a:defRPr sz="1725" b="1">
                <a:solidFill>
                  <a:srgbClr val="17324D"/>
                </a:solidFill>
                <a:latin typeface="Arial"/>
                <a:ea typeface="Arial"/>
                <a:cs typeface="Arial"/>
              </a:defRPr>
            </a:lvl4pPr>
            <a:lvl5pPr algn="ctr">
              <a:buNone/>
              <a:defRPr sz="1725" b="1">
                <a:solidFill>
                  <a:srgbClr val="17324D"/>
                </a:solidFill>
                <a:latin typeface="Arial"/>
                <a:ea typeface="Arial"/>
                <a:cs typeface="Arial"/>
              </a:defRPr>
            </a:lvl5pPr>
            <a:lvl6pPr algn="ctr">
              <a:buNone/>
              <a:defRPr sz="1725" b="1">
                <a:solidFill>
                  <a:srgbClr val="17324D"/>
                </a:solidFill>
                <a:latin typeface="Arial"/>
                <a:ea typeface="Arial"/>
                <a:cs typeface="Arial"/>
              </a:defRPr>
            </a:lvl6pPr>
            <a:lvl7pPr algn="ctr">
              <a:buNone/>
              <a:defRPr sz="1725" b="1">
                <a:solidFill>
                  <a:srgbClr val="17324D"/>
                </a:solidFill>
                <a:latin typeface="Arial"/>
                <a:ea typeface="Arial"/>
                <a:cs typeface="Arial"/>
              </a:defRPr>
            </a:lvl7pPr>
            <a:lvl8pPr algn="ctr">
              <a:buNone/>
              <a:defRPr sz="1725" b="1">
                <a:solidFill>
                  <a:srgbClr val="17324D"/>
                </a:solidFill>
                <a:latin typeface="Arial"/>
                <a:ea typeface="Arial"/>
                <a:cs typeface="Arial"/>
              </a:defRPr>
            </a:lvl8pPr>
            <a:lvl9pPr algn="ctr">
              <a:buNone/>
              <a:defRPr sz="1725" b="1">
                <a:solidFill>
                  <a:srgbClr val="17324D"/>
                </a:solidFill>
                <a:latin typeface="Arial"/>
                <a:ea typeface="Arial"/>
                <a:cs typeface="Arial"/>
              </a:defRPr>
            </a:lvl9pPr>
          </a:lstStyle>
          <a:p xmlns:a="http://schemas.openxmlformats.org/drawingml/2006/main">
            <a:pPr algn="ctr">
              <a:buNone/>
              <a:defRPr sz="1725" b="1">
                <a:solidFill>
                  <a:srgbClr val="17324D"/>
                </a:solidFill>
                <a:latin typeface="Arial"/>
                <a:ea typeface="Arial"/>
                <a:cs typeface="Arial"/>
              </a:defRPr>
            </a:pPr>
            <a:r>
              <a:rPr sz="1725" b="1">
                <a:solidFill>
                  <a:srgbClr val="17324D"/>
                </a:solidFill>
                <a:latin typeface="Arial"/>
                <a:ea typeface="Arial"/>
                <a:cs typeface="Arial"/>
              </a:rPr>
              <a:t>Conv + Pool</a:t>
            </a:r>
          </a:p>
        </p:txBody>
      </p:sp>
      <p:sp>
        <p:nvSpPr>
          <p:cNvPr id="9" name="">
            <a:extLst xmlns:a="http://schemas.openxmlformats.org/drawingml/2006/main">
              <a:ext uri="{FF2B5EF4-FFF2-40B4-BE49-F238E27FC236}">
                <a16:creationId xmlns:a16="http://schemas.microsoft.com/office/drawing/2014/main" id="{F52FA569-2002-4B1F-BD31-9C1E4FF2AE0F}"/>
              </a:ext>
            </a:extLst>
          </p:cNvPr>
          <p:cNvSpPr>
            <a:spLocks xmlns:a="http://schemas.openxmlformats.org/drawingml/2006/main" noGrp="1"/>
          </p:cNvSpPr>
          <p:nvPr/>
        </p:nvSpPr>
        <p:spPr>
          <a:xfrm xmlns:a="http://schemas.openxmlformats.org/drawingml/2006/main">
            <a:off x="2781300" y="2114550"/>
            <a:ext cx="15811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4E5C68"/>
                </a:solidFill>
                <a:latin typeface="Arial"/>
                <a:ea typeface="Arial"/>
                <a:cs typeface="Arial"/>
              </a:defRPr>
            </a:defPPr>
            <a:lvl1pPr algn="ctr">
              <a:buNone/>
              <a:defRPr sz="1350" b="0">
                <a:solidFill>
                  <a:srgbClr val="4E5C68"/>
                </a:solidFill>
                <a:latin typeface="Arial"/>
                <a:ea typeface="Arial"/>
                <a:cs typeface="Arial"/>
              </a:defRPr>
            </a:lvl1pPr>
            <a:lvl2pPr algn="ctr">
              <a:buNone/>
              <a:defRPr sz="1350" b="0">
                <a:solidFill>
                  <a:srgbClr val="4E5C68"/>
                </a:solidFill>
                <a:latin typeface="Arial"/>
                <a:ea typeface="Arial"/>
                <a:cs typeface="Arial"/>
              </a:defRPr>
            </a:lvl2pPr>
            <a:lvl3pPr algn="ctr">
              <a:buNone/>
              <a:defRPr sz="1350" b="0">
                <a:solidFill>
                  <a:srgbClr val="4E5C68"/>
                </a:solidFill>
                <a:latin typeface="Arial"/>
                <a:ea typeface="Arial"/>
                <a:cs typeface="Arial"/>
              </a:defRPr>
            </a:lvl3pPr>
            <a:lvl4pPr algn="ctr">
              <a:buNone/>
              <a:defRPr sz="1350" b="0">
                <a:solidFill>
                  <a:srgbClr val="4E5C68"/>
                </a:solidFill>
                <a:latin typeface="Arial"/>
                <a:ea typeface="Arial"/>
                <a:cs typeface="Arial"/>
              </a:defRPr>
            </a:lvl4pPr>
            <a:lvl5pPr algn="ctr">
              <a:buNone/>
              <a:defRPr sz="1350" b="0">
                <a:solidFill>
                  <a:srgbClr val="4E5C68"/>
                </a:solidFill>
                <a:latin typeface="Arial"/>
                <a:ea typeface="Arial"/>
                <a:cs typeface="Arial"/>
              </a:defRPr>
            </a:lvl5pPr>
            <a:lvl6pPr algn="ctr">
              <a:buNone/>
              <a:defRPr sz="1350" b="0">
                <a:solidFill>
                  <a:srgbClr val="4E5C68"/>
                </a:solidFill>
                <a:latin typeface="Arial"/>
                <a:ea typeface="Arial"/>
                <a:cs typeface="Arial"/>
              </a:defRPr>
            </a:lvl6pPr>
            <a:lvl7pPr algn="ctr">
              <a:buNone/>
              <a:defRPr sz="1350" b="0">
                <a:solidFill>
                  <a:srgbClr val="4E5C68"/>
                </a:solidFill>
                <a:latin typeface="Arial"/>
                <a:ea typeface="Arial"/>
                <a:cs typeface="Arial"/>
              </a:defRPr>
            </a:lvl7pPr>
            <a:lvl8pPr algn="ctr">
              <a:buNone/>
              <a:defRPr sz="1350" b="0">
                <a:solidFill>
                  <a:srgbClr val="4E5C68"/>
                </a:solidFill>
                <a:latin typeface="Arial"/>
                <a:ea typeface="Arial"/>
                <a:cs typeface="Arial"/>
              </a:defRPr>
            </a:lvl8pPr>
            <a:lvl9pPr algn="ctr">
              <a:buNone/>
              <a:defRPr sz="1350" b="0">
                <a:solidFill>
                  <a:srgbClr val="4E5C68"/>
                </a:solidFill>
                <a:latin typeface="Arial"/>
                <a:ea typeface="Arial"/>
                <a:cs typeface="Arial"/>
              </a:defRPr>
            </a:lvl9pPr>
          </a:lstStyle>
          <a:p xmlns:a="http://schemas.openxmlformats.org/drawingml/2006/main">
            <a:pPr algn="ctr">
              <a:buNone/>
              <a:defRPr sz="1350" b="0">
                <a:solidFill>
                  <a:srgbClr val="4E5C68"/>
                </a:solidFill>
                <a:latin typeface="Arial"/>
                <a:ea typeface="Arial"/>
                <a:cs typeface="Arial"/>
              </a:defRPr>
            </a:pPr>
            <a:r>
              <a:rPr sz="1350" b="0">
                <a:solidFill>
                  <a:srgbClr val="4E5C68"/>
                </a:solidFill>
                <a:latin typeface="Arial"/>
                <a:ea typeface="Arial"/>
                <a:cs typeface="Arial"/>
              </a:rPr>
              <a:t>32 filtros</a:t>
            </a:r>
          </a:p>
          <a:p xmlns:a="http://schemas.openxmlformats.org/drawingml/2006/main">
            <a:pPr algn="ctr">
              <a:buNone/>
              <a:defRPr sz="1350" b="0">
                <a:solidFill>
                  <a:srgbClr val="4E5C68"/>
                </a:solidFill>
                <a:latin typeface="Arial"/>
                <a:ea typeface="Arial"/>
                <a:cs typeface="Arial"/>
              </a:defRPr>
            </a:pPr>
            <a:r>
              <a:rPr sz="1350" b="0">
                <a:solidFill>
                  <a:srgbClr val="4E5C68"/>
                </a:solidFill>
                <a:latin typeface="Arial"/>
                <a:ea typeface="Arial"/>
                <a:cs typeface="Arial"/>
              </a:rPr>
              <a:t>14 × 14 × 32</a:t>
            </a:r>
          </a:p>
        </p:txBody>
      </p:sp>
      <p:sp>
        <p:nvSpPr>
          <p:cNvPr id="10" name="">
            <a:extLst xmlns:a="http://schemas.openxmlformats.org/drawingml/2006/main">
              <a:ext uri="{FF2B5EF4-FFF2-40B4-BE49-F238E27FC236}">
                <a16:creationId xmlns:a16="http://schemas.microsoft.com/office/drawing/2014/main" id="{E65375B3-FD38-4F8C-B335-AEAE2BB84129}"/>
              </a:ext>
            </a:extLst>
          </p:cNvPr>
          <p:cNvSpPr>
            <a:spLocks xmlns:a="http://schemas.openxmlformats.org/drawingml/2006/main" noGrp="1"/>
          </p:cNvSpPr>
          <p:nvPr/>
        </p:nvSpPr>
        <p:spPr>
          <a:xfrm xmlns:a="http://schemas.openxmlformats.org/drawingml/2006/main">
            <a:off x="4552950" y="2028825"/>
            <a:ext cx="266700" cy="381000"/>
          </a:xfrm>
          <a:prstGeom xmlns:a="http://schemas.openxmlformats.org/drawingml/2006/main" prst="rightArrow">
            <a:avLst/>
          </a:prstGeom>
          <a:solidFill xmlns:a="http://schemas.openxmlformats.org/drawingml/2006/main">
            <a:srgbClr val="087F8C"/>
          </a:solidFill>
          <a:ln xmlns:a="http://schemas.openxmlformats.org/drawingml/2006/main" w="0">
            <a:solidFill>
              <a:srgbClr val="087F8C"/>
            </a:solidFill>
            <a:prstDash val="solid"/>
          </a:ln>
        </p:spPr>
      </p:sp>
      <p:sp>
        <p:nvSpPr>
          <p:cNvPr id="11" name="">
            <a:extLst xmlns:a="http://schemas.openxmlformats.org/drawingml/2006/main">
              <a:ext uri="{FF2B5EF4-FFF2-40B4-BE49-F238E27FC236}">
                <a16:creationId xmlns:a16="http://schemas.microsoft.com/office/drawing/2014/main" id="{0AC2D058-CCDF-49B7-8AE7-813989075F17}"/>
              </a:ext>
            </a:extLst>
          </p:cNvPr>
          <p:cNvSpPr>
            <a:spLocks xmlns:a="http://schemas.openxmlformats.org/drawingml/2006/main" noGrp="1"/>
          </p:cNvSpPr>
          <p:nvPr/>
        </p:nvSpPr>
        <p:spPr>
          <a:xfrm xmlns:a="http://schemas.openxmlformats.org/drawingml/2006/main">
            <a:off x="4819650" y="1666875"/>
            <a:ext cx="1809750" cy="1143000"/>
          </a:xfrm>
          <a:prstGeom xmlns:a="http://schemas.openxmlformats.org/drawingml/2006/main" prst="roundRect">
            <a:avLst>
              <a:gd name="adj" fmla="val 6667"/>
            </a:avLst>
          </a:prstGeom>
          <a:solidFill xmlns:a="http://schemas.openxmlformats.org/drawingml/2006/main">
            <a:srgbClr val="EAF4F5"/>
          </a:solidFill>
          <a:ln xmlns:a="http://schemas.openxmlformats.org/drawingml/2006/main" w="14288">
            <a:solidFill>
              <a:srgbClr val="087F8C"/>
            </a:solidFill>
            <a:prstDash val="solid"/>
          </a:ln>
        </p:spPr>
      </p:sp>
      <p:sp>
        <p:nvSpPr>
          <p:cNvPr id="12" name="">
            <a:extLst xmlns:a="http://schemas.openxmlformats.org/drawingml/2006/main">
              <a:ext uri="{FF2B5EF4-FFF2-40B4-BE49-F238E27FC236}">
                <a16:creationId xmlns:a16="http://schemas.microsoft.com/office/drawing/2014/main" id="{43646CC4-AC15-4721-B1D0-3A545BB7D855}"/>
              </a:ext>
            </a:extLst>
          </p:cNvPr>
          <p:cNvSpPr>
            <a:spLocks xmlns:a="http://schemas.openxmlformats.org/drawingml/2006/main" noGrp="1"/>
          </p:cNvSpPr>
          <p:nvPr/>
        </p:nvSpPr>
        <p:spPr>
          <a:xfrm xmlns:a="http://schemas.openxmlformats.org/drawingml/2006/main">
            <a:off x="4933950" y="1743075"/>
            <a:ext cx="1581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7324D"/>
                </a:solidFill>
                <a:latin typeface="Arial"/>
                <a:ea typeface="Arial"/>
                <a:cs typeface="Arial"/>
              </a:defRPr>
            </a:defPPr>
            <a:lvl1pPr algn="ctr">
              <a:buNone/>
              <a:defRPr sz="1725" b="1">
                <a:solidFill>
                  <a:srgbClr val="17324D"/>
                </a:solidFill>
                <a:latin typeface="Arial"/>
                <a:ea typeface="Arial"/>
                <a:cs typeface="Arial"/>
              </a:defRPr>
            </a:lvl1pPr>
            <a:lvl2pPr algn="ctr">
              <a:buNone/>
              <a:defRPr sz="1725" b="1">
                <a:solidFill>
                  <a:srgbClr val="17324D"/>
                </a:solidFill>
                <a:latin typeface="Arial"/>
                <a:ea typeface="Arial"/>
                <a:cs typeface="Arial"/>
              </a:defRPr>
            </a:lvl2pPr>
            <a:lvl3pPr algn="ctr">
              <a:buNone/>
              <a:defRPr sz="1725" b="1">
                <a:solidFill>
                  <a:srgbClr val="17324D"/>
                </a:solidFill>
                <a:latin typeface="Arial"/>
                <a:ea typeface="Arial"/>
                <a:cs typeface="Arial"/>
              </a:defRPr>
            </a:lvl3pPr>
            <a:lvl4pPr algn="ctr">
              <a:buNone/>
              <a:defRPr sz="1725" b="1">
                <a:solidFill>
                  <a:srgbClr val="17324D"/>
                </a:solidFill>
                <a:latin typeface="Arial"/>
                <a:ea typeface="Arial"/>
                <a:cs typeface="Arial"/>
              </a:defRPr>
            </a:lvl4pPr>
            <a:lvl5pPr algn="ctr">
              <a:buNone/>
              <a:defRPr sz="1725" b="1">
                <a:solidFill>
                  <a:srgbClr val="17324D"/>
                </a:solidFill>
                <a:latin typeface="Arial"/>
                <a:ea typeface="Arial"/>
                <a:cs typeface="Arial"/>
              </a:defRPr>
            </a:lvl5pPr>
            <a:lvl6pPr algn="ctr">
              <a:buNone/>
              <a:defRPr sz="1725" b="1">
                <a:solidFill>
                  <a:srgbClr val="17324D"/>
                </a:solidFill>
                <a:latin typeface="Arial"/>
                <a:ea typeface="Arial"/>
                <a:cs typeface="Arial"/>
              </a:defRPr>
            </a:lvl6pPr>
            <a:lvl7pPr algn="ctr">
              <a:buNone/>
              <a:defRPr sz="1725" b="1">
                <a:solidFill>
                  <a:srgbClr val="17324D"/>
                </a:solidFill>
                <a:latin typeface="Arial"/>
                <a:ea typeface="Arial"/>
                <a:cs typeface="Arial"/>
              </a:defRPr>
            </a:lvl7pPr>
            <a:lvl8pPr algn="ctr">
              <a:buNone/>
              <a:defRPr sz="1725" b="1">
                <a:solidFill>
                  <a:srgbClr val="17324D"/>
                </a:solidFill>
                <a:latin typeface="Arial"/>
                <a:ea typeface="Arial"/>
                <a:cs typeface="Arial"/>
              </a:defRPr>
            </a:lvl8pPr>
            <a:lvl9pPr algn="ctr">
              <a:buNone/>
              <a:defRPr sz="1725" b="1">
                <a:solidFill>
                  <a:srgbClr val="17324D"/>
                </a:solidFill>
                <a:latin typeface="Arial"/>
                <a:ea typeface="Arial"/>
                <a:cs typeface="Arial"/>
              </a:defRPr>
            </a:lvl9pPr>
          </a:lstStyle>
          <a:p xmlns:a="http://schemas.openxmlformats.org/drawingml/2006/main">
            <a:pPr algn="ctr">
              <a:buNone/>
              <a:defRPr sz="1725" b="1">
                <a:solidFill>
                  <a:srgbClr val="17324D"/>
                </a:solidFill>
                <a:latin typeface="Arial"/>
                <a:ea typeface="Arial"/>
                <a:cs typeface="Arial"/>
              </a:defRPr>
            </a:pPr>
            <a:r>
              <a:rPr sz="1725" b="1">
                <a:solidFill>
                  <a:srgbClr val="17324D"/>
                </a:solidFill>
                <a:latin typeface="Arial"/>
                <a:ea typeface="Arial"/>
                <a:cs typeface="Arial"/>
              </a:rPr>
              <a:t>Conv + Pool</a:t>
            </a:r>
          </a:p>
        </p:txBody>
      </p:sp>
      <p:sp>
        <p:nvSpPr>
          <p:cNvPr id="13" name="">
            <a:extLst xmlns:a="http://schemas.openxmlformats.org/drawingml/2006/main">
              <a:ext uri="{FF2B5EF4-FFF2-40B4-BE49-F238E27FC236}">
                <a16:creationId xmlns:a16="http://schemas.microsoft.com/office/drawing/2014/main" id="{C94A1EBC-A950-4E21-9207-D0078E1B8530}"/>
              </a:ext>
            </a:extLst>
          </p:cNvPr>
          <p:cNvSpPr>
            <a:spLocks xmlns:a="http://schemas.openxmlformats.org/drawingml/2006/main" noGrp="1"/>
          </p:cNvSpPr>
          <p:nvPr/>
        </p:nvSpPr>
        <p:spPr>
          <a:xfrm xmlns:a="http://schemas.openxmlformats.org/drawingml/2006/main">
            <a:off x="4933950" y="2114550"/>
            <a:ext cx="15811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4E5C68"/>
                </a:solidFill>
                <a:latin typeface="Arial"/>
                <a:ea typeface="Arial"/>
                <a:cs typeface="Arial"/>
              </a:defRPr>
            </a:defPPr>
            <a:lvl1pPr algn="ctr">
              <a:buNone/>
              <a:defRPr sz="1350" b="0">
                <a:solidFill>
                  <a:srgbClr val="4E5C68"/>
                </a:solidFill>
                <a:latin typeface="Arial"/>
                <a:ea typeface="Arial"/>
                <a:cs typeface="Arial"/>
              </a:defRPr>
            </a:lvl1pPr>
            <a:lvl2pPr algn="ctr">
              <a:buNone/>
              <a:defRPr sz="1350" b="0">
                <a:solidFill>
                  <a:srgbClr val="4E5C68"/>
                </a:solidFill>
                <a:latin typeface="Arial"/>
                <a:ea typeface="Arial"/>
                <a:cs typeface="Arial"/>
              </a:defRPr>
            </a:lvl2pPr>
            <a:lvl3pPr algn="ctr">
              <a:buNone/>
              <a:defRPr sz="1350" b="0">
                <a:solidFill>
                  <a:srgbClr val="4E5C68"/>
                </a:solidFill>
                <a:latin typeface="Arial"/>
                <a:ea typeface="Arial"/>
                <a:cs typeface="Arial"/>
              </a:defRPr>
            </a:lvl3pPr>
            <a:lvl4pPr algn="ctr">
              <a:buNone/>
              <a:defRPr sz="1350" b="0">
                <a:solidFill>
                  <a:srgbClr val="4E5C68"/>
                </a:solidFill>
                <a:latin typeface="Arial"/>
                <a:ea typeface="Arial"/>
                <a:cs typeface="Arial"/>
              </a:defRPr>
            </a:lvl4pPr>
            <a:lvl5pPr algn="ctr">
              <a:buNone/>
              <a:defRPr sz="1350" b="0">
                <a:solidFill>
                  <a:srgbClr val="4E5C68"/>
                </a:solidFill>
                <a:latin typeface="Arial"/>
                <a:ea typeface="Arial"/>
                <a:cs typeface="Arial"/>
              </a:defRPr>
            </a:lvl5pPr>
            <a:lvl6pPr algn="ctr">
              <a:buNone/>
              <a:defRPr sz="1350" b="0">
                <a:solidFill>
                  <a:srgbClr val="4E5C68"/>
                </a:solidFill>
                <a:latin typeface="Arial"/>
                <a:ea typeface="Arial"/>
                <a:cs typeface="Arial"/>
              </a:defRPr>
            </a:lvl6pPr>
            <a:lvl7pPr algn="ctr">
              <a:buNone/>
              <a:defRPr sz="1350" b="0">
                <a:solidFill>
                  <a:srgbClr val="4E5C68"/>
                </a:solidFill>
                <a:latin typeface="Arial"/>
                <a:ea typeface="Arial"/>
                <a:cs typeface="Arial"/>
              </a:defRPr>
            </a:lvl7pPr>
            <a:lvl8pPr algn="ctr">
              <a:buNone/>
              <a:defRPr sz="1350" b="0">
                <a:solidFill>
                  <a:srgbClr val="4E5C68"/>
                </a:solidFill>
                <a:latin typeface="Arial"/>
                <a:ea typeface="Arial"/>
                <a:cs typeface="Arial"/>
              </a:defRPr>
            </a:lvl8pPr>
            <a:lvl9pPr algn="ctr">
              <a:buNone/>
              <a:defRPr sz="1350" b="0">
                <a:solidFill>
                  <a:srgbClr val="4E5C68"/>
                </a:solidFill>
                <a:latin typeface="Arial"/>
                <a:ea typeface="Arial"/>
                <a:cs typeface="Arial"/>
              </a:defRPr>
            </a:lvl9pPr>
          </a:lstStyle>
          <a:p xmlns:a="http://schemas.openxmlformats.org/drawingml/2006/main">
            <a:pPr algn="ctr">
              <a:buNone/>
              <a:defRPr sz="1350" b="0">
                <a:solidFill>
                  <a:srgbClr val="4E5C68"/>
                </a:solidFill>
                <a:latin typeface="Arial"/>
                <a:ea typeface="Arial"/>
                <a:cs typeface="Arial"/>
              </a:defRPr>
            </a:pPr>
            <a:r>
              <a:rPr sz="1350" b="0">
                <a:solidFill>
                  <a:srgbClr val="4E5C68"/>
                </a:solidFill>
                <a:latin typeface="Arial"/>
                <a:ea typeface="Arial"/>
                <a:cs typeface="Arial"/>
              </a:rPr>
              <a:t>64 filtros</a:t>
            </a:r>
          </a:p>
          <a:p xmlns:a="http://schemas.openxmlformats.org/drawingml/2006/main">
            <a:pPr algn="ctr">
              <a:buNone/>
              <a:defRPr sz="1350" b="0">
                <a:solidFill>
                  <a:srgbClr val="4E5C68"/>
                </a:solidFill>
                <a:latin typeface="Arial"/>
                <a:ea typeface="Arial"/>
                <a:cs typeface="Arial"/>
              </a:defRPr>
            </a:pPr>
            <a:r>
              <a:rPr sz="1350" b="0">
                <a:solidFill>
                  <a:srgbClr val="4E5C68"/>
                </a:solidFill>
                <a:latin typeface="Arial"/>
                <a:ea typeface="Arial"/>
                <a:cs typeface="Arial"/>
              </a:rPr>
              <a:t>7 × 7 × 64</a:t>
            </a:r>
          </a:p>
        </p:txBody>
      </p:sp>
      <p:sp>
        <p:nvSpPr>
          <p:cNvPr id="14" name="">
            <a:extLst xmlns:a="http://schemas.openxmlformats.org/drawingml/2006/main">
              <a:ext uri="{FF2B5EF4-FFF2-40B4-BE49-F238E27FC236}">
                <a16:creationId xmlns:a16="http://schemas.microsoft.com/office/drawing/2014/main" id="{31C48FD8-B7A0-47A2-ABA4-55C6AE752B3B}"/>
              </a:ext>
            </a:extLst>
          </p:cNvPr>
          <p:cNvSpPr>
            <a:spLocks xmlns:a="http://schemas.openxmlformats.org/drawingml/2006/main" noGrp="1"/>
          </p:cNvSpPr>
          <p:nvPr/>
        </p:nvSpPr>
        <p:spPr>
          <a:xfrm xmlns:a="http://schemas.openxmlformats.org/drawingml/2006/main">
            <a:off x="6705600" y="2028825"/>
            <a:ext cx="266700" cy="381000"/>
          </a:xfrm>
          <a:prstGeom xmlns:a="http://schemas.openxmlformats.org/drawingml/2006/main" prst="rightArrow">
            <a:avLst/>
          </a:prstGeom>
          <a:solidFill xmlns:a="http://schemas.openxmlformats.org/drawingml/2006/main">
            <a:srgbClr val="087F8C"/>
          </a:solidFill>
          <a:ln xmlns:a="http://schemas.openxmlformats.org/drawingml/2006/main" w="0">
            <a:solidFill>
              <a:srgbClr val="087F8C"/>
            </a:solidFill>
            <a:prstDash val="solid"/>
          </a:ln>
        </p:spPr>
      </p:sp>
      <p:sp>
        <p:nvSpPr>
          <p:cNvPr id="15" name="">
            <a:extLst xmlns:a="http://schemas.openxmlformats.org/drawingml/2006/main">
              <a:ext uri="{FF2B5EF4-FFF2-40B4-BE49-F238E27FC236}">
                <a16:creationId xmlns:a16="http://schemas.microsoft.com/office/drawing/2014/main" id="{E1427553-6B7B-480D-9955-89F4EF294BCF}"/>
              </a:ext>
            </a:extLst>
          </p:cNvPr>
          <p:cNvSpPr>
            <a:spLocks xmlns:a="http://schemas.openxmlformats.org/drawingml/2006/main" noGrp="1"/>
          </p:cNvSpPr>
          <p:nvPr/>
        </p:nvSpPr>
        <p:spPr>
          <a:xfrm xmlns:a="http://schemas.openxmlformats.org/drawingml/2006/main">
            <a:off x="6972300" y="1666875"/>
            <a:ext cx="1809750" cy="1143000"/>
          </a:xfrm>
          <a:prstGeom xmlns:a="http://schemas.openxmlformats.org/drawingml/2006/main" prst="roundRect">
            <a:avLst>
              <a:gd name="adj" fmla="val 6667"/>
            </a:avLst>
          </a:prstGeom>
          <a:solidFill xmlns:a="http://schemas.openxmlformats.org/drawingml/2006/main">
            <a:srgbClr val="EAF4F5"/>
          </a:solidFill>
          <a:ln xmlns:a="http://schemas.openxmlformats.org/drawingml/2006/main" w="14288">
            <a:solidFill>
              <a:srgbClr val="087F8C"/>
            </a:solidFill>
            <a:prstDash val="solid"/>
          </a:ln>
        </p:spPr>
      </p:sp>
      <p:sp>
        <p:nvSpPr>
          <p:cNvPr id="16" name="">
            <a:extLst xmlns:a="http://schemas.openxmlformats.org/drawingml/2006/main">
              <a:ext uri="{FF2B5EF4-FFF2-40B4-BE49-F238E27FC236}">
                <a16:creationId xmlns:a16="http://schemas.microsoft.com/office/drawing/2014/main" id="{DE018A41-8BB6-43E3-B062-7E9AD6157179}"/>
              </a:ext>
            </a:extLst>
          </p:cNvPr>
          <p:cNvSpPr>
            <a:spLocks xmlns:a="http://schemas.openxmlformats.org/drawingml/2006/main" noGrp="1"/>
          </p:cNvSpPr>
          <p:nvPr/>
        </p:nvSpPr>
        <p:spPr>
          <a:xfrm xmlns:a="http://schemas.openxmlformats.org/drawingml/2006/main">
            <a:off x="7086600" y="1743075"/>
            <a:ext cx="1581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7324D"/>
                </a:solidFill>
                <a:latin typeface="Arial"/>
                <a:ea typeface="Arial"/>
                <a:cs typeface="Arial"/>
              </a:defRPr>
            </a:defPPr>
            <a:lvl1pPr algn="ctr">
              <a:buNone/>
              <a:defRPr sz="1725" b="1">
                <a:solidFill>
                  <a:srgbClr val="17324D"/>
                </a:solidFill>
                <a:latin typeface="Arial"/>
                <a:ea typeface="Arial"/>
                <a:cs typeface="Arial"/>
              </a:defRPr>
            </a:lvl1pPr>
            <a:lvl2pPr algn="ctr">
              <a:buNone/>
              <a:defRPr sz="1725" b="1">
                <a:solidFill>
                  <a:srgbClr val="17324D"/>
                </a:solidFill>
                <a:latin typeface="Arial"/>
                <a:ea typeface="Arial"/>
                <a:cs typeface="Arial"/>
              </a:defRPr>
            </a:lvl2pPr>
            <a:lvl3pPr algn="ctr">
              <a:buNone/>
              <a:defRPr sz="1725" b="1">
                <a:solidFill>
                  <a:srgbClr val="17324D"/>
                </a:solidFill>
                <a:latin typeface="Arial"/>
                <a:ea typeface="Arial"/>
                <a:cs typeface="Arial"/>
              </a:defRPr>
            </a:lvl3pPr>
            <a:lvl4pPr algn="ctr">
              <a:buNone/>
              <a:defRPr sz="1725" b="1">
                <a:solidFill>
                  <a:srgbClr val="17324D"/>
                </a:solidFill>
                <a:latin typeface="Arial"/>
                <a:ea typeface="Arial"/>
                <a:cs typeface="Arial"/>
              </a:defRPr>
            </a:lvl4pPr>
            <a:lvl5pPr algn="ctr">
              <a:buNone/>
              <a:defRPr sz="1725" b="1">
                <a:solidFill>
                  <a:srgbClr val="17324D"/>
                </a:solidFill>
                <a:latin typeface="Arial"/>
                <a:ea typeface="Arial"/>
                <a:cs typeface="Arial"/>
              </a:defRPr>
            </a:lvl5pPr>
            <a:lvl6pPr algn="ctr">
              <a:buNone/>
              <a:defRPr sz="1725" b="1">
                <a:solidFill>
                  <a:srgbClr val="17324D"/>
                </a:solidFill>
                <a:latin typeface="Arial"/>
                <a:ea typeface="Arial"/>
                <a:cs typeface="Arial"/>
              </a:defRPr>
            </a:lvl6pPr>
            <a:lvl7pPr algn="ctr">
              <a:buNone/>
              <a:defRPr sz="1725" b="1">
                <a:solidFill>
                  <a:srgbClr val="17324D"/>
                </a:solidFill>
                <a:latin typeface="Arial"/>
                <a:ea typeface="Arial"/>
                <a:cs typeface="Arial"/>
              </a:defRPr>
            </a:lvl7pPr>
            <a:lvl8pPr algn="ctr">
              <a:buNone/>
              <a:defRPr sz="1725" b="1">
                <a:solidFill>
                  <a:srgbClr val="17324D"/>
                </a:solidFill>
                <a:latin typeface="Arial"/>
                <a:ea typeface="Arial"/>
                <a:cs typeface="Arial"/>
              </a:defRPr>
            </a:lvl8pPr>
            <a:lvl9pPr algn="ctr">
              <a:buNone/>
              <a:defRPr sz="1725" b="1">
                <a:solidFill>
                  <a:srgbClr val="17324D"/>
                </a:solidFill>
                <a:latin typeface="Arial"/>
                <a:ea typeface="Arial"/>
                <a:cs typeface="Arial"/>
              </a:defRPr>
            </a:lvl9pPr>
          </a:lstStyle>
          <a:p xmlns:a="http://schemas.openxmlformats.org/drawingml/2006/main">
            <a:pPr algn="ctr">
              <a:buNone/>
              <a:defRPr sz="1725" b="1">
                <a:solidFill>
                  <a:srgbClr val="17324D"/>
                </a:solidFill>
                <a:latin typeface="Arial"/>
                <a:ea typeface="Arial"/>
                <a:cs typeface="Arial"/>
              </a:defRPr>
            </a:pPr>
            <a:r>
              <a:rPr sz="1725" b="1">
                <a:solidFill>
                  <a:srgbClr val="17324D"/>
                </a:solidFill>
                <a:latin typeface="Arial"/>
                <a:ea typeface="Arial"/>
                <a:cs typeface="Arial"/>
              </a:rPr>
              <a:t>Conv + Pool</a:t>
            </a:r>
          </a:p>
        </p:txBody>
      </p:sp>
      <p:sp>
        <p:nvSpPr>
          <p:cNvPr id="17" name="">
            <a:extLst xmlns:a="http://schemas.openxmlformats.org/drawingml/2006/main">
              <a:ext uri="{FF2B5EF4-FFF2-40B4-BE49-F238E27FC236}">
                <a16:creationId xmlns:a16="http://schemas.microsoft.com/office/drawing/2014/main" id="{103FA89A-B9C1-4435-9F32-365A822386D3}"/>
              </a:ext>
            </a:extLst>
          </p:cNvPr>
          <p:cNvSpPr>
            <a:spLocks xmlns:a="http://schemas.openxmlformats.org/drawingml/2006/main" noGrp="1"/>
          </p:cNvSpPr>
          <p:nvPr/>
        </p:nvSpPr>
        <p:spPr>
          <a:xfrm xmlns:a="http://schemas.openxmlformats.org/drawingml/2006/main">
            <a:off x="7086600" y="2114550"/>
            <a:ext cx="15811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4E5C68"/>
                </a:solidFill>
                <a:latin typeface="Arial"/>
                <a:ea typeface="Arial"/>
                <a:cs typeface="Arial"/>
              </a:defRPr>
            </a:defPPr>
            <a:lvl1pPr algn="ctr">
              <a:buNone/>
              <a:defRPr sz="1350" b="0">
                <a:solidFill>
                  <a:srgbClr val="4E5C68"/>
                </a:solidFill>
                <a:latin typeface="Arial"/>
                <a:ea typeface="Arial"/>
                <a:cs typeface="Arial"/>
              </a:defRPr>
            </a:lvl1pPr>
            <a:lvl2pPr algn="ctr">
              <a:buNone/>
              <a:defRPr sz="1350" b="0">
                <a:solidFill>
                  <a:srgbClr val="4E5C68"/>
                </a:solidFill>
                <a:latin typeface="Arial"/>
                <a:ea typeface="Arial"/>
                <a:cs typeface="Arial"/>
              </a:defRPr>
            </a:lvl2pPr>
            <a:lvl3pPr algn="ctr">
              <a:buNone/>
              <a:defRPr sz="1350" b="0">
                <a:solidFill>
                  <a:srgbClr val="4E5C68"/>
                </a:solidFill>
                <a:latin typeface="Arial"/>
                <a:ea typeface="Arial"/>
                <a:cs typeface="Arial"/>
              </a:defRPr>
            </a:lvl3pPr>
            <a:lvl4pPr algn="ctr">
              <a:buNone/>
              <a:defRPr sz="1350" b="0">
                <a:solidFill>
                  <a:srgbClr val="4E5C68"/>
                </a:solidFill>
                <a:latin typeface="Arial"/>
                <a:ea typeface="Arial"/>
                <a:cs typeface="Arial"/>
              </a:defRPr>
            </a:lvl4pPr>
            <a:lvl5pPr algn="ctr">
              <a:buNone/>
              <a:defRPr sz="1350" b="0">
                <a:solidFill>
                  <a:srgbClr val="4E5C68"/>
                </a:solidFill>
                <a:latin typeface="Arial"/>
                <a:ea typeface="Arial"/>
                <a:cs typeface="Arial"/>
              </a:defRPr>
            </a:lvl5pPr>
            <a:lvl6pPr algn="ctr">
              <a:buNone/>
              <a:defRPr sz="1350" b="0">
                <a:solidFill>
                  <a:srgbClr val="4E5C68"/>
                </a:solidFill>
                <a:latin typeface="Arial"/>
                <a:ea typeface="Arial"/>
                <a:cs typeface="Arial"/>
              </a:defRPr>
            </a:lvl6pPr>
            <a:lvl7pPr algn="ctr">
              <a:buNone/>
              <a:defRPr sz="1350" b="0">
                <a:solidFill>
                  <a:srgbClr val="4E5C68"/>
                </a:solidFill>
                <a:latin typeface="Arial"/>
                <a:ea typeface="Arial"/>
                <a:cs typeface="Arial"/>
              </a:defRPr>
            </a:lvl7pPr>
            <a:lvl8pPr algn="ctr">
              <a:buNone/>
              <a:defRPr sz="1350" b="0">
                <a:solidFill>
                  <a:srgbClr val="4E5C68"/>
                </a:solidFill>
                <a:latin typeface="Arial"/>
                <a:ea typeface="Arial"/>
                <a:cs typeface="Arial"/>
              </a:defRPr>
            </a:lvl8pPr>
            <a:lvl9pPr algn="ctr">
              <a:buNone/>
              <a:defRPr sz="1350" b="0">
                <a:solidFill>
                  <a:srgbClr val="4E5C68"/>
                </a:solidFill>
                <a:latin typeface="Arial"/>
                <a:ea typeface="Arial"/>
                <a:cs typeface="Arial"/>
              </a:defRPr>
            </a:lvl9pPr>
          </a:lstStyle>
          <a:p xmlns:a="http://schemas.openxmlformats.org/drawingml/2006/main">
            <a:pPr algn="ctr">
              <a:buNone/>
              <a:defRPr sz="1350" b="0">
                <a:solidFill>
                  <a:srgbClr val="4E5C68"/>
                </a:solidFill>
                <a:latin typeface="Arial"/>
                <a:ea typeface="Arial"/>
                <a:cs typeface="Arial"/>
              </a:defRPr>
            </a:pPr>
            <a:r>
              <a:rPr sz="1350" b="0">
                <a:solidFill>
                  <a:srgbClr val="4E5C68"/>
                </a:solidFill>
                <a:latin typeface="Arial"/>
                <a:ea typeface="Arial"/>
                <a:cs typeface="Arial"/>
              </a:rPr>
              <a:t>128 filtros</a:t>
            </a:r>
          </a:p>
          <a:p xmlns:a="http://schemas.openxmlformats.org/drawingml/2006/main">
            <a:pPr algn="ctr">
              <a:buNone/>
              <a:defRPr sz="1350" b="0">
                <a:solidFill>
                  <a:srgbClr val="4E5C68"/>
                </a:solidFill>
                <a:latin typeface="Arial"/>
                <a:ea typeface="Arial"/>
                <a:cs typeface="Arial"/>
              </a:defRPr>
            </a:pPr>
            <a:r>
              <a:rPr sz="1350" b="0">
                <a:solidFill>
                  <a:srgbClr val="4E5C68"/>
                </a:solidFill>
                <a:latin typeface="Arial"/>
                <a:ea typeface="Arial"/>
                <a:cs typeface="Arial"/>
              </a:rPr>
              <a:t>3 × 3 × 128</a:t>
            </a:r>
          </a:p>
        </p:txBody>
      </p:sp>
      <p:sp>
        <p:nvSpPr>
          <p:cNvPr id="18" name="">
            <a:extLst xmlns:a="http://schemas.openxmlformats.org/drawingml/2006/main">
              <a:ext uri="{FF2B5EF4-FFF2-40B4-BE49-F238E27FC236}">
                <a16:creationId xmlns:a16="http://schemas.microsoft.com/office/drawing/2014/main" id="{F76F539A-481D-4F49-A865-1D70047E4BC4}"/>
              </a:ext>
            </a:extLst>
          </p:cNvPr>
          <p:cNvSpPr>
            <a:spLocks xmlns:a="http://schemas.openxmlformats.org/drawingml/2006/main" noGrp="1"/>
          </p:cNvSpPr>
          <p:nvPr/>
        </p:nvSpPr>
        <p:spPr>
          <a:xfrm xmlns:a="http://schemas.openxmlformats.org/drawingml/2006/main">
            <a:off x="8858250" y="2028825"/>
            <a:ext cx="266700" cy="381000"/>
          </a:xfrm>
          <a:prstGeom xmlns:a="http://schemas.openxmlformats.org/drawingml/2006/main" prst="rightArrow">
            <a:avLst/>
          </a:prstGeom>
          <a:solidFill xmlns:a="http://schemas.openxmlformats.org/drawingml/2006/main">
            <a:srgbClr val="087F8C"/>
          </a:solidFill>
          <a:ln xmlns:a="http://schemas.openxmlformats.org/drawingml/2006/main" w="0">
            <a:solidFill>
              <a:srgbClr val="087F8C"/>
            </a:solidFill>
            <a:prstDash val="solid"/>
          </a:ln>
        </p:spPr>
      </p:sp>
      <p:sp>
        <p:nvSpPr>
          <p:cNvPr id="19" name="">
            <a:extLst xmlns:a="http://schemas.openxmlformats.org/drawingml/2006/main">
              <a:ext uri="{FF2B5EF4-FFF2-40B4-BE49-F238E27FC236}">
                <a16:creationId xmlns:a16="http://schemas.microsoft.com/office/drawing/2014/main" id="{BAFC8F60-59AC-4D1E-8373-C0B125837D05}"/>
              </a:ext>
            </a:extLst>
          </p:cNvPr>
          <p:cNvSpPr>
            <a:spLocks xmlns:a="http://schemas.openxmlformats.org/drawingml/2006/main" noGrp="1"/>
          </p:cNvSpPr>
          <p:nvPr/>
        </p:nvSpPr>
        <p:spPr>
          <a:xfrm xmlns:a="http://schemas.openxmlformats.org/drawingml/2006/main">
            <a:off x="9124950" y="1666875"/>
            <a:ext cx="2381250" cy="1143000"/>
          </a:xfrm>
          <a:prstGeom xmlns:a="http://schemas.openxmlformats.org/drawingml/2006/main" prst="roundRect">
            <a:avLst>
              <a:gd name="adj" fmla="val 6667"/>
            </a:avLst>
          </a:prstGeom>
          <a:solidFill xmlns:a="http://schemas.openxmlformats.org/drawingml/2006/main">
            <a:srgbClr val="E8EEF4"/>
          </a:solidFill>
          <a:ln xmlns:a="http://schemas.openxmlformats.org/drawingml/2006/main" w="14288">
            <a:solidFill>
              <a:srgbClr val="087F8C"/>
            </a:solidFill>
            <a:prstDash val="solid"/>
          </a:ln>
        </p:spPr>
      </p:sp>
      <p:sp>
        <p:nvSpPr>
          <p:cNvPr id="20" name="">
            <a:extLst xmlns:a="http://schemas.openxmlformats.org/drawingml/2006/main">
              <a:ext uri="{FF2B5EF4-FFF2-40B4-BE49-F238E27FC236}">
                <a16:creationId xmlns:a16="http://schemas.microsoft.com/office/drawing/2014/main" id="{DF144CC7-F5EC-40D7-BF32-A63E65C9B34A}"/>
              </a:ext>
            </a:extLst>
          </p:cNvPr>
          <p:cNvSpPr>
            <a:spLocks xmlns:a="http://schemas.openxmlformats.org/drawingml/2006/main" noGrp="1"/>
          </p:cNvSpPr>
          <p:nvPr/>
        </p:nvSpPr>
        <p:spPr>
          <a:xfrm xmlns:a="http://schemas.openxmlformats.org/drawingml/2006/main">
            <a:off x="9239250" y="1743075"/>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7324D"/>
                </a:solidFill>
                <a:latin typeface="Arial"/>
                <a:ea typeface="Arial"/>
                <a:cs typeface="Arial"/>
              </a:defRPr>
            </a:defPPr>
            <a:lvl1pPr algn="ctr">
              <a:buNone/>
              <a:defRPr sz="1725" b="1">
                <a:solidFill>
                  <a:srgbClr val="17324D"/>
                </a:solidFill>
                <a:latin typeface="Arial"/>
                <a:ea typeface="Arial"/>
                <a:cs typeface="Arial"/>
              </a:defRPr>
            </a:lvl1pPr>
            <a:lvl2pPr algn="ctr">
              <a:buNone/>
              <a:defRPr sz="1725" b="1">
                <a:solidFill>
                  <a:srgbClr val="17324D"/>
                </a:solidFill>
                <a:latin typeface="Arial"/>
                <a:ea typeface="Arial"/>
                <a:cs typeface="Arial"/>
              </a:defRPr>
            </a:lvl2pPr>
            <a:lvl3pPr algn="ctr">
              <a:buNone/>
              <a:defRPr sz="1725" b="1">
                <a:solidFill>
                  <a:srgbClr val="17324D"/>
                </a:solidFill>
                <a:latin typeface="Arial"/>
                <a:ea typeface="Arial"/>
                <a:cs typeface="Arial"/>
              </a:defRPr>
            </a:lvl3pPr>
            <a:lvl4pPr algn="ctr">
              <a:buNone/>
              <a:defRPr sz="1725" b="1">
                <a:solidFill>
                  <a:srgbClr val="17324D"/>
                </a:solidFill>
                <a:latin typeface="Arial"/>
                <a:ea typeface="Arial"/>
                <a:cs typeface="Arial"/>
              </a:defRPr>
            </a:lvl4pPr>
            <a:lvl5pPr algn="ctr">
              <a:buNone/>
              <a:defRPr sz="1725" b="1">
                <a:solidFill>
                  <a:srgbClr val="17324D"/>
                </a:solidFill>
                <a:latin typeface="Arial"/>
                <a:ea typeface="Arial"/>
                <a:cs typeface="Arial"/>
              </a:defRPr>
            </a:lvl5pPr>
            <a:lvl6pPr algn="ctr">
              <a:buNone/>
              <a:defRPr sz="1725" b="1">
                <a:solidFill>
                  <a:srgbClr val="17324D"/>
                </a:solidFill>
                <a:latin typeface="Arial"/>
                <a:ea typeface="Arial"/>
                <a:cs typeface="Arial"/>
              </a:defRPr>
            </a:lvl6pPr>
            <a:lvl7pPr algn="ctr">
              <a:buNone/>
              <a:defRPr sz="1725" b="1">
                <a:solidFill>
                  <a:srgbClr val="17324D"/>
                </a:solidFill>
                <a:latin typeface="Arial"/>
                <a:ea typeface="Arial"/>
                <a:cs typeface="Arial"/>
              </a:defRPr>
            </a:lvl7pPr>
            <a:lvl8pPr algn="ctr">
              <a:buNone/>
              <a:defRPr sz="1725" b="1">
                <a:solidFill>
                  <a:srgbClr val="17324D"/>
                </a:solidFill>
                <a:latin typeface="Arial"/>
                <a:ea typeface="Arial"/>
                <a:cs typeface="Arial"/>
              </a:defRPr>
            </a:lvl8pPr>
            <a:lvl9pPr algn="ctr">
              <a:buNone/>
              <a:defRPr sz="1725" b="1">
                <a:solidFill>
                  <a:srgbClr val="17324D"/>
                </a:solidFill>
                <a:latin typeface="Arial"/>
                <a:ea typeface="Arial"/>
                <a:cs typeface="Arial"/>
              </a:defRPr>
            </a:lvl9pPr>
          </a:lstStyle>
          <a:p xmlns:a="http://schemas.openxmlformats.org/drawingml/2006/main">
            <a:pPr algn="ctr">
              <a:buNone/>
              <a:defRPr sz="1725" b="1">
                <a:solidFill>
                  <a:srgbClr val="17324D"/>
                </a:solidFill>
                <a:latin typeface="Arial"/>
                <a:ea typeface="Arial"/>
                <a:cs typeface="Arial"/>
              </a:defRPr>
            </a:pPr>
            <a:r>
              <a:rPr sz="1725" b="1">
                <a:solidFill>
                  <a:srgbClr val="17324D"/>
                </a:solidFill>
                <a:latin typeface="Arial"/>
                <a:ea typeface="Arial"/>
                <a:cs typeface="Arial"/>
              </a:rPr>
              <a:t>Clasificador</a:t>
            </a:r>
          </a:p>
        </p:txBody>
      </p:sp>
      <p:sp>
        <p:nvSpPr>
          <p:cNvPr id="21" name="">
            <a:extLst xmlns:a="http://schemas.openxmlformats.org/drawingml/2006/main">
              <a:ext uri="{FF2B5EF4-FFF2-40B4-BE49-F238E27FC236}">
                <a16:creationId xmlns:a16="http://schemas.microsoft.com/office/drawing/2014/main" id="{D1AAD590-B2C8-451D-B4F5-3F92D1493E35}"/>
              </a:ext>
            </a:extLst>
          </p:cNvPr>
          <p:cNvSpPr>
            <a:spLocks xmlns:a="http://schemas.openxmlformats.org/drawingml/2006/main" noGrp="1"/>
          </p:cNvSpPr>
          <p:nvPr/>
        </p:nvSpPr>
        <p:spPr>
          <a:xfrm xmlns:a="http://schemas.openxmlformats.org/drawingml/2006/main">
            <a:off x="9239250" y="2114550"/>
            <a:ext cx="21526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4E5C68"/>
                </a:solidFill>
                <a:latin typeface="Arial"/>
                <a:ea typeface="Arial"/>
                <a:cs typeface="Arial"/>
              </a:defRPr>
            </a:defPPr>
            <a:lvl1pPr algn="ctr">
              <a:buNone/>
              <a:defRPr sz="1350" b="0">
                <a:solidFill>
                  <a:srgbClr val="4E5C68"/>
                </a:solidFill>
                <a:latin typeface="Arial"/>
                <a:ea typeface="Arial"/>
                <a:cs typeface="Arial"/>
              </a:defRPr>
            </a:lvl1pPr>
            <a:lvl2pPr algn="ctr">
              <a:buNone/>
              <a:defRPr sz="1350" b="0">
                <a:solidFill>
                  <a:srgbClr val="4E5C68"/>
                </a:solidFill>
                <a:latin typeface="Arial"/>
                <a:ea typeface="Arial"/>
                <a:cs typeface="Arial"/>
              </a:defRPr>
            </a:lvl2pPr>
            <a:lvl3pPr algn="ctr">
              <a:buNone/>
              <a:defRPr sz="1350" b="0">
                <a:solidFill>
                  <a:srgbClr val="4E5C68"/>
                </a:solidFill>
                <a:latin typeface="Arial"/>
                <a:ea typeface="Arial"/>
                <a:cs typeface="Arial"/>
              </a:defRPr>
            </a:lvl3pPr>
            <a:lvl4pPr algn="ctr">
              <a:buNone/>
              <a:defRPr sz="1350" b="0">
                <a:solidFill>
                  <a:srgbClr val="4E5C68"/>
                </a:solidFill>
                <a:latin typeface="Arial"/>
                <a:ea typeface="Arial"/>
                <a:cs typeface="Arial"/>
              </a:defRPr>
            </a:lvl4pPr>
            <a:lvl5pPr algn="ctr">
              <a:buNone/>
              <a:defRPr sz="1350" b="0">
                <a:solidFill>
                  <a:srgbClr val="4E5C68"/>
                </a:solidFill>
                <a:latin typeface="Arial"/>
                <a:ea typeface="Arial"/>
                <a:cs typeface="Arial"/>
              </a:defRPr>
            </a:lvl5pPr>
            <a:lvl6pPr algn="ctr">
              <a:buNone/>
              <a:defRPr sz="1350" b="0">
                <a:solidFill>
                  <a:srgbClr val="4E5C68"/>
                </a:solidFill>
                <a:latin typeface="Arial"/>
                <a:ea typeface="Arial"/>
                <a:cs typeface="Arial"/>
              </a:defRPr>
            </a:lvl6pPr>
            <a:lvl7pPr algn="ctr">
              <a:buNone/>
              <a:defRPr sz="1350" b="0">
                <a:solidFill>
                  <a:srgbClr val="4E5C68"/>
                </a:solidFill>
                <a:latin typeface="Arial"/>
                <a:ea typeface="Arial"/>
                <a:cs typeface="Arial"/>
              </a:defRPr>
            </a:lvl7pPr>
            <a:lvl8pPr algn="ctr">
              <a:buNone/>
              <a:defRPr sz="1350" b="0">
                <a:solidFill>
                  <a:srgbClr val="4E5C68"/>
                </a:solidFill>
                <a:latin typeface="Arial"/>
                <a:ea typeface="Arial"/>
                <a:cs typeface="Arial"/>
              </a:defRPr>
            </a:lvl8pPr>
            <a:lvl9pPr algn="ctr">
              <a:buNone/>
              <a:defRPr sz="1350" b="0">
                <a:solidFill>
                  <a:srgbClr val="4E5C68"/>
                </a:solidFill>
                <a:latin typeface="Arial"/>
                <a:ea typeface="Arial"/>
                <a:cs typeface="Arial"/>
              </a:defRPr>
            </a:lvl9pPr>
          </a:lstStyle>
          <a:p xmlns:a="http://schemas.openxmlformats.org/drawingml/2006/main">
            <a:pPr algn="ctr">
              <a:buNone/>
              <a:defRPr sz="1350" b="0">
                <a:solidFill>
                  <a:srgbClr val="4E5C68"/>
                </a:solidFill>
                <a:latin typeface="Arial"/>
                <a:ea typeface="Arial"/>
                <a:cs typeface="Arial"/>
              </a:defRPr>
            </a:pPr>
            <a:r>
              <a:rPr sz="1350" b="0">
                <a:solidFill>
                  <a:srgbClr val="4E5C68"/>
                </a:solidFill>
                <a:latin typeface="Arial"/>
                <a:ea typeface="Arial"/>
                <a:cs typeface="Arial"/>
              </a:rPr>
              <a:t>Flatten 1.152</a:t>
            </a:r>
          </a:p>
          <a:p xmlns:a="http://schemas.openxmlformats.org/drawingml/2006/main">
            <a:pPr algn="ctr">
              <a:buNone/>
              <a:defRPr sz="1350" b="0">
                <a:solidFill>
                  <a:srgbClr val="4E5C68"/>
                </a:solidFill>
                <a:latin typeface="Arial"/>
                <a:ea typeface="Arial"/>
                <a:cs typeface="Arial"/>
              </a:defRPr>
            </a:pPr>
            <a:r>
              <a:rPr sz="1350" b="0">
                <a:solidFill>
                  <a:srgbClr val="4E5C68"/>
                </a:solidFill>
                <a:latin typeface="Arial"/>
                <a:ea typeface="Arial"/>
                <a:cs typeface="Arial"/>
              </a:rPr>
              <a:t>Dense 128 + Softmax 24</a:t>
            </a:r>
          </a:p>
        </p:txBody>
      </p:sp>
      <p:sp>
        <p:nvSpPr>
          <p:cNvPr id="22" name="">
            <a:extLst xmlns:a="http://schemas.openxmlformats.org/drawingml/2006/main">
              <a:ext uri="{FF2B5EF4-FFF2-40B4-BE49-F238E27FC236}">
                <a16:creationId xmlns:a16="http://schemas.microsoft.com/office/drawing/2014/main" id="{F86E9ECA-53A4-4265-BB6A-2731A917E1B3}"/>
              </a:ext>
            </a:extLst>
          </p:cNvPr>
          <p:cNvSpPr>
            <a:spLocks xmlns:a="http://schemas.openxmlformats.org/drawingml/2006/main" noGrp="1"/>
          </p:cNvSpPr>
          <p:nvPr/>
        </p:nvSpPr>
        <p:spPr>
          <a:xfrm xmlns:a="http://schemas.openxmlformats.org/drawingml/2006/main">
            <a:off x="2667000" y="29718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0">
                <a:solidFill>
                  <a:srgbClr val="4E5C68"/>
                </a:solidFill>
                <a:latin typeface="Arial"/>
                <a:ea typeface="Arial"/>
                <a:cs typeface="Arial"/>
              </a:defRPr>
            </a:defPPr>
            <a:lvl1pPr algn="ctr">
              <a:buNone/>
              <a:defRPr sz="1350" b="0">
                <a:solidFill>
                  <a:srgbClr val="4E5C68"/>
                </a:solidFill>
                <a:latin typeface="Arial"/>
                <a:ea typeface="Arial"/>
                <a:cs typeface="Arial"/>
              </a:defRPr>
            </a:lvl1pPr>
            <a:lvl2pPr algn="ctr">
              <a:buNone/>
              <a:defRPr sz="1350" b="0">
                <a:solidFill>
                  <a:srgbClr val="4E5C68"/>
                </a:solidFill>
                <a:latin typeface="Arial"/>
                <a:ea typeface="Arial"/>
                <a:cs typeface="Arial"/>
              </a:defRPr>
            </a:lvl2pPr>
            <a:lvl3pPr algn="ctr">
              <a:buNone/>
              <a:defRPr sz="1350" b="0">
                <a:solidFill>
                  <a:srgbClr val="4E5C68"/>
                </a:solidFill>
                <a:latin typeface="Arial"/>
                <a:ea typeface="Arial"/>
                <a:cs typeface="Arial"/>
              </a:defRPr>
            </a:lvl3pPr>
            <a:lvl4pPr algn="ctr">
              <a:buNone/>
              <a:defRPr sz="1350" b="0">
                <a:solidFill>
                  <a:srgbClr val="4E5C68"/>
                </a:solidFill>
                <a:latin typeface="Arial"/>
                <a:ea typeface="Arial"/>
                <a:cs typeface="Arial"/>
              </a:defRPr>
            </a:lvl4pPr>
            <a:lvl5pPr algn="ctr">
              <a:buNone/>
              <a:defRPr sz="1350" b="0">
                <a:solidFill>
                  <a:srgbClr val="4E5C68"/>
                </a:solidFill>
                <a:latin typeface="Arial"/>
                <a:ea typeface="Arial"/>
                <a:cs typeface="Arial"/>
              </a:defRPr>
            </a:lvl5pPr>
            <a:lvl6pPr algn="ctr">
              <a:buNone/>
              <a:defRPr sz="1350" b="0">
                <a:solidFill>
                  <a:srgbClr val="4E5C68"/>
                </a:solidFill>
                <a:latin typeface="Arial"/>
                <a:ea typeface="Arial"/>
                <a:cs typeface="Arial"/>
              </a:defRPr>
            </a:lvl6pPr>
            <a:lvl7pPr algn="ctr">
              <a:buNone/>
              <a:defRPr sz="1350" b="0">
                <a:solidFill>
                  <a:srgbClr val="4E5C68"/>
                </a:solidFill>
                <a:latin typeface="Arial"/>
                <a:ea typeface="Arial"/>
                <a:cs typeface="Arial"/>
              </a:defRPr>
            </a:lvl7pPr>
            <a:lvl8pPr algn="ctr">
              <a:buNone/>
              <a:defRPr sz="1350" b="0">
                <a:solidFill>
                  <a:srgbClr val="4E5C68"/>
                </a:solidFill>
                <a:latin typeface="Arial"/>
                <a:ea typeface="Arial"/>
                <a:cs typeface="Arial"/>
              </a:defRPr>
            </a:lvl8pPr>
            <a:lvl9pPr algn="ctr">
              <a:buNone/>
              <a:defRPr sz="1350" b="0">
                <a:solidFill>
                  <a:srgbClr val="4E5C68"/>
                </a:solidFill>
                <a:latin typeface="Arial"/>
                <a:ea typeface="Arial"/>
                <a:cs typeface="Arial"/>
              </a:defRPr>
            </a:lvl9pPr>
          </a:lstStyle>
          <a:p xmlns:a="http://schemas.openxmlformats.org/drawingml/2006/main">
            <a:pPr algn="ctr">
              <a:buNone/>
              <a:defRPr sz="1275" b="0">
                <a:solidFill>
                  <a:srgbClr val="4E5C68"/>
                </a:solidFill>
                <a:latin typeface="Arial"/>
                <a:ea typeface="Arial"/>
                <a:cs typeface="Arial"/>
              </a:defRPr>
            </a:pPr>
            <a:r>
              <a:rPr sz="1275" b="0">
                <a:solidFill>
                  <a:srgbClr val="4E5C68"/>
                </a:solidFill>
                <a:latin typeface="Arial"/>
                <a:ea typeface="Arial"/>
                <a:cs typeface="Arial"/>
              </a:rPr>
              <a:t>ReLU + Pool 2×2</a:t>
            </a:r>
          </a:p>
        </p:txBody>
      </p:sp>
      <p:sp>
        <p:nvSpPr>
          <p:cNvPr id="23" name="">
            <a:extLst xmlns:a="http://schemas.openxmlformats.org/drawingml/2006/main">
              <a:ext uri="{FF2B5EF4-FFF2-40B4-BE49-F238E27FC236}">
                <a16:creationId xmlns:a16="http://schemas.microsoft.com/office/drawing/2014/main" id="{14E5CC6C-AB59-4F5E-9998-241CD908EDBA}"/>
              </a:ext>
            </a:extLst>
          </p:cNvPr>
          <p:cNvSpPr>
            <a:spLocks xmlns:a="http://schemas.openxmlformats.org/drawingml/2006/main" noGrp="1"/>
          </p:cNvSpPr>
          <p:nvPr/>
        </p:nvSpPr>
        <p:spPr>
          <a:xfrm xmlns:a="http://schemas.openxmlformats.org/drawingml/2006/main">
            <a:off x="4819650" y="29718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0">
                <a:solidFill>
                  <a:srgbClr val="4E5C68"/>
                </a:solidFill>
                <a:latin typeface="Arial"/>
                <a:ea typeface="Arial"/>
                <a:cs typeface="Arial"/>
              </a:defRPr>
            </a:defPPr>
            <a:lvl1pPr algn="ctr">
              <a:buNone/>
              <a:defRPr sz="1350" b="0">
                <a:solidFill>
                  <a:srgbClr val="4E5C68"/>
                </a:solidFill>
                <a:latin typeface="Arial"/>
                <a:ea typeface="Arial"/>
                <a:cs typeface="Arial"/>
              </a:defRPr>
            </a:lvl1pPr>
            <a:lvl2pPr algn="ctr">
              <a:buNone/>
              <a:defRPr sz="1350" b="0">
                <a:solidFill>
                  <a:srgbClr val="4E5C68"/>
                </a:solidFill>
                <a:latin typeface="Arial"/>
                <a:ea typeface="Arial"/>
                <a:cs typeface="Arial"/>
              </a:defRPr>
            </a:lvl2pPr>
            <a:lvl3pPr algn="ctr">
              <a:buNone/>
              <a:defRPr sz="1350" b="0">
                <a:solidFill>
                  <a:srgbClr val="4E5C68"/>
                </a:solidFill>
                <a:latin typeface="Arial"/>
                <a:ea typeface="Arial"/>
                <a:cs typeface="Arial"/>
              </a:defRPr>
            </a:lvl3pPr>
            <a:lvl4pPr algn="ctr">
              <a:buNone/>
              <a:defRPr sz="1350" b="0">
                <a:solidFill>
                  <a:srgbClr val="4E5C68"/>
                </a:solidFill>
                <a:latin typeface="Arial"/>
                <a:ea typeface="Arial"/>
                <a:cs typeface="Arial"/>
              </a:defRPr>
            </a:lvl4pPr>
            <a:lvl5pPr algn="ctr">
              <a:buNone/>
              <a:defRPr sz="1350" b="0">
                <a:solidFill>
                  <a:srgbClr val="4E5C68"/>
                </a:solidFill>
                <a:latin typeface="Arial"/>
                <a:ea typeface="Arial"/>
                <a:cs typeface="Arial"/>
              </a:defRPr>
            </a:lvl5pPr>
            <a:lvl6pPr algn="ctr">
              <a:buNone/>
              <a:defRPr sz="1350" b="0">
                <a:solidFill>
                  <a:srgbClr val="4E5C68"/>
                </a:solidFill>
                <a:latin typeface="Arial"/>
                <a:ea typeface="Arial"/>
                <a:cs typeface="Arial"/>
              </a:defRPr>
            </a:lvl6pPr>
            <a:lvl7pPr algn="ctr">
              <a:buNone/>
              <a:defRPr sz="1350" b="0">
                <a:solidFill>
                  <a:srgbClr val="4E5C68"/>
                </a:solidFill>
                <a:latin typeface="Arial"/>
                <a:ea typeface="Arial"/>
                <a:cs typeface="Arial"/>
              </a:defRPr>
            </a:lvl7pPr>
            <a:lvl8pPr algn="ctr">
              <a:buNone/>
              <a:defRPr sz="1350" b="0">
                <a:solidFill>
                  <a:srgbClr val="4E5C68"/>
                </a:solidFill>
                <a:latin typeface="Arial"/>
                <a:ea typeface="Arial"/>
                <a:cs typeface="Arial"/>
              </a:defRPr>
            </a:lvl8pPr>
            <a:lvl9pPr algn="ctr">
              <a:buNone/>
              <a:defRPr sz="1350" b="0">
                <a:solidFill>
                  <a:srgbClr val="4E5C68"/>
                </a:solidFill>
                <a:latin typeface="Arial"/>
                <a:ea typeface="Arial"/>
                <a:cs typeface="Arial"/>
              </a:defRPr>
            </a:lvl9pPr>
          </a:lstStyle>
          <a:p xmlns:a="http://schemas.openxmlformats.org/drawingml/2006/main">
            <a:pPr algn="ctr">
              <a:buNone/>
              <a:defRPr sz="1275" b="0">
                <a:solidFill>
                  <a:srgbClr val="4E5C68"/>
                </a:solidFill>
                <a:latin typeface="Arial"/>
                <a:ea typeface="Arial"/>
                <a:cs typeface="Arial"/>
              </a:defRPr>
            </a:pPr>
            <a:r>
              <a:rPr sz="1275" b="0">
                <a:solidFill>
                  <a:srgbClr val="4E5C68"/>
                </a:solidFill>
                <a:latin typeface="Arial"/>
                <a:ea typeface="Arial"/>
                <a:cs typeface="Arial"/>
              </a:rPr>
              <a:t>ReLU + Pool 2×2</a:t>
            </a:r>
          </a:p>
        </p:txBody>
      </p:sp>
      <p:sp>
        <p:nvSpPr>
          <p:cNvPr id="24" name="">
            <a:extLst xmlns:a="http://schemas.openxmlformats.org/drawingml/2006/main">
              <a:ext uri="{FF2B5EF4-FFF2-40B4-BE49-F238E27FC236}">
                <a16:creationId xmlns:a16="http://schemas.microsoft.com/office/drawing/2014/main" id="{C40E8E8D-DDCD-42EC-9578-EDF423C9E457}"/>
              </a:ext>
            </a:extLst>
          </p:cNvPr>
          <p:cNvSpPr>
            <a:spLocks xmlns:a="http://schemas.openxmlformats.org/drawingml/2006/main" noGrp="1"/>
          </p:cNvSpPr>
          <p:nvPr/>
        </p:nvSpPr>
        <p:spPr>
          <a:xfrm xmlns:a="http://schemas.openxmlformats.org/drawingml/2006/main">
            <a:off x="6972300" y="29718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0">
                <a:solidFill>
                  <a:srgbClr val="4E5C68"/>
                </a:solidFill>
                <a:latin typeface="Arial"/>
                <a:ea typeface="Arial"/>
                <a:cs typeface="Arial"/>
              </a:defRPr>
            </a:defPPr>
            <a:lvl1pPr algn="ctr">
              <a:buNone/>
              <a:defRPr sz="1350" b="0">
                <a:solidFill>
                  <a:srgbClr val="4E5C68"/>
                </a:solidFill>
                <a:latin typeface="Arial"/>
                <a:ea typeface="Arial"/>
                <a:cs typeface="Arial"/>
              </a:defRPr>
            </a:lvl1pPr>
            <a:lvl2pPr algn="ctr">
              <a:buNone/>
              <a:defRPr sz="1350" b="0">
                <a:solidFill>
                  <a:srgbClr val="4E5C68"/>
                </a:solidFill>
                <a:latin typeface="Arial"/>
                <a:ea typeface="Arial"/>
                <a:cs typeface="Arial"/>
              </a:defRPr>
            </a:lvl2pPr>
            <a:lvl3pPr algn="ctr">
              <a:buNone/>
              <a:defRPr sz="1350" b="0">
                <a:solidFill>
                  <a:srgbClr val="4E5C68"/>
                </a:solidFill>
                <a:latin typeface="Arial"/>
                <a:ea typeface="Arial"/>
                <a:cs typeface="Arial"/>
              </a:defRPr>
            </a:lvl3pPr>
            <a:lvl4pPr algn="ctr">
              <a:buNone/>
              <a:defRPr sz="1350" b="0">
                <a:solidFill>
                  <a:srgbClr val="4E5C68"/>
                </a:solidFill>
                <a:latin typeface="Arial"/>
                <a:ea typeface="Arial"/>
                <a:cs typeface="Arial"/>
              </a:defRPr>
            </a:lvl4pPr>
            <a:lvl5pPr algn="ctr">
              <a:buNone/>
              <a:defRPr sz="1350" b="0">
                <a:solidFill>
                  <a:srgbClr val="4E5C68"/>
                </a:solidFill>
                <a:latin typeface="Arial"/>
                <a:ea typeface="Arial"/>
                <a:cs typeface="Arial"/>
              </a:defRPr>
            </a:lvl5pPr>
            <a:lvl6pPr algn="ctr">
              <a:buNone/>
              <a:defRPr sz="1350" b="0">
                <a:solidFill>
                  <a:srgbClr val="4E5C68"/>
                </a:solidFill>
                <a:latin typeface="Arial"/>
                <a:ea typeface="Arial"/>
                <a:cs typeface="Arial"/>
              </a:defRPr>
            </a:lvl6pPr>
            <a:lvl7pPr algn="ctr">
              <a:buNone/>
              <a:defRPr sz="1350" b="0">
                <a:solidFill>
                  <a:srgbClr val="4E5C68"/>
                </a:solidFill>
                <a:latin typeface="Arial"/>
                <a:ea typeface="Arial"/>
                <a:cs typeface="Arial"/>
              </a:defRPr>
            </a:lvl7pPr>
            <a:lvl8pPr algn="ctr">
              <a:buNone/>
              <a:defRPr sz="1350" b="0">
                <a:solidFill>
                  <a:srgbClr val="4E5C68"/>
                </a:solidFill>
                <a:latin typeface="Arial"/>
                <a:ea typeface="Arial"/>
                <a:cs typeface="Arial"/>
              </a:defRPr>
            </a:lvl8pPr>
            <a:lvl9pPr algn="ctr">
              <a:buNone/>
              <a:defRPr sz="1350" b="0">
                <a:solidFill>
                  <a:srgbClr val="4E5C68"/>
                </a:solidFill>
                <a:latin typeface="Arial"/>
                <a:ea typeface="Arial"/>
                <a:cs typeface="Arial"/>
              </a:defRPr>
            </a:lvl9pPr>
          </a:lstStyle>
          <a:p xmlns:a="http://schemas.openxmlformats.org/drawingml/2006/main">
            <a:pPr algn="ctr">
              <a:buNone/>
              <a:defRPr sz="1275" b="0">
                <a:solidFill>
                  <a:srgbClr val="4E5C68"/>
                </a:solidFill>
                <a:latin typeface="Arial"/>
                <a:ea typeface="Arial"/>
                <a:cs typeface="Arial"/>
              </a:defRPr>
            </a:pPr>
            <a:r>
              <a:rPr sz="1275" b="0">
                <a:solidFill>
                  <a:srgbClr val="4E5C68"/>
                </a:solidFill>
                <a:latin typeface="Arial"/>
                <a:ea typeface="Arial"/>
                <a:cs typeface="Arial"/>
              </a:rPr>
              <a:t>ReLU + Pool 2×2</a:t>
            </a:r>
          </a:p>
        </p:txBody>
      </p:sp>
      <p:sp>
        <p:nvSpPr>
          <p:cNvPr id="25" name="">
            <a:extLst xmlns:a="http://schemas.openxmlformats.org/drawingml/2006/main">
              <a:ext uri="{FF2B5EF4-FFF2-40B4-BE49-F238E27FC236}">
                <a16:creationId xmlns:a16="http://schemas.microsoft.com/office/drawing/2014/main" id="{551D4B52-1605-464B-BC5E-FC7DA7321D73}"/>
              </a:ext>
            </a:extLst>
          </p:cNvPr>
          <p:cNvSpPr>
            <a:spLocks xmlns:a="http://schemas.openxmlformats.org/drawingml/2006/main" noGrp="1"/>
          </p:cNvSpPr>
          <p:nvPr/>
        </p:nvSpPr>
        <p:spPr>
          <a:xfrm xmlns:a="http://schemas.openxmlformats.org/drawingml/2006/main">
            <a:off x="609600" y="3857625"/>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087F8C"/>
                </a:solidFill>
                <a:latin typeface="Arial"/>
                <a:ea typeface="Arial"/>
                <a:cs typeface="Arial"/>
              </a:defRPr>
            </a:defPPr>
            <a:lvl1pPr algn="l">
              <a:buNone/>
              <a:defRPr sz="2100" b="1">
                <a:solidFill>
                  <a:srgbClr val="087F8C"/>
                </a:solidFill>
                <a:latin typeface="Arial"/>
                <a:ea typeface="Arial"/>
                <a:cs typeface="Arial"/>
              </a:defRPr>
            </a:lvl1pPr>
            <a:lvl2pPr algn="l">
              <a:buNone/>
              <a:defRPr sz="2100" b="1">
                <a:solidFill>
                  <a:srgbClr val="087F8C"/>
                </a:solidFill>
                <a:latin typeface="Arial"/>
                <a:ea typeface="Arial"/>
                <a:cs typeface="Arial"/>
              </a:defRPr>
            </a:lvl2pPr>
            <a:lvl3pPr algn="l">
              <a:buNone/>
              <a:defRPr sz="2100" b="1">
                <a:solidFill>
                  <a:srgbClr val="087F8C"/>
                </a:solidFill>
                <a:latin typeface="Arial"/>
                <a:ea typeface="Arial"/>
                <a:cs typeface="Arial"/>
              </a:defRPr>
            </a:lvl3pPr>
            <a:lvl4pPr algn="l">
              <a:buNone/>
              <a:defRPr sz="2100" b="1">
                <a:solidFill>
                  <a:srgbClr val="087F8C"/>
                </a:solidFill>
                <a:latin typeface="Arial"/>
                <a:ea typeface="Arial"/>
                <a:cs typeface="Arial"/>
              </a:defRPr>
            </a:lvl4pPr>
            <a:lvl5pPr algn="l">
              <a:buNone/>
              <a:defRPr sz="2100" b="1">
                <a:solidFill>
                  <a:srgbClr val="087F8C"/>
                </a:solidFill>
                <a:latin typeface="Arial"/>
                <a:ea typeface="Arial"/>
                <a:cs typeface="Arial"/>
              </a:defRPr>
            </a:lvl5pPr>
            <a:lvl6pPr algn="l">
              <a:buNone/>
              <a:defRPr sz="2100" b="1">
                <a:solidFill>
                  <a:srgbClr val="087F8C"/>
                </a:solidFill>
                <a:latin typeface="Arial"/>
                <a:ea typeface="Arial"/>
                <a:cs typeface="Arial"/>
              </a:defRPr>
            </a:lvl6pPr>
            <a:lvl7pPr algn="l">
              <a:buNone/>
              <a:defRPr sz="2100" b="1">
                <a:solidFill>
                  <a:srgbClr val="087F8C"/>
                </a:solidFill>
                <a:latin typeface="Arial"/>
                <a:ea typeface="Arial"/>
                <a:cs typeface="Arial"/>
              </a:defRPr>
            </a:lvl7pPr>
            <a:lvl8pPr algn="l">
              <a:buNone/>
              <a:defRPr sz="2100" b="1">
                <a:solidFill>
                  <a:srgbClr val="087F8C"/>
                </a:solidFill>
                <a:latin typeface="Arial"/>
                <a:ea typeface="Arial"/>
                <a:cs typeface="Arial"/>
              </a:defRPr>
            </a:lvl8pPr>
            <a:lvl9pPr algn="l">
              <a:buNone/>
              <a:defRPr sz="2100" b="1">
                <a:solidFill>
                  <a:srgbClr val="087F8C"/>
                </a:solidFill>
                <a:latin typeface="Arial"/>
                <a:ea typeface="Arial"/>
                <a:cs typeface="Arial"/>
              </a:defRPr>
            </a:lvl9pPr>
          </a:lstStyle>
          <a:p xmlns:a="http://schemas.openxmlformats.org/drawingml/2006/main">
            <a:pPr algn="l">
              <a:buNone/>
              <a:defRPr sz="2100" b="1">
                <a:solidFill>
                  <a:srgbClr val="087F8C"/>
                </a:solidFill>
                <a:latin typeface="Arial"/>
                <a:ea typeface="Arial"/>
                <a:cs typeface="Arial"/>
              </a:defRPr>
            </a:pPr>
            <a:r>
              <a:rPr sz="2100" b="1">
                <a:solidFill>
                  <a:srgbClr val="087F8C"/>
                </a:solidFill>
                <a:latin typeface="Arial"/>
                <a:ea typeface="Arial"/>
                <a:cs typeface="Arial"/>
              </a:rPr>
              <a:t>Convolución + ReLU</a:t>
            </a:r>
          </a:p>
        </p:txBody>
      </p:sp>
      <p:sp>
        <p:nvSpPr>
          <p:cNvPr id="26" name="">
            <a:extLst xmlns:a="http://schemas.openxmlformats.org/drawingml/2006/main">
              <a:ext uri="{FF2B5EF4-FFF2-40B4-BE49-F238E27FC236}">
                <a16:creationId xmlns:a16="http://schemas.microsoft.com/office/drawing/2014/main" id="{8A08B678-6C3D-432F-A478-FD277F900D7F}"/>
              </a:ext>
            </a:extLst>
          </p:cNvPr>
          <p:cNvSpPr>
            <a:spLocks xmlns:a="http://schemas.openxmlformats.org/drawingml/2006/main" noGrp="1"/>
          </p:cNvSpPr>
          <p:nvPr/>
        </p:nvSpPr>
        <p:spPr>
          <a:xfrm xmlns:a="http://schemas.openxmlformats.org/drawingml/2006/main">
            <a:off x="609600" y="4295775"/>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263746"/>
                </a:solidFill>
                <a:latin typeface="Arial"/>
                <a:ea typeface="Arial"/>
                <a:cs typeface="Arial"/>
              </a:defRPr>
            </a:defPPr>
            <a:lvl1pPr algn="l">
              <a:buNone/>
              <a:defRPr sz="1650" b="0">
                <a:solidFill>
                  <a:srgbClr val="263746"/>
                </a:solidFill>
                <a:latin typeface="Arial"/>
                <a:ea typeface="Arial"/>
                <a:cs typeface="Arial"/>
              </a:defRPr>
            </a:lvl1pPr>
            <a:lvl2pPr algn="l">
              <a:buNone/>
              <a:defRPr sz="1650" b="0">
                <a:solidFill>
                  <a:srgbClr val="263746"/>
                </a:solidFill>
                <a:latin typeface="Arial"/>
                <a:ea typeface="Arial"/>
                <a:cs typeface="Arial"/>
              </a:defRPr>
            </a:lvl2pPr>
            <a:lvl3pPr algn="l">
              <a:buNone/>
              <a:defRPr sz="1650" b="0">
                <a:solidFill>
                  <a:srgbClr val="263746"/>
                </a:solidFill>
                <a:latin typeface="Arial"/>
                <a:ea typeface="Arial"/>
                <a:cs typeface="Arial"/>
              </a:defRPr>
            </a:lvl3pPr>
            <a:lvl4pPr algn="l">
              <a:buNone/>
              <a:defRPr sz="1650" b="0">
                <a:solidFill>
                  <a:srgbClr val="263746"/>
                </a:solidFill>
                <a:latin typeface="Arial"/>
                <a:ea typeface="Arial"/>
                <a:cs typeface="Arial"/>
              </a:defRPr>
            </a:lvl4pPr>
            <a:lvl5pPr algn="l">
              <a:buNone/>
              <a:defRPr sz="1650" b="0">
                <a:solidFill>
                  <a:srgbClr val="263746"/>
                </a:solidFill>
                <a:latin typeface="Arial"/>
                <a:ea typeface="Arial"/>
                <a:cs typeface="Arial"/>
              </a:defRPr>
            </a:lvl5pPr>
            <a:lvl6pPr algn="l">
              <a:buNone/>
              <a:defRPr sz="1650" b="0">
                <a:solidFill>
                  <a:srgbClr val="263746"/>
                </a:solidFill>
                <a:latin typeface="Arial"/>
                <a:ea typeface="Arial"/>
                <a:cs typeface="Arial"/>
              </a:defRPr>
            </a:lvl6pPr>
            <a:lvl7pPr algn="l">
              <a:buNone/>
              <a:defRPr sz="1650" b="0">
                <a:solidFill>
                  <a:srgbClr val="263746"/>
                </a:solidFill>
                <a:latin typeface="Arial"/>
                <a:ea typeface="Arial"/>
                <a:cs typeface="Arial"/>
              </a:defRPr>
            </a:lvl7pPr>
            <a:lvl8pPr algn="l">
              <a:buNone/>
              <a:defRPr sz="1650" b="0">
                <a:solidFill>
                  <a:srgbClr val="263746"/>
                </a:solidFill>
                <a:latin typeface="Arial"/>
                <a:ea typeface="Arial"/>
                <a:cs typeface="Arial"/>
              </a:defRPr>
            </a:lvl8pPr>
            <a:lvl9pPr algn="l">
              <a:buNone/>
              <a:defRPr sz="1650" b="0">
                <a:solidFill>
                  <a:srgbClr val="263746"/>
                </a:solidFill>
                <a:latin typeface="Arial"/>
                <a:ea typeface="Arial"/>
                <a:cs typeface="Arial"/>
              </a:defRPr>
            </a:lvl9pPr>
          </a:lstStyle>
          <a:p xmlns:a="http://schemas.openxmlformats.org/drawingml/2006/main">
            <a:pPr algn="l">
              <a:buNone/>
              <a:defRPr sz="1650" b="0">
                <a:solidFill>
                  <a:srgbClr val="263746"/>
                </a:solidFill>
                <a:latin typeface="Arial"/>
                <a:ea typeface="Arial"/>
                <a:cs typeface="Arial"/>
              </a:defRPr>
            </a:pPr>
            <a:r>
              <a:rPr sz="1650" b="0">
                <a:solidFill>
                  <a:srgbClr val="263746"/>
                </a:solidFill>
                <a:latin typeface="Arial"/>
                <a:ea typeface="Arial"/>
                <a:cs typeface="Arial"/>
              </a:rPr>
              <a:t>Filtros 3 × 3 compartidos detectan patrones locales. ReLU añade no linealidad.</a:t>
            </a:r>
          </a:p>
        </p:txBody>
      </p:sp>
      <p:sp>
        <p:nvSpPr>
          <p:cNvPr id="27" name="">
            <a:extLst xmlns:a="http://schemas.openxmlformats.org/drawingml/2006/main">
              <a:ext uri="{FF2B5EF4-FFF2-40B4-BE49-F238E27FC236}">
                <a16:creationId xmlns:a16="http://schemas.microsoft.com/office/drawing/2014/main" id="{78888C99-E5EE-487A-8751-31F3C8B640B9}"/>
              </a:ext>
            </a:extLst>
          </p:cNvPr>
          <p:cNvSpPr>
            <a:spLocks xmlns:a="http://schemas.openxmlformats.org/drawingml/2006/main" noGrp="1"/>
          </p:cNvSpPr>
          <p:nvPr/>
        </p:nvSpPr>
        <p:spPr>
          <a:xfrm xmlns:a="http://schemas.openxmlformats.org/drawingml/2006/main">
            <a:off x="4429125" y="38576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087F8C"/>
                </a:solidFill>
                <a:latin typeface="Arial"/>
                <a:ea typeface="Arial"/>
                <a:cs typeface="Arial"/>
              </a:defRPr>
            </a:defPPr>
            <a:lvl1pPr algn="l">
              <a:buNone/>
              <a:defRPr sz="2100" b="1">
                <a:solidFill>
                  <a:srgbClr val="087F8C"/>
                </a:solidFill>
                <a:latin typeface="Arial"/>
                <a:ea typeface="Arial"/>
                <a:cs typeface="Arial"/>
              </a:defRPr>
            </a:lvl1pPr>
            <a:lvl2pPr algn="l">
              <a:buNone/>
              <a:defRPr sz="2100" b="1">
                <a:solidFill>
                  <a:srgbClr val="087F8C"/>
                </a:solidFill>
                <a:latin typeface="Arial"/>
                <a:ea typeface="Arial"/>
                <a:cs typeface="Arial"/>
              </a:defRPr>
            </a:lvl2pPr>
            <a:lvl3pPr algn="l">
              <a:buNone/>
              <a:defRPr sz="2100" b="1">
                <a:solidFill>
                  <a:srgbClr val="087F8C"/>
                </a:solidFill>
                <a:latin typeface="Arial"/>
                <a:ea typeface="Arial"/>
                <a:cs typeface="Arial"/>
              </a:defRPr>
            </a:lvl3pPr>
            <a:lvl4pPr algn="l">
              <a:buNone/>
              <a:defRPr sz="2100" b="1">
                <a:solidFill>
                  <a:srgbClr val="087F8C"/>
                </a:solidFill>
                <a:latin typeface="Arial"/>
                <a:ea typeface="Arial"/>
                <a:cs typeface="Arial"/>
              </a:defRPr>
            </a:lvl4pPr>
            <a:lvl5pPr algn="l">
              <a:buNone/>
              <a:defRPr sz="2100" b="1">
                <a:solidFill>
                  <a:srgbClr val="087F8C"/>
                </a:solidFill>
                <a:latin typeface="Arial"/>
                <a:ea typeface="Arial"/>
                <a:cs typeface="Arial"/>
              </a:defRPr>
            </a:lvl5pPr>
            <a:lvl6pPr algn="l">
              <a:buNone/>
              <a:defRPr sz="2100" b="1">
                <a:solidFill>
                  <a:srgbClr val="087F8C"/>
                </a:solidFill>
                <a:latin typeface="Arial"/>
                <a:ea typeface="Arial"/>
                <a:cs typeface="Arial"/>
              </a:defRPr>
            </a:lvl6pPr>
            <a:lvl7pPr algn="l">
              <a:buNone/>
              <a:defRPr sz="2100" b="1">
                <a:solidFill>
                  <a:srgbClr val="087F8C"/>
                </a:solidFill>
                <a:latin typeface="Arial"/>
                <a:ea typeface="Arial"/>
                <a:cs typeface="Arial"/>
              </a:defRPr>
            </a:lvl7pPr>
            <a:lvl8pPr algn="l">
              <a:buNone/>
              <a:defRPr sz="2100" b="1">
                <a:solidFill>
                  <a:srgbClr val="087F8C"/>
                </a:solidFill>
                <a:latin typeface="Arial"/>
                <a:ea typeface="Arial"/>
                <a:cs typeface="Arial"/>
              </a:defRPr>
            </a:lvl8pPr>
            <a:lvl9pPr algn="l">
              <a:buNone/>
              <a:defRPr sz="2100" b="1">
                <a:solidFill>
                  <a:srgbClr val="087F8C"/>
                </a:solidFill>
                <a:latin typeface="Arial"/>
                <a:ea typeface="Arial"/>
                <a:cs typeface="Arial"/>
              </a:defRPr>
            </a:lvl9pPr>
          </a:lstStyle>
          <a:p xmlns:a="http://schemas.openxmlformats.org/drawingml/2006/main">
            <a:pPr algn="l">
              <a:buNone/>
              <a:defRPr sz="2100" b="1">
                <a:solidFill>
                  <a:srgbClr val="087F8C"/>
                </a:solidFill>
                <a:latin typeface="Arial"/>
                <a:ea typeface="Arial"/>
                <a:cs typeface="Arial"/>
              </a:defRPr>
            </a:pPr>
            <a:r>
              <a:rPr sz="2100" b="1">
                <a:solidFill>
                  <a:srgbClr val="087F8C"/>
                </a:solidFill>
                <a:latin typeface="Arial"/>
                <a:ea typeface="Arial"/>
                <a:cs typeface="Arial"/>
              </a:rPr>
              <a:t>Pooling</a:t>
            </a:r>
          </a:p>
        </p:txBody>
      </p:sp>
      <p:sp>
        <p:nvSpPr>
          <p:cNvPr id="28" name="">
            <a:extLst xmlns:a="http://schemas.openxmlformats.org/drawingml/2006/main">
              <a:ext uri="{FF2B5EF4-FFF2-40B4-BE49-F238E27FC236}">
                <a16:creationId xmlns:a16="http://schemas.microsoft.com/office/drawing/2014/main" id="{A4179EAF-5C18-4C80-81F7-3152AAC2217B}"/>
              </a:ext>
            </a:extLst>
          </p:cNvPr>
          <p:cNvSpPr>
            <a:spLocks xmlns:a="http://schemas.openxmlformats.org/drawingml/2006/main" noGrp="1"/>
          </p:cNvSpPr>
          <p:nvPr/>
        </p:nvSpPr>
        <p:spPr>
          <a:xfrm xmlns:a="http://schemas.openxmlformats.org/drawingml/2006/main">
            <a:off x="4429125" y="4295775"/>
            <a:ext cx="285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263746"/>
                </a:solidFill>
                <a:latin typeface="Arial"/>
                <a:ea typeface="Arial"/>
                <a:cs typeface="Arial"/>
              </a:defRPr>
            </a:defPPr>
            <a:lvl1pPr algn="l">
              <a:buNone/>
              <a:defRPr sz="1650" b="0">
                <a:solidFill>
                  <a:srgbClr val="263746"/>
                </a:solidFill>
                <a:latin typeface="Arial"/>
                <a:ea typeface="Arial"/>
                <a:cs typeface="Arial"/>
              </a:defRPr>
            </a:lvl1pPr>
            <a:lvl2pPr algn="l">
              <a:buNone/>
              <a:defRPr sz="1650" b="0">
                <a:solidFill>
                  <a:srgbClr val="263746"/>
                </a:solidFill>
                <a:latin typeface="Arial"/>
                <a:ea typeface="Arial"/>
                <a:cs typeface="Arial"/>
              </a:defRPr>
            </a:lvl2pPr>
            <a:lvl3pPr algn="l">
              <a:buNone/>
              <a:defRPr sz="1650" b="0">
                <a:solidFill>
                  <a:srgbClr val="263746"/>
                </a:solidFill>
                <a:latin typeface="Arial"/>
                <a:ea typeface="Arial"/>
                <a:cs typeface="Arial"/>
              </a:defRPr>
            </a:lvl3pPr>
            <a:lvl4pPr algn="l">
              <a:buNone/>
              <a:defRPr sz="1650" b="0">
                <a:solidFill>
                  <a:srgbClr val="263746"/>
                </a:solidFill>
                <a:latin typeface="Arial"/>
                <a:ea typeface="Arial"/>
                <a:cs typeface="Arial"/>
              </a:defRPr>
            </a:lvl4pPr>
            <a:lvl5pPr algn="l">
              <a:buNone/>
              <a:defRPr sz="1650" b="0">
                <a:solidFill>
                  <a:srgbClr val="263746"/>
                </a:solidFill>
                <a:latin typeface="Arial"/>
                <a:ea typeface="Arial"/>
                <a:cs typeface="Arial"/>
              </a:defRPr>
            </a:lvl5pPr>
            <a:lvl6pPr algn="l">
              <a:buNone/>
              <a:defRPr sz="1650" b="0">
                <a:solidFill>
                  <a:srgbClr val="263746"/>
                </a:solidFill>
                <a:latin typeface="Arial"/>
                <a:ea typeface="Arial"/>
                <a:cs typeface="Arial"/>
              </a:defRPr>
            </a:lvl6pPr>
            <a:lvl7pPr algn="l">
              <a:buNone/>
              <a:defRPr sz="1650" b="0">
                <a:solidFill>
                  <a:srgbClr val="263746"/>
                </a:solidFill>
                <a:latin typeface="Arial"/>
                <a:ea typeface="Arial"/>
                <a:cs typeface="Arial"/>
              </a:defRPr>
            </a:lvl7pPr>
            <a:lvl8pPr algn="l">
              <a:buNone/>
              <a:defRPr sz="1650" b="0">
                <a:solidFill>
                  <a:srgbClr val="263746"/>
                </a:solidFill>
                <a:latin typeface="Arial"/>
                <a:ea typeface="Arial"/>
                <a:cs typeface="Arial"/>
              </a:defRPr>
            </a:lvl8pPr>
            <a:lvl9pPr algn="l">
              <a:buNone/>
              <a:defRPr sz="1650" b="0">
                <a:solidFill>
                  <a:srgbClr val="263746"/>
                </a:solidFill>
                <a:latin typeface="Arial"/>
                <a:ea typeface="Arial"/>
                <a:cs typeface="Arial"/>
              </a:defRPr>
            </a:lvl9pPr>
          </a:lstStyle>
          <a:p xmlns:a="http://schemas.openxmlformats.org/drawingml/2006/main">
            <a:pPr algn="l">
              <a:buNone/>
              <a:defRPr sz="1650" b="0">
                <a:solidFill>
                  <a:srgbClr val="263746"/>
                </a:solidFill>
                <a:latin typeface="Arial"/>
                <a:ea typeface="Arial"/>
                <a:cs typeface="Arial"/>
              </a:defRPr>
            </a:pPr>
            <a:r>
              <a:rPr sz="1650" b="0">
                <a:solidFill>
                  <a:srgbClr val="263746"/>
                </a:solidFill>
                <a:latin typeface="Arial"/>
                <a:ea typeface="Arial"/>
                <a:cs typeface="Arial"/>
              </a:rPr>
              <a:t>Reduce alto y ancho a la mitad. Conserva el máximo de cada ventana 2 × 2.</a:t>
            </a:r>
          </a:p>
        </p:txBody>
      </p:sp>
      <p:sp>
        <p:nvSpPr>
          <p:cNvPr id="29" name="">
            <a:extLst xmlns:a="http://schemas.openxmlformats.org/drawingml/2006/main">
              <a:ext uri="{FF2B5EF4-FFF2-40B4-BE49-F238E27FC236}">
                <a16:creationId xmlns:a16="http://schemas.microsoft.com/office/drawing/2014/main" id="{F986B783-75BC-4994-93FB-CBB3010BD9C1}"/>
              </a:ext>
            </a:extLst>
          </p:cNvPr>
          <p:cNvSpPr>
            <a:spLocks xmlns:a="http://schemas.openxmlformats.org/drawingml/2006/main" noGrp="1"/>
          </p:cNvSpPr>
          <p:nvPr/>
        </p:nvSpPr>
        <p:spPr>
          <a:xfrm xmlns:a="http://schemas.openxmlformats.org/drawingml/2006/main">
            <a:off x="7953375" y="3857625"/>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087F8C"/>
                </a:solidFill>
                <a:latin typeface="Arial"/>
                <a:ea typeface="Arial"/>
                <a:cs typeface="Arial"/>
              </a:defRPr>
            </a:defPPr>
            <a:lvl1pPr algn="l">
              <a:buNone/>
              <a:defRPr sz="2100" b="1">
                <a:solidFill>
                  <a:srgbClr val="087F8C"/>
                </a:solidFill>
                <a:latin typeface="Arial"/>
                <a:ea typeface="Arial"/>
                <a:cs typeface="Arial"/>
              </a:defRPr>
            </a:lvl1pPr>
            <a:lvl2pPr algn="l">
              <a:buNone/>
              <a:defRPr sz="2100" b="1">
                <a:solidFill>
                  <a:srgbClr val="087F8C"/>
                </a:solidFill>
                <a:latin typeface="Arial"/>
                <a:ea typeface="Arial"/>
                <a:cs typeface="Arial"/>
              </a:defRPr>
            </a:lvl2pPr>
            <a:lvl3pPr algn="l">
              <a:buNone/>
              <a:defRPr sz="2100" b="1">
                <a:solidFill>
                  <a:srgbClr val="087F8C"/>
                </a:solidFill>
                <a:latin typeface="Arial"/>
                <a:ea typeface="Arial"/>
                <a:cs typeface="Arial"/>
              </a:defRPr>
            </a:lvl3pPr>
            <a:lvl4pPr algn="l">
              <a:buNone/>
              <a:defRPr sz="2100" b="1">
                <a:solidFill>
                  <a:srgbClr val="087F8C"/>
                </a:solidFill>
                <a:latin typeface="Arial"/>
                <a:ea typeface="Arial"/>
                <a:cs typeface="Arial"/>
              </a:defRPr>
            </a:lvl4pPr>
            <a:lvl5pPr algn="l">
              <a:buNone/>
              <a:defRPr sz="2100" b="1">
                <a:solidFill>
                  <a:srgbClr val="087F8C"/>
                </a:solidFill>
                <a:latin typeface="Arial"/>
                <a:ea typeface="Arial"/>
                <a:cs typeface="Arial"/>
              </a:defRPr>
            </a:lvl5pPr>
            <a:lvl6pPr algn="l">
              <a:buNone/>
              <a:defRPr sz="2100" b="1">
                <a:solidFill>
                  <a:srgbClr val="087F8C"/>
                </a:solidFill>
                <a:latin typeface="Arial"/>
                <a:ea typeface="Arial"/>
                <a:cs typeface="Arial"/>
              </a:defRPr>
            </a:lvl6pPr>
            <a:lvl7pPr algn="l">
              <a:buNone/>
              <a:defRPr sz="2100" b="1">
                <a:solidFill>
                  <a:srgbClr val="087F8C"/>
                </a:solidFill>
                <a:latin typeface="Arial"/>
                <a:ea typeface="Arial"/>
                <a:cs typeface="Arial"/>
              </a:defRPr>
            </a:lvl7pPr>
            <a:lvl8pPr algn="l">
              <a:buNone/>
              <a:defRPr sz="2100" b="1">
                <a:solidFill>
                  <a:srgbClr val="087F8C"/>
                </a:solidFill>
                <a:latin typeface="Arial"/>
                <a:ea typeface="Arial"/>
                <a:cs typeface="Arial"/>
              </a:defRPr>
            </a:lvl8pPr>
            <a:lvl9pPr algn="l">
              <a:buNone/>
              <a:defRPr sz="2100" b="1">
                <a:solidFill>
                  <a:srgbClr val="087F8C"/>
                </a:solidFill>
                <a:latin typeface="Arial"/>
                <a:ea typeface="Arial"/>
                <a:cs typeface="Arial"/>
              </a:defRPr>
            </a:lvl9pPr>
          </a:lstStyle>
          <a:p xmlns:a="http://schemas.openxmlformats.org/drawingml/2006/main">
            <a:pPr algn="l">
              <a:buNone/>
              <a:defRPr sz="2100" b="1">
                <a:solidFill>
                  <a:srgbClr val="087F8C"/>
                </a:solidFill>
                <a:latin typeface="Arial"/>
                <a:ea typeface="Arial"/>
                <a:cs typeface="Arial"/>
              </a:defRPr>
            </a:pPr>
            <a:r>
              <a:rPr sz="2100" b="1">
                <a:solidFill>
                  <a:srgbClr val="087F8C"/>
                </a:solidFill>
                <a:latin typeface="Arial"/>
                <a:ea typeface="Arial"/>
                <a:cs typeface="Arial"/>
              </a:rPr>
              <a:t>Softmax</a:t>
            </a:r>
          </a:p>
        </p:txBody>
      </p:sp>
      <p:sp>
        <p:nvSpPr>
          <p:cNvPr id="30" name="">
            <a:extLst xmlns:a="http://schemas.openxmlformats.org/drawingml/2006/main">
              <a:ext uri="{FF2B5EF4-FFF2-40B4-BE49-F238E27FC236}">
                <a16:creationId xmlns:a16="http://schemas.microsoft.com/office/drawing/2014/main" id="{8E089E4C-4C2C-4CEE-B188-B7212AB530BD}"/>
              </a:ext>
            </a:extLst>
          </p:cNvPr>
          <p:cNvSpPr>
            <a:spLocks xmlns:a="http://schemas.openxmlformats.org/drawingml/2006/main" noGrp="1"/>
          </p:cNvSpPr>
          <p:nvPr/>
        </p:nvSpPr>
        <p:spPr>
          <a:xfrm xmlns:a="http://schemas.openxmlformats.org/drawingml/2006/main">
            <a:off x="7953375" y="4295775"/>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263746"/>
                </a:solidFill>
                <a:latin typeface="Arial"/>
                <a:ea typeface="Arial"/>
                <a:cs typeface="Arial"/>
              </a:defRPr>
            </a:defPPr>
            <a:lvl1pPr algn="l">
              <a:buNone/>
              <a:defRPr sz="1650" b="0">
                <a:solidFill>
                  <a:srgbClr val="263746"/>
                </a:solidFill>
                <a:latin typeface="Arial"/>
                <a:ea typeface="Arial"/>
                <a:cs typeface="Arial"/>
              </a:defRPr>
            </a:lvl1pPr>
            <a:lvl2pPr algn="l">
              <a:buNone/>
              <a:defRPr sz="1650" b="0">
                <a:solidFill>
                  <a:srgbClr val="263746"/>
                </a:solidFill>
                <a:latin typeface="Arial"/>
                <a:ea typeface="Arial"/>
                <a:cs typeface="Arial"/>
              </a:defRPr>
            </a:lvl2pPr>
            <a:lvl3pPr algn="l">
              <a:buNone/>
              <a:defRPr sz="1650" b="0">
                <a:solidFill>
                  <a:srgbClr val="263746"/>
                </a:solidFill>
                <a:latin typeface="Arial"/>
                <a:ea typeface="Arial"/>
                <a:cs typeface="Arial"/>
              </a:defRPr>
            </a:lvl3pPr>
            <a:lvl4pPr algn="l">
              <a:buNone/>
              <a:defRPr sz="1650" b="0">
                <a:solidFill>
                  <a:srgbClr val="263746"/>
                </a:solidFill>
                <a:latin typeface="Arial"/>
                <a:ea typeface="Arial"/>
                <a:cs typeface="Arial"/>
              </a:defRPr>
            </a:lvl4pPr>
            <a:lvl5pPr algn="l">
              <a:buNone/>
              <a:defRPr sz="1650" b="0">
                <a:solidFill>
                  <a:srgbClr val="263746"/>
                </a:solidFill>
                <a:latin typeface="Arial"/>
                <a:ea typeface="Arial"/>
                <a:cs typeface="Arial"/>
              </a:defRPr>
            </a:lvl5pPr>
            <a:lvl6pPr algn="l">
              <a:buNone/>
              <a:defRPr sz="1650" b="0">
                <a:solidFill>
                  <a:srgbClr val="263746"/>
                </a:solidFill>
                <a:latin typeface="Arial"/>
                <a:ea typeface="Arial"/>
                <a:cs typeface="Arial"/>
              </a:defRPr>
            </a:lvl6pPr>
            <a:lvl7pPr algn="l">
              <a:buNone/>
              <a:defRPr sz="1650" b="0">
                <a:solidFill>
                  <a:srgbClr val="263746"/>
                </a:solidFill>
                <a:latin typeface="Arial"/>
                <a:ea typeface="Arial"/>
                <a:cs typeface="Arial"/>
              </a:defRPr>
            </a:lvl7pPr>
            <a:lvl8pPr algn="l">
              <a:buNone/>
              <a:defRPr sz="1650" b="0">
                <a:solidFill>
                  <a:srgbClr val="263746"/>
                </a:solidFill>
                <a:latin typeface="Arial"/>
                <a:ea typeface="Arial"/>
                <a:cs typeface="Arial"/>
              </a:defRPr>
            </a:lvl8pPr>
            <a:lvl9pPr algn="l">
              <a:buNone/>
              <a:defRPr sz="1650" b="0">
                <a:solidFill>
                  <a:srgbClr val="263746"/>
                </a:solidFill>
                <a:latin typeface="Arial"/>
                <a:ea typeface="Arial"/>
                <a:cs typeface="Arial"/>
              </a:defRPr>
            </a:lvl9pPr>
          </a:lstStyle>
          <a:p xmlns:a="http://schemas.openxmlformats.org/drawingml/2006/main">
            <a:pPr algn="l">
              <a:buNone/>
              <a:defRPr sz="1650" b="0">
                <a:solidFill>
                  <a:srgbClr val="263746"/>
                </a:solidFill>
                <a:latin typeface="Arial"/>
                <a:ea typeface="Arial"/>
                <a:cs typeface="Arial"/>
              </a:defRPr>
            </a:pPr>
            <a:r>
              <a:rPr sz="1650" b="0">
                <a:solidFill>
                  <a:srgbClr val="263746"/>
                </a:solidFill>
                <a:latin typeface="Arial"/>
                <a:ea typeface="Arial"/>
                <a:cs typeface="Arial"/>
              </a:rPr>
              <a:t>Entrega 24 probabilidades que suman 1. Elegimos la mayor.</a:t>
            </a:r>
          </a:p>
        </p:txBody>
      </p:sp>
      <p:sp>
        <p:nvSpPr>
          <p:cNvPr id="31" name="">
            <a:extLst xmlns:a="http://schemas.openxmlformats.org/drawingml/2006/main">
              <a:ext uri="{FF2B5EF4-FFF2-40B4-BE49-F238E27FC236}">
                <a16:creationId xmlns:a16="http://schemas.microsoft.com/office/drawing/2014/main" id="{45BEA95C-83BA-42FD-82CA-B83DDD07FDE5}"/>
              </a:ext>
            </a:extLst>
          </p:cNvPr>
          <p:cNvSpPr>
            <a:spLocks xmlns:a="http://schemas.openxmlformats.org/drawingml/2006/main" noGrp="1"/>
          </p:cNvSpPr>
          <p:nvPr/>
        </p:nvSpPr>
        <p:spPr>
          <a:xfrm xmlns:a="http://schemas.openxmlformats.org/drawingml/2006/main">
            <a:off x="609600" y="57531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7324D"/>
                </a:solidFill>
                <a:latin typeface="Arial"/>
                <a:ea typeface="Arial"/>
                <a:cs typeface="Arial"/>
              </a:defRPr>
            </a:defPPr>
            <a:lvl1pPr algn="l">
              <a:buNone/>
              <a:defRPr sz="2100" b="1">
                <a:solidFill>
                  <a:srgbClr val="17324D"/>
                </a:solidFill>
                <a:latin typeface="Arial"/>
                <a:ea typeface="Arial"/>
                <a:cs typeface="Arial"/>
              </a:defRPr>
            </a:lvl1pPr>
            <a:lvl2pPr algn="l">
              <a:buNone/>
              <a:defRPr sz="2100" b="1">
                <a:solidFill>
                  <a:srgbClr val="17324D"/>
                </a:solidFill>
                <a:latin typeface="Arial"/>
                <a:ea typeface="Arial"/>
                <a:cs typeface="Arial"/>
              </a:defRPr>
            </a:lvl2pPr>
            <a:lvl3pPr algn="l">
              <a:buNone/>
              <a:defRPr sz="2100" b="1">
                <a:solidFill>
                  <a:srgbClr val="17324D"/>
                </a:solidFill>
                <a:latin typeface="Arial"/>
                <a:ea typeface="Arial"/>
                <a:cs typeface="Arial"/>
              </a:defRPr>
            </a:lvl3pPr>
            <a:lvl4pPr algn="l">
              <a:buNone/>
              <a:defRPr sz="2100" b="1">
                <a:solidFill>
                  <a:srgbClr val="17324D"/>
                </a:solidFill>
                <a:latin typeface="Arial"/>
                <a:ea typeface="Arial"/>
                <a:cs typeface="Arial"/>
              </a:defRPr>
            </a:lvl4pPr>
            <a:lvl5pPr algn="l">
              <a:buNone/>
              <a:defRPr sz="2100" b="1">
                <a:solidFill>
                  <a:srgbClr val="17324D"/>
                </a:solidFill>
                <a:latin typeface="Arial"/>
                <a:ea typeface="Arial"/>
                <a:cs typeface="Arial"/>
              </a:defRPr>
            </a:lvl5pPr>
            <a:lvl6pPr algn="l">
              <a:buNone/>
              <a:defRPr sz="2100" b="1">
                <a:solidFill>
                  <a:srgbClr val="17324D"/>
                </a:solidFill>
                <a:latin typeface="Arial"/>
                <a:ea typeface="Arial"/>
                <a:cs typeface="Arial"/>
              </a:defRPr>
            </a:lvl6pPr>
            <a:lvl7pPr algn="l">
              <a:buNone/>
              <a:defRPr sz="2100" b="1">
                <a:solidFill>
                  <a:srgbClr val="17324D"/>
                </a:solidFill>
                <a:latin typeface="Arial"/>
                <a:ea typeface="Arial"/>
                <a:cs typeface="Arial"/>
              </a:defRPr>
            </a:lvl7pPr>
            <a:lvl8pPr algn="l">
              <a:buNone/>
              <a:defRPr sz="2100" b="1">
                <a:solidFill>
                  <a:srgbClr val="17324D"/>
                </a:solidFill>
                <a:latin typeface="Arial"/>
                <a:ea typeface="Arial"/>
                <a:cs typeface="Arial"/>
              </a:defRPr>
            </a:lvl8pPr>
            <a:lvl9pPr algn="l">
              <a:buNone/>
              <a:defRPr sz="2100" b="1">
                <a:solidFill>
                  <a:srgbClr val="17324D"/>
                </a:solidFill>
                <a:latin typeface="Arial"/>
                <a:ea typeface="Arial"/>
                <a:cs typeface="Arial"/>
              </a:defRPr>
            </a:lvl9pPr>
          </a:lstStyle>
          <a:p xmlns:a="http://schemas.openxmlformats.org/drawingml/2006/main">
            <a:pPr algn="l">
              <a:buNone/>
              <a:defRPr sz="2100" b="1">
                <a:solidFill>
                  <a:srgbClr val="17324D"/>
                </a:solidFill>
                <a:latin typeface="Arial"/>
                <a:ea typeface="Arial"/>
                <a:cs typeface="Arial"/>
              </a:defRPr>
            </a:pPr>
            <a:r>
              <a:rPr sz="2100" b="1">
                <a:solidFill>
                  <a:srgbClr val="17324D"/>
                </a:solidFill>
                <a:latin typeface="Arial"/>
                <a:ea typeface="Arial"/>
                <a:cs typeface="Arial"/>
              </a:rPr>
              <a:t>Total: 243.352 parámetros entrenables</a:t>
            </a:r>
          </a:p>
        </p:txBody>
      </p:sp>
    </p:spTree>
    <p:extLst>
      <p:ext uri="{BB962C8B-B14F-4D97-AF65-F5344CB8AC3E}">
        <p14:creationId xmlns:p14="http://schemas.microsoft.com/office/powerpoint/2010/main" val="19184915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AC4A14C-5789-44EF-A08F-2ED0A4DFAD08}"/>
              </a:ext>
            </a:extLst>
          </p:cNvPr>
          <p:cNvSpPr>
            <a:spLocks xmlns:a="http://schemas.openxmlformats.org/drawingml/2006/main" noGrp="1"/>
          </p:cNvSpPr>
          <p:nvPr/>
        </p:nvSpPr>
        <p:spPr>
          <a:xfrm xmlns:a="http://schemas.openxmlformats.org/drawingml/2006/main">
            <a:off x="609600" y="3238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7324D"/>
                </a:solidFill>
                <a:latin typeface="Arial"/>
                <a:ea typeface="Arial"/>
                <a:cs typeface="Arial"/>
              </a:defRPr>
            </a:defPPr>
            <a:lvl1pPr algn="l">
              <a:buNone/>
              <a:defRPr sz="3150" b="1">
                <a:solidFill>
                  <a:srgbClr val="17324D"/>
                </a:solidFill>
                <a:latin typeface="Arial"/>
                <a:ea typeface="Arial"/>
                <a:cs typeface="Arial"/>
              </a:defRPr>
            </a:lvl1pPr>
            <a:lvl2pPr algn="l">
              <a:buNone/>
              <a:defRPr sz="3150" b="1">
                <a:solidFill>
                  <a:srgbClr val="17324D"/>
                </a:solidFill>
                <a:latin typeface="Arial"/>
                <a:ea typeface="Arial"/>
                <a:cs typeface="Arial"/>
              </a:defRPr>
            </a:lvl2pPr>
            <a:lvl3pPr algn="l">
              <a:buNone/>
              <a:defRPr sz="3150" b="1">
                <a:solidFill>
                  <a:srgbClr val="17324D"/>
                </a:solidFill>
                <a:latin typeface="Arial"/>
                <a:ea typeface="Arial"/>
                <a:cs typeface="Arial"/>
              </a:defRPr>
            </a:lvl3pPr>
            <a:lvl4pPr algn="l">
              <a:buNone/>
              <a:defRPr sz="3150" b="1">
                <a:solidFill>
                  <a:srgbClr val="17324D"/>
                </a:solidFill>
                <a:latin typeface="Arial"/>
                <a:ea typeface="Arial"/>
                <a:cs typeface="Arial"/>
              </a:defRPr>
            </a:lvl4pPr>
            <a:lvl5pPr algn="l">
              <a:buNone/>
              <a:defRPr sz="3150" b="1">
                <a:solidFill>
                  <a:srgbClr val="17324D"/>
                </a:solidFill>
                <a:latin typeface="Arial"/>
                <a:ea typeface="Arial"/>
                <a:cs typeface="Arial"/>
              </a:defRPr>
            </a:lvl5pPr>
            <a:lvl6pPr algn="l">
              <a:buNone/>
              <a:defRPr sz="3150" b="1">
                <a:solidFill>
                  <a:srgbClr val="17324D"/>
                </a:solidFill>
                <a:latin typeface="Arial"/>
                <a:ea typeface="Arial"/>
                <a:cs typeface="Arial"/>
              </a:defRPr>
            </a:lvl6pPr>
            <a:lvl7pPr algn="l">
              <a:buNone/>
              <a:defRPr sz="3150" b="1">
                <a:solidFill>
                  <a:srgbClr val="17324D"/>
                </a:solidFill>
                <a:latin typeface="Arial"/>
                <a:ea typeface="Arial"/>
                <a:cs typeface="Arial"/>
              </a:defRPr>
            </a:lvl7pPr>
            <a:lvl8pPr algn="l">
              <a:buNone/>
              <a:defRPr sz="3150" b="1">
                <a:solidFill>
                  <a:srgbClr val="17324D"/>
                </a:solidFill>
                <a:latin typeface="Arial"/>
                <a:ea typeface="Arial"/>
                <a:cs typeface="Arial"/>
              </a:defRPr>
            </a:lvl8pPr>
            <a:lvl9pPr algn="l">
              <a:buNone/>
              <a:defRPr sz="3150" b="1">
                <a:solidFill>
                  <a:srgbClr val="17324D"/>
                </a:solidFill>
                <a:latin typeface="Arial"/>
                <a:ea typeface="Arial"/>
                <a:cs typeface="Arial"/>
              </a:defRPr>
            </a:lvl9pPr>
          </a:lstStyle>
          <a:p xmlns:a="http://schemas.openxmlformats.org/drawingml/2006/main">
            <a:pPr algn="l">
              <a:buNone/>
              <a:defRPr sz="3150" b="1">
                <a:solidFill>
                  <a:srgbClr val="17324D"/>
                </a:solidFill>
                <a:latin typeface="Arial"/>
                <a:ea typeface="Arial"/>
                <a:cs typeface="Arial"/>
              </a:defRPr>
            </a:pPr>
            <a:r>
              <a:rPr sz="3150" b="1">
                <a:solidFill>
                  <a:srgbClr val="17324D"/>
                </a:solidFill>
                <a:latin typeface="Arial"/>
                <a:ea typeface="Arial"/>
                <a:cs typeface="Arial"/>
              </a:rPr>
              <a:t>Entrenamiento y control del sobreajuste</a:t>
            </a:r>
          </a:p>
        </p:txBody>
      </p:sp>
      <p:sp>
        <p:nvSpPr>
          <p:cNvPr id="2" name="">
            <a:extLst xmlns:a="http://schemas.openxmlformats.org/drawingml/2006/main">
              <a:ext uri="{FF2B5EF4-FFF2-40B4-BE49-F238E27FC236}">
                <a16:creationId xmlns:a16="http://schemas.microsoft.com/office/drawing/2014/main" id="{9081B3FB-2BE3-4202-9335-B68B62BE6518}"/>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0">
                <a:solidFill>
                  <a:srgbClr val="4E5C68"/>
                </a:solidFill>
                <a:latin typeface="Arial"/>
                <a:ea typeface="Arial"/>
                <a:cs typeface="Arial"/>
              </a:defRPr>
            </a:defPPr>
            <a:lvl1pPr algn="r">
              <a:buNone/>
              <a:defRPr sz="1200" b="0">
                <a:solidFill>
                  <a:srgbClr val="4E5C68"/>
                </a:solidFill>
                <a:latin typeface="Arial"/>
                <a:ea typeface="Arial"/>
                <a:cs typeface="Arial"/>
              </a:defRPr>
            </a:lvl1pPr>
            <a:lvl2pPr algn="r">
              <a:buNone/>
              <a:defRPr sz="1200" b="0">
                <a:solidFill>
                  <a:srgbClr val="4E5C68"/>
                </a:solidFill>
                <a:latin typeface="Arial"/>
                <a:ea typeface="Arial"/>
                <a:cs typeface="Arial"/>
              </a:defRPr>
            </a:lvl2pPr>
            <a:lvl3pPr algn="r">
              <a:buNone/>
              <a:defRPr sz="1200" b="0">
                <a:solidFill>
                  <a:srgbClr val="4E5C68"/>
                </a:solidFill>
                <a:latin typeface="Arial"/>
                <a:ea typeface="Arial"/>
                <a:cs typeface="Arial"/>
              </a:defRPr>
            </a:lvl3pPr>
            <a:lvl4pPr algn="r">
              <a:buNone/>
              <a:defRPr sz="1200" b="0">
                <a:solidFill>
                  <a:srgbClr val="4E5C68"/>
                </a:solidFill>
                <a:latin typeface="Arial"/>
                <a:ea typeface="Arial"/>
                <a:cs typeface="Arial"/>
              </a:defRPr>
            </a:lvl4pPr>
            <a:lvl5pPr algn="r">
              <a:buNone/>
              <a:defRPr sz="1200" b="0">
                <a:solidFill>
                  <a:srgbClr val="4E5C68"/>
                </a:solidFill>
                <a:latin typeface="Arial"/>
                <a:ea typeface="Arial"/>
                <a:cs typeface="Arial"/>
              </a:defRPr>
            </a:lvl5pPr>
            <a:lvl6pPr algn="r">
              <a:buNone/>
              <a:defRPr sz="1200" b="0">
                <a:solidFill>
                  <a:srgbClr val="4E5C68"/>
                </a:solidFill>
                <a:latin typeface="Arial"/>
                <a:ea typeface="Arial"/>
                <a:cs typeface="Arial"/>
              </a:defRPr>
            </a:lvl6pPr>
            <a:lvl7pPr algn="r">
              <a:buNone/>
              <a:defRPr sz="1200" b="0">
                <a:solidFill>
                  <a:srgbClr val="4E5C68"/>
                </a:solidFill>
                <a:latin typeface="Arial"/>
                <a:ea typeface="Arial"/>
                <a:cs typeface="Arial"/>
              </a:defRPr>
            </a:lvl7pPr>
            <a:lvl8pPr algn="r">
              <a:buNone/>
              <a:defRPr sz="1200" b="0">
                <a:solidFill>
                  <a:srgbClr val="4E5C68"/>
                </a:solidFill>
                <a:latin typeface="Arial"/>
                <a:ea typeface="Arial"/>
                <a:cs typeface="Arial"/>
              </a:defRPr>
            </a:lvl8pPr>
            <a:lvl9pPr algn="r">
              <a:buNone/>
              <a:defRPr sz="1200" b="0">
                <a:solidFill>
                  <a:srgbClr val="4E5C68"/>
                </a:solidFill>
                <a:latin typeface="Arial"/>
                <a:ea typeface="Arial"/>
                <a:cs typeface="Arial"/>
              </a:defRPr>
            </a:lvl9pPr>
          </a:lstStyle>
          <a:p xmlns:a="http://schemas.openxmlformats.org/drawingml/2006/main">
            <a:pPr algn="r">
              <a:buNone/>
              <a:defRPr sz="1200" b="0">
                <a:solidFill>
                  <a:srgbClr val="4E5C68"/>
                </a:solidFill>
                <a:latin typeface="Arial"/>
                <a:ea typeface="Arial"/>
                <a:cs typeface="Arial"/>
              </a:defRPr>
            </a:pPr>
            <a:r>
              <a:rPr sz="1200" b="0">
                <a:solidFill>
                  <a:srgbClr val="4E5C68"/>
                </a:solidFill>
                <a:latin typeface="Arial"/>
                <a:ea typeface="Arial"/>
                <a:cs typeface="Arial"/>
              </a:rPr>
              <a:t>5 / 10</a:t>
            </a:r>
          </a:p>
        </p:txBody>
      </p:sp>
      <p:sp>
        <p:nvSpPr>
          <p:cNvPr id="3" name="">
            <a:extLst xmlns:a="http://schemas.openxmlformats.org/drawingml/2006/main">
              <a:ext uri="{FF2B5EF4-FFF2-40B4-BE49-F238E27FC236}">
                <a16:creationId xmlns:a16="http://schemas.microsoft.com/office/drawing/2014/main" id="{401595A1-BF47-4868-8330-1014219AEF09}"/>
              </a:ext>
            </a:extLst>
          </p:cNvPr>
          <p:cNvSpPr>
            <a:spLocks xmlns:a="http://schemas.openxmlformats.org/drawingml/2006/main" noGrp="1"/>
          </p:cNvSpPr>
          <p:nvPr/>
        </p:nvSpPr>
        <p:spPr>
          <a:xfrm xmlns:a="http://schemas.openxmlformats.org/drawingml/2006/main">
            <a:off x="609600" y="1428750"/>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087F8C"/>
                </a:solidFill>
                <a:latin typeface="Arial"/>
                <a:ea typeface="Arial"/>
                <a:cs typeface="Arial"/>
              </a:defRPr>
            </a:defPPr>
            <a:lvl1pPr algn="l">
              <a:buNone/>
              <a:defRPr sz="2250" b="1">
                <a:solidFill>
                  <a:srgbClr val="087F8C"/>
                </a:solidFill>
                <a:latin typeface="Arial"/>
                <a:ea typeface="Arial"/>
                <a:cs typeface="Arial"/>
              </a:defRPr>
            </a:lvl1pPr>
            <a:lvl2pPr algn="l">
              <a:buNone/>
              <a:defRPr sz="2250" b="1">
                <a:solidFill>
                  <a:srgbClr val="087F8C"/>
                </a:solidFill>
                <a:latin typeface="Arial"/>
                <a:ea typeface="Arial"/>
                <a:cs typeface="Arial"/>
              </a:defRPr>
            </a:lvl2pPr>
            <a:lvl3pPr algn="l">
              <a:buNone/>
              <a:defRPr sz="2250" b="1">
                <a:solidFill>
                  <a:srgbClr val="087F8C"/>
                </a:solidFill>
                <a:latin typeface="Arial"/>
                <a:ea typeface="Arial"/>
                <a:cs typeface="Arial"/>
              </a:defRPr>
            </a:lvl3pPr>
            <a:lvl4pPr algn="l">
              <a:buNone/>
              <a:defRPr sz="2250" b="1">
                <a:solidFill>
                  <a:srgbClr val="087F8C"/>
                </a:solidFill>
                <a:latin typeface="Arial"/>
                <a:ea typeface="Arial"/>
                <a:cs typeface="Arial"/>
              </a:defRPr>
            </a:lvl4pPr>
            <a:lvl5pPr algn="l">
              <a:buNone/>
              <a:defRPr sz="2250" b="1">
                <a:solidFill>
                  <a:srgbClr val="087F8C"/>
                </a:solidFill>
                <a:latin typeface="Arial"/>
                <a:ea typeface="Arial"/>
                <a:cs typeface="Arial"/>
              </a:defRPr>
            </a:lvl5pPr>
            <a:lvl6pPr algn="l">
              <a:buNone/>
              <a:defRPr sz="2250" b="1">
                <a:solidFill>
                  <a:srgbClr val="087F8C"/>
                </a:solidFill>
                <a:latin typeface="Arial"/>
                <a:ea typeface="Arial"/>
                <a:cs typeface="Arial"/>
              </a:defRPr>
            </a:lvl6pPr>
            <a:lvl7pPr algn="l">
              <a:buNone/>
              <a:defRPr sz="2250" b="1">
                <a:solidFill>
                  <a:srgbClr val="087F8C"/>
                </a:solidFill>
                <a:latin typeface="Arial"/>
                <a:ea typeface="Arial"/>
                <a:cs typeface="Arial"/>
              </a:defRPr>
            </a:lvl7pPr>
            <a:lvl8pPr algn="l">
              <a:buNone/>
              <a:defRPr sz="2250" b="1">
                <a:solidFill>
                  <a:srgbClr val="087F8C"/>
                </a:solidFill>
                <a:latin typeface="Arial"/>
                <a:ea typeface="Arial"/>
                <a:cs typeface="Arial"/>
              </a:defRPr>
            </a:lvl8pPr>
            <a:lvl9pPr algn="l">
              <a:buNone/>
              <a:defRPr sz="2250" b="1">
                <a:solidFill>
                  <a:srgbClr val="087F8C"/>
                </a:solidFill>
                <a:latin typeface="Arial"/>
                <a:ea typeface="Arial"/>
                <a:cs typeface="Arial"/>
              </a:defRPr>
            </a:lvl9pPr>
          </a:lstStyle>
          <a:p xmlns:a="http://schemas.openxmlformats.org/drawingml/2006/main">
            <a:pPr algn="l">
              <a:buNone/>
              <a:defRPr sz="2250" b="1">
                <a:solidFill>
                  <a:srgbClr val="087F8C"/>
                </a:solidFill>
                <a:latin typeface="Arial"/>
                <a:ea typeface="Arial"/>
                <a:cs typeface="Arial"/>
              </a:defRPr>
            </a:pPr>
            <a:r>
              <a:rPr sz="2250" b="1">
                <a:solidFill>
                  <a:srgbClr val="087F8C"/>
                </a:solidFill>
                <a:latin typeface="Arial"/>
                <a:ea typeface="Arial"/>
                <a:cs typeface="Arial"/>
              </a:rPr>
              <a:t>Configuración</a:t>
            </a:r>
          </a:p>
        </p:txBody>
      </p:sp>
      <p:sp>
        <p:nvSpPr>
          <p:cNvPr id="4" name="">
            <a:extLst xmlns:a="http://schemas.openxmlformats.org/drawingml/2006/main">
              <a:ext uri="{FF2B5EF4-FFF2-40B4-BE49-F238E27FC236}">
                <a16:creationId xmlns:a16="http://schemas.microsoft.com/office/drawing/2014/main" id="{ABF0CB79-3E1D-447F-A714-8496468E2069}"/>
              </a:ext>
            </a:extLst>
          </p:cNvPr>
          <p:cNvSpPr>
            <a:spLocks xmlns:a="http://schemas.openxmlformats.org/drawingml/2006/main" noGrp="1"/>
          </p:cNvSpPr>
          <p:nvPr/>
        </p:nvSpPr>
        <p:spPr>
          <a:xfrm xmlns:a="http://schemas.openxmlformats.org/drawingml/2006/main">
            <a:off x="609600" y="2047875"/>
            <a:ext cx="1666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324D"/>
                </a:solidFill>
                <a:latin typeface="Arial"/>
                <a:ea typeface="Arial"/>
                <a:cs typeface="Arial"/>
              </a:defRPr>
            </a:defPPr>
            <a:lvl1pPr algn="l">
              <a:buNone/>
              <a:defRPr sz="1500" b="1">
                <a:solidFill>
                  <a:srgbClr val="17324D"/>
                </a:solidFill>
                <a:latin typeface="Arial"/>
                <a:ea typeface="Arial"/>
                <a:cs typeface="Arial"/>
              </a:defRPr>
            </a:lvl1pPr>
            <a:lvl2pPr algn="l">
              <a:buNone/>
              <a:defRPr sz="1500" b="1">
                <a:solidFill>
                  <a:srgbClr val="17324D"/>
                </a:solidFill>
                <a:latin typeface="Arial"/>
                <a:ea typeface="Arial"/>
                <a:cs typeface="Arial"/>
              </a:defRPr>
            </a:lvl2pPr>
            <a:lvl3pPr algn="l">
              <a:buNone/>
              <a:defRPr sz="1500" b="1">
                <a:solidFill>
                  <a:srgbClr val="17324D"/>
                </a:solidFill>
                <a:latin typeface="Arial"/>
                <a:ea typeface="Arial"/>
                <a:cs typeface="Arial"/>
              </a:defRPr>
            </a:lvl3pPr>
            <a:lvl4pPr algn="l">
              <a:buNone/>
              <a:defRPr sz="1500" b="1">
                <a:solidFill>
                  <a:srgbClr val="17324D"/>
                </a:solidFill>
                <a:latin typeface="Arial"/>
                <a:ea typeface="Arial"/>
                <a:cs typeface="Arial"/>
              </a:defRPr>
            </a:lvl4pPr>
            <a:lvl5pPr algn="l">
              <a:buNone/>
              <a:defRPr sz="1500" b="1">
                <a:solidFill>
                  <a:srgbClr val="17324D"/>
                </a:solidFill>
                <a:latin typeface="Arial"/>
                <a:ea typeface="Arial"/>
                <a:cs typeface="Arial"/>
              </a:defRPr>
            </a:lvl5pPr>
            <a:lvl6pPr algn="l">
              <a:buNone/>
              <a:defRPr sz="1500" b="1">
                <a:solidFill>
                  <a:srgbClr val="17324D"/>
                </a:solidFill>
                <a:latin typeface="Arial"/>
                <a:ea typeface="Arial"/>
                <a:cs typeface="Arial"/>
              </a:defRPr>
            </a:lvl6pPr>
            <a:lvl7pPr algn="l">
              <a:buNone/>
              <a:defRPr sz="1500" b="1">
                <a:solidFill>
                  <a:srgbClr val="17324D"/>
                </a:solidFill>
                <a:latin typeface="Arial"/>
                <a:ea typeface="Arial"/>
                <a:cs typeface="Arial"/>
              </a:defRPr>
            </a:lvl7pPr>
            <a:lvl8pPr algn="l">
              <a:buNone/>
              <a:defRPr sz="1500" b="1">
                <a:solidFill>
                  <a:srgbClr val="17324D"/>
                </a:solidFill>
                <a:latin typeface="Arial"/>
                <a:ea typeface="Arial"/>
                <a:cs typeface="Arial"/>
              </a:defRPr>
            </a:lvl8pPr>
            <a:lvl9pPr algn="l">
              <a:buNone/>
              <a:defRPr sz="1500" b="1">
                <a:solidFill>
                  <a:srgbClr val="17324D"/>
                </a:solidFill>
                <a:latin typeface="Arial"/>
                <a:ea typeface="Arial"/>
                <a:cs typeface="Arial"/>
              </a:defRPr>
            </a:lvl9pPr>
          </a:lstStyle>
          <a:p xmlns:a="http://schemas.openxmlformats.org/drawingml/2006/main">
            <a:pPr algn="l">
              <a:buNone/>
              <a:defRPr sz="1500" b="1">
                <a:solidFill>
                  <a:srgbClr val="17324D"/>
                </a:solidFill>
                <a:latin typeface="Arial"/>
                <a:ea typeface="Arial"/>
                <a:cs typeface="Arial"/>
              </a:defRPr>
            </a:pPr>
            <a:r>
              <a:rPr sz="1500" b="1">
                <a:solidFill>
                  <a:srgbClr val="17324D"/>
                </a:solidFill>
                <a:latin typeface="Arial"/>
                <a:ea typeface="Arial"/>
                <a:cs typeface="Arial"/>
              </a:rPr>
              <a:t>Optimizador</a:t>
            </a:r>
          </a:p>
        </p:txBody>
      </p:sp>
      <p:sp>
        <p:nvSpPr>
          <p:cNvPr id="5" name="">
            <a:extLst xmlns:a="http://schemas.openxmlformats.org/drawingml/2006/main">
              <a:ext uri="{FF2B5EF4-FFF2-40B4-BE49-F238E27FC236}">
                <a16:creationId xmlns:a16="http://schemas.microsoft.com/office/drawing/2014/main" id="{6B28A185-431F-42EA-A8E4-FBDF20312A2C}"/>
              </a:ext>
            </a:extLst>
          </p:cNvPr>
          <p:cNvSpPr>
            <a:spLocks xmlns:a="http://schemas.openxmlformats.org/drawingml/2006/main" noGrp="1"/>
          </p:cNvSpPr>
          <p:nvPr/>
        </p:nvSpPr>
        <p:spPr>
          <a:xfrm xmlns:a="http://schemas.openxmlformats.org/drawingml/2006/main">
            <a:off x="2333625" y="2047875"/>
            <a:ext cx="309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263746"/>
                </a:solidFill>
                <a:latin typeface="Arial"/>
                <a:ea typeface="Arial"/>
                <a:cs typeface="Arial"/>
              </a:defRPr>
            </a:defPPr>
            <a:lvl1pPr algn="l">
              <a:buNone/>
              <a:defRPr sz="1500" b="0">
                <a:solidFill>
                  <a:srgbClr val="263746"/>
                </a:solidFill>
                <a:latin typeface="Arial"/>
                <a:ea typeface="Arial"/>
                <a:cs typeface="Arial"/>
              </a:defRPr>
            </a:lvl1pPr>
            <a:lvl2pPr algn="l">
              <a:buNone/>
              <a:defRPr sz="1500" b="0">
                <a:solidFill>
                  <a:srgbClr val="263746"/>
                </a:solidFill>
                <a:latin typeface="Arial"/>
                <a:ea typeface="Arial"/>
                <a:cs typeface="Arial"/>
              </a:defRPr>
            </a:lvl2pPr>
            <a:lvl3pPr algn="l">
              <a:buNone/>
              <a:defRPr sz="1500" b="0">
                <a:solidFill>
                  <a:srgbClr val="263746"/>
                </a:solidFill>
                <a:latin typeface="Arial"/>
                <a:ea typeface="Arial"/>
                <a:cs typeface="Arial"/>
              </a:defRPr>
            </a:lvl3pPr>
            <a:lvl4pPr algn="l">
              <a:buNone/>
              <a:defRPr sz="1500" b="0">
                <a:solidFill>
                  <a:srgbClr val="263746"/>
                </a:solidFill>
                <a:latin typeface="Arial"/>
                <a:ea typeface="Arial"/>
                <a:cs typeface="Arial"/>
              </a:defRPr>
            </a:lvl4pPr>
            <a:lvl5pPr algn="l">
              <a:buNone/>
              <a:defRPr sz="1500" b="0">
                <a:solidFill>
                  <a:srgbClr val="263746"/>
                </a:solidFill>
                <a:latin typeface="Arial"/>
                <a:ea typeface="Arial"/>
                <a:cs typeface="Arial"/>
              </a:defRPr>
            </a:lvl5pPr>
            <a:lvl6pPr algn="l">
              <a:buNone/>
              <a:defRPr sz="1500" b="0">
                <a:solidFill>
                  <a:srgbClr val="263746"/>
                </a:solidFill>
                <a:latin typeface="Arial"/>
                <a:ea typeface="Arial"/>
                <a:cs typeface="Arial"/>
              </a:defRPr>
            </a:lvl6pPr>
            <a:lvl7pPr algn="l">
              <a:buNone/>
              <a:defRPr sz="1500" b="0">
                <a:solidFill>
                  <a:srgbClr val="263746"/>
                </a:solidFill>
                <a:latin typeface="Arial"/>
                <a:ea typeface="Arial"/>
                <a:cs typeface="Arial"/>
              </a:defRPr>
            </a:lvl7pPr>
            <a:lvl8pPr algn="l">
              <a:buNone/>
              <a:defRPr sz="1500" b="0">
                <a:solidFill>
                  <a:srgbClr val="263746"/>
                </a:solidFill>
                <a:latin typeface="Arial"/>
                <a:ea typeface="Arial"/>
                <a:cs typeface="Arial"/>
              </a:defRPr>
            </a:lvl8pPr>
            <a:lvl9pPr algn="l">
              <a:buNone/>
              <a:defRPr sz="1500" b="0">
                <a:solidFill>
                  <a:srgbClr val="263746"/>
                </a:solidFill>
                <a:latin typeface="Arial"/>
                <a:ea typeface="Arial"/>
                <a:cs typeface="Arial"/>
              </a:defRPr>
            </a:lvl9pPr>
          </a:lstStyle>
          <a:p xmlns:a="http://schemas.openxmlformats.org/drawingml/2006/main">
            <a:pPr algn="l">
              <a:buNone/>
              <a:defRPr sz="1500" b="0">
                <a:solidFill>
                  <a:srgbClr val="263746"/>
                </a:solidFill>
                <a:latin typeface="Arial"/>
                <a:ea typeface="Arial"/>
                <a:cs typeface="Arial"/>
              </a:defRPr>
            </a:pPr>
            <a:r>
              <a:rPr sz="1500" b="0">
                <a:solidFill>
                  <a:srgbClr val="263746"/>
                </a:solidFill>
                <a:latin typeface="Arial"/>
                <a:ea typeface="Arial"/>
                <a:cs typeface="Arial"/>
              </a:rPr>
              <a:t>Adam · 0,001</a:t>
            </a:r>
          </a:p>
        </p:txBody>
      </p:sp>
      <p:sp>
        <p:nvSpPr>
          <p:cNvPr id="6" name="">
            <a:extLst xmlns:a="http://schemas.openxmlformats.org/drawingml/2006/main">
              <a:ext uri="{FF2B5EF4-FFF2-40B4-BE49-F238E27FC236}">
                <a16:creationId xmlns:a16="http://schemas.microsoft.com/office/drawing/2014/main" id="{D382BF01-A9EC-4E81-B9F0-C38B695DC01C}"/>
              </a:ext>
            </a:extLst>
          </p:cNvPr>
          <p:cNvSpPr>
            <a:spLocks xmlns:a="http://schemas.openxmlformats.org/drawingml/2006/main" noGrp="1"/>
          </p:cNvSpPr>
          <p:nvPr/>
        </p:nvSpPr>
        <p:spPr>
          <a:xfrm xmlns:a="http://schemas.openxmlformats.org/drawingml/2006/main">
            <a:off x="609600" y="2600325"/>
            <a:ext cx="1666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324D"/>
                </a:solidFill>
                <a:latin typeface="Arial"/>
                <a:ea typeface="Arial"/>
                <a:cs typeface="Arial"/>
              </a:defRPr>
            </a:defPPr>
            <a:lvl1pPr algn="l">
              <a:buNone/>
              <a:defRPr sz="1500" b="1">
                <a:solidFill>
                  <a:srgbClr val="17324D"/>
                </a:solidFill>
                <a:latin typeface="Arial"/>
                <a:ea typeface="Arial"/>
                <a:cs typeface="Arial"/>
              </a:defRPr>
            </a:lvl1pPr>
            <a:lvl2pPr algn="l">
              <a:buNone/>
              <a:defRPr sz="1500" b="1">
                <a:solidFill>
                  <a:srgbClr val="17324D"/>
                </a:solidFill>
                <a:latin typeface="Arial"/>
                <a:ea typeface="Arial"/>
                <a:cs typeface="Arial"/>
              </a:defRPr>
            </a:lvl2pPr>
            <a:lvl3pPr algn="l">
              <a:buNone/>
              <a:defRPr sz="1500" b="1">
                <a:solidFill>
                  <a:srgbClr val="17324D"/>
                </a:solidFill>
                <a:latin typeface="Arial"/>
                <a:ea typeface="Arial"/>
                <a:cs typeface="Arial"/>
              </a:defRPr>
            </a:lvl3pPr>
            <a:lvl4pPr algn="l">
              <a:buNone/>
              <a:defRPr sz="1500" b="1">
                <a:solidFill>
                  <a:srgbClr val="17324D"/>
                </a:solidFill>
                <a:latin typeface="Arial"/>
                <a:ea typeface="Arial"/>
                <a:cs typeface="Arial"/>
              </a:defRPr>
            </a:lvl4pPr>
            <a:lvl5pPr algn="l">
              <a:buNone/>
              <a:defRPr sz="1500" b="1">
                <a:solidFill>
                  <a:srgbClr val="17324D"/>
                </a:solidFill>
                <a:latin typeface="Arial"/>
                <a:ea typeface="Arial"/>
                <a:cs typeface="Arial"/>
              </a:defRPr>
            </a:lvl5pPr>
            <a:lvl6pPr algn="l">
              <a:buNone/>
              <a:defRPr sz="1500" b="1">
                <a:solidFill>
                  <a:srgbClr val="17324D"/>
                </a:solidFill>
                <a:latin typeface="Arial"/>
                <a:ea typeface="Arial"/>
                <a:cs typeface="Arial"/>
              </a:defRPr>
            </a:lvl6pPr>
            <a:lvl7pPr algn="l">
              <a:buNone/>
              <a:defRPr sz="1500" b="1">
                <a:solidFill>
                  <a:srgbClr val="17324D"/>
                </a:solidFill>
                <a:latin typeface="Arial"/>
                <a:ea typeface="Arial"/>
                <a:cs typeface="Arial"/>
              </a:defRPr>
            </a:lvl7pPr>
            <a:lvl8pPr algn="l">
              <a:buNone/>
              <a:defRPr sz="1500" b="1">
                <a:solidFill>
                  <a:srgbClr val="17324D"/>
                </a:solidFill>
                <a:latin typeface="Arial"/>
                <a:ea typeface="Arial"/>
                <a:cs typeface="Arial"/>
              </a:defRPr>
            </a:lvl8pPr>
            <a:lvl9pPr algn="l">
              <a:buNone/>
              <a:defRPr sz="1500" b="1">
                <a:solidFill>
                  <a:srgbClr val="17324D"/>
                </a:solidFill>
                <a:latin typeface="Arial"/>
                <a:ea typeface="Arial"/>
                <a:cs typeface="Arial"/>
              </a:defRPr>
            </a:lvl9pPr>
          </a:lstStyle>
          <a:p xmlns:a="http://schemas.openxmlformats.org/drawingml/2006/main">
            <a:pPr algn="l">
              <a:buNone/>
              <a:defRPr sz="1500" b="1">
                <a:solidFill>
                  <a:srgbClr val="17324D"/>
                </a:solidFill>
                <a:latin typeface="Arial"/>
                <a:ea typeface="Arial"/>
                <a:cs typeface="Arial"/>
              </a:defRPr>
            </a:pPr>
            <a:r>
              <a:rPr sz="1500" b="1">
                <a:solidFill>
                  <a:srgbClr val="17324D"/>
                </a:solidFill>
                <a:latin typeface="Arial"/>
                <a:ea typeface="Arial"/>
                <a:cs typeface="Arial"/>
              </a:rPr>
              <a:t>Pérdida</a:t>
            </a:r>
          </a:p>
        </p:txBody>
      </p:sp>
      <p:sp>
        <p:nvSpPr>
          <p:cNvPr id="7" name="">
            <a:extLst xmlns:a="http://schemas.openxmlformats.org/drawingml/2006/main">
              <a:ext uri="{FF2B5EF4-FFF2-40B4-BE49-F238E27FC236}">
                <a16:creationId xmlns:a16="http://schemas.microsoft.com/office/drawing/2014/main" id="{D772DD24-2B33-4639-9A7F-E8EBDACC68E0}"/>
              </a:ext>
            </a:extLst>
          </p:cNvPr>
          <p:cNvSpPr>
            <a:spLocks xmlns:a="http://schemas.openxmlformats.org/drawingml/2006/main" noGrp="1"/>
          </p:cNvSpPr>
          <p:nvPr/>
        </p:nvSpPr>
        <p:spPr>
          <a:xfrm xmlns:a="http://schemas.openxmlformats.org/drawingml/2006/main">
            <a:off x="2333625" y="2524125"/>
            <a:ext cx="30956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263746"/>
                </a:solidFill>
                <a:latin typeface="Arial"/>
                <a:ea typeface="Arial"/>
                <a:cs typeface="Arial"/>
              </a:defRPr>
            </a:defPPr>
            <a:lvl1pPr algn="l">
              <a:buNone/>
              <a:defRPr sz="1500" b="0">
                <a:solidFill>
                  <a:srgbClr val="263746"/>
                </a:solidFill>
                <a:latin typeface="Arial"/>
                <a:ea typeface="Arial"/>
                <a:cs typeface="Arial"/>
              </a:defRPr>
            </a:lvl1pPr>
            <a:lvl2pPr algn="l">
              <a:buNone/>
              <a:defRPr sz="1500" b="0">
                <a:solidFill>
                  <a:srgbClr val="263746"/>
                </a:solidFill>
                <a:latin typeface="Arial"/>
                <a:ea typeface="Arial"/>
                <a:cs typeface="Arial"/>
              </a:defRPr>
            </a:lvl2pPr>
            <a:lvl3pPr algn="l">
              <a:buNone/>
              <a:defRPr sz="1500" b="0">
                <a:solidFill>
                  <a:srgbClr val="263746"/>
                </a:solidFill>
                <a:latin typeface="Arial"/>
                <a:ea typeface="Arial"/>
                <a:cs typeface="Arial"/>
              </a:defRPr>
            </a:lvl3pPr>
            <a:lvl4pPr algn="l">
              <a:buNone/>
              <a:defRPr sz="1500" b="0">
                <a:solidFill>
                  <a:srgbClr val="263746"/>
                </a:solidFill>
                <a:latin typeface="Arial"/>
                <a:ea typeface="Arial"/>
                <a:cs typeface="Arial"/>
              </a:defRPr>
            </a:lvl4pPr>
            <a:lvl5pPr algn="l">
              <a:buNone/>
              <a:defRPr sz="1500" b="0">
                <a:solidFill>
                  <a:srgbClr val="263746"/>
                </a:solidFill>
                <a:latin typeface="Arial"/>
                <a:ea typeface="Arial"/>
                <a:cs typeface="Arial"/>
              </a:defRPr>
            </a:lvl5pPr>
            <a:lvl6pPr algn="l">
              <a:buNone/>
              <a:defRPr sz="1500" b="0">
                <a:solidFill>
                  <a:srgbClr val="263746"/>
                </a:solidFill>
                <a:latin typeface="Arial"/>
                <a:ea typeface="Arial"/>
                <a:cs typeface="Arial"/>
              </a:defRPr>
            </a:lvl6pPr>
            <a:lvl7pPr algn="l">
              <a:buNone/>
              <a:defRPr sz="1500" b="0">
                <a:solidFill>
                  <a:srgbClr val="263746"/>
                </a:solidFill>
                <a:latin typeface="Arial"/>
                <a:ea typeface="Arial"/>
                <a:cs typeface="Arial"/>
              </a:defRPr>
            </a:lvl7pPr>
            <a:lvl8pPr algn="l">
              <a:buNone/>
              <a:defRPr sz="1500" b="0">
                <a:solidFill>
                  <a:srgbClr val="263746"/>
                </a:solidFill>
                <a:latin typeface="Arial"/>
                <a:ea typeface="Arial"/>
                <a:cs typeface="Arial"/>
              </a:defRPr>
            </a:lvl8pPr>
            <a:lvl9pPr algn="l">
              <a:buNone/>
              <a:defRPr sz="1500" b="0">
                <a:solidFill>
                  <a:srgbClr val="263746"/>
                </a:solidFill>
                <a:latin typeface="Arial"/>
                <a:ea typeface="Arial"/>
                <a:cs typeface="Arial"/>
              </a:defRPr>
            </a:lvl9pPr>
          </a:lstStyle>
          <a:p xmlns:a="http://schemas.openxmlformats.org/drawingml/2006/main">
            <a:pPr algn="l">
              <a:buNone/>
              <a:defRPr sz="1500" b="0">
                <a:solidFill>
                  <a:srgbClr val="263746"/>
                </a:solidFill>
                <a:latin typeface="Arial"/>
                <a:ea typeface="Arial"/>
                <a:cs typeface="Arial"/>
              </a:defRPr>
            </a:pPr>
            <a:r>
              <a:rPr sz="1500" b="0">
                <a:solidFill>
                  <a:srgbClr val="263746"/>
                </a:solidFill>
                <a:latin typeface="Arial"/>
                <a:ea typeface="Arial"/>
                <a:cs typeface="Arial"/>
              </a:rPr>
              <a:t>Sparse categorical crossentropy</a:t>
            </a:r>
          </a:p>
          <a:p xmlns:a="http://schemas.openxmlformats.org/drawingml/2006/main">
            <a:pPr algn="l">
              <a:buNone/>
              <a:defRPr sz="1500" b="0">
                <a:solidFill>
                  <a:srgbClr val="263746"/>
                </a:solidFill>
                <a:latin typeface="Arial"/>
                <a:ea typeface="Arial"/>
                <a:cs typeface="Arial"/>
              </a:defRPr>
            </a:pPr>
            <a:r>
              <a:rPr sz="1500" b="0">
                <a:solidFill>
                  <a:srgbClr val="263746"/>
                </a:solidFill>
                <a:latin typeface="Arial"/>
                <a:ea typeface="Arial"/>
                <a:cs typeface="Arial"/>
              </a:rPr>
              <a:t>Etiquetas enteras de 0 a 23</a:t>
            </a:r>
          </a:p>
        </p:txBody>
      </p:sp>
      <p:sp>
        <p:nvSpPr>
          <p:cNvPr id="8" name="">
            <a:extLst xmlns:a="http://schemas.openxmlformats.org/drawingml/2006/main">
              <a:ext uri="{FF2B5EF4-FFF2-40B4-BE49-F238E27FC236}">
                <a16:creationId xmlns:a16="http://schemas.microsoft.com/office/drawing/2014/main" id="{4D71D8A6-97CB-4072-B53C-11B7A4A0666B}"/>
              </a:ext>
            </a:extLst>
          </p:cNvPr>
          <p:cNvSpPr>
            <a:spLocks xmlns:a="http://schemas.openxmlformats.org/drawingml/2006/main" noGrp="1"/>
          </p:cNvSpPr>
          <p:nvPr/>
        </p:nvSpPr>
        <p:spPr>
          <a:xfrm xmlns:a="http://schemas.openxmlformats.org/drawingml/2006/main">
            <a:off x="609600" y="3152775"/>
            <a:ext cx="1666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324D"/>
                </a:solidFill>
                <a:latin typeface="Arial"/>
                <a:ea typeface="Arial"/>
                <a:cs typeface="Arial"/>
              </a:defRPr>
            </a:defPPr>
            <a:lvl1pPr algn="l">
              <a:buNone/>
              <a:defRPr sz="1500" b="1">
                <a:solidFill>
                  <a:srgbClr val="17324D"/>
                </a:solidFill>
                <a:latin typeface="Arial"/>
                <a:ea typeface="Arial"/>
                <a:cs typeface="Arial"/>
              </a:defRPr>
            </a:lvl1pPr>
            <a:lvl2pPr algn="l">
              <a:buNone/>
              <a:defRPr sz="1500" b="1">
                <a:solidFill>
                  <a:srgbClr val="17324D"/>
                </a:solidFill>
                <a:latin typeface="Arial"/>
                <a:ea typeface="Arial"/>
                <a:cs typeface="Arial"/>
              </a:defRPr>
            </a:lvl2pPr>
            <a:lvl3pPr algn="l">
              <a:buNone/>
              <a:defRPr sz="1500" b="1">
                <a:solidFill>
                  <a:srgbClr val="17324D"/>
                </a:solidFill>
                <a:latin typeface="Arial"/>
                <a:ea typeface="Arial"/>
                <a:cs typeface="Arial"/>
              </a:defRPr>
            </a:lvl3pPr>
            <a:lvl4pPr algn="l">
              <a:buNone/>
              <a:defRPr sz="1500" b="1">
                <a:solidFill>
                  <a:srgbClr val="17324D"/>
                </a:solidFill>
                <a:latin typeface="Arial"/>
                <a:ea typeface="Arial"/>
                <a:cs typeface="Arial"/>
              </a:defRPr>
            </a:lvl4pPr>
            <a:lvl5pPr algn="l">
              <a:buNone/>
              <a:defRPr sz="1500" b="1">
                <a:solidFill>
                  <a:srgbClr val="17324D"/>
                </a:solidFill>
                <a:latin typeface="Arial"/>
                <a:ea typeface="Arial"/>
                <a:cs typeface="Arial"/>
              </a:defRPr>
            </a:lvl5pPr>
            <a:lvl6pPr algn="l">
              <a:buNone/>
              <a:defRPr sz="1500" b="1">
                <a:solidFill>
                  <a:srgbClr val="17324D"/>
                </a:solidFill>
                <a:latin typeface="Arial"/>
                <a:ea typeface="Arial"/>
                <a:cs typeface="Arial"/>
              </a:defRPr>
            </a:lvl6pPr>
            <a:lvl7pPr algn="l">
              <a:buNone/>
              <a:defRPr sz="1500" b="1">
                <a:solidFill>
                  <a:srgbClr val="17324D"/>
                </a:solidFill>
                <a:latin typeface="Arial"/>
                <a:ea typeface="Arial"/>
                <a:cs typeface="Arial"/>
              </a:defRPr>
            </a:lvl7pPr>
            <a:lvl8pPr algn="l">
              <a:buNone/>
              <a:defRPr sz="1500" b="1">
                <a:solidFill>
                  <a:srgbClr val="17324D"/>
                </a:solidFill>
                <a:latin typeface="Arial"/>
                <a:ea typeface="Arial"/>
                <a:cs typeface="Arial"/>
              </a:defRPr>
            </a:lvl8pPr>
            <a:lvl9pPr algn="l">
              <a:buNone/>
              <a:defRPr sz="1500" b="1">
                <a:solidFill>
                  <a:srgbClr val="17324D"/>
                </a:solidFill>
                <a:latin typeface="Arial"/>
                <a:ea typeface="Arial"/>
                <a:cs typeface="Arial"/>
              </a:defRPr>
            </a:lvl9pPr>
          </a:lstStyle>
          <a:p xmlns:a="http://schemas.openxmlformats.org/drawingml/2006/main">
            <a:pPr algn="l">
              <a:buNone/>
              <a:defRPr sz="1500" b="1">
                <a:solidFill>
                  <a:srgbClr val="17324D"/>
                </a:solidFill>
                <a:latin typeface="Arial"/>
                <a:ea typeface="Arial"/>
                <a:cs typeface="Arial"/>
              </a:defRPr>
            </a:pPr>
            <a:r>
              <a:rPr sz="1500" b="1">
                <a:solidFill>
                  <a:srgbClr val="17324D"/>
                </a:solidFill>
                <a:latin typeface="Arial"/>
                <a:ea typeface="Arial"/>
                <a:cs typeface="Arial"/>
              </a:rPr>
              <a:t>Batch</a:t>
            </a:r>
          </a:p>
        </p:txBody>
      </p:sp>
      <p:sp>
        <p:nvSpPr>
          <p:cNvPr id="10" name="">
            <a:extLst xmlns:a="http://schemas.openxmlformats.org/drawingml/2006/main">
              <a:ext uri="{FF2B5EF4-FFF2-40B4-BE49-F238E27FC236}">
                <a16:creationId xmlns:a16="http://schemas.microsoft.com/office/drawing/2014/main" id="{35278C19-7175-4709-A7EE-2B58E686A1B5}"/>
              </a:ext>
            </a:extLst>
          </p:cNvPr>
          <p:cNvSpPr>
            <a:spLocks xmlns:a="http://schemas.openxmlformats.org/drawingml/2006/main" noGrp="1"/>
          </p:cNvSpPr>
          <p:nvPr/>
        </p:nvSpPr>
        <p:spPr>
          <a:xfrm xmlns:a="http://schemas.openxmlformats.org/drawingml/2006/main">
            <a:off x="609600" y="3705225"/>
            <a:ext cx="1666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324D"/>
                </a:solidFill>
                <a:latin typeface="Arial"/>
                <a:ea typeface="Arial"/>
                <a:cs typeface="Arial"/>
              </a:defRPr>
            </a:defPPr>
            <a:lvl1pPr algn="l">
              <a:buNone/>
              <a:defRPr sz="1500" b="1">
                <a:solidFill>
                  <a:srgbClr val="17324D"/>
                </a:solidFill>
                <a:latin typeface="Arial"/>
                <a:ea typeface="Arial"/>
                <a:cs typeface="Arial"/>
              </a:defRPr>
            </a:lvl1pPr>
            <a:lvl2pPr algn="l">
              <a:buNone/>
              <a:defRPr sz="1500" b="1">
                <a:solidFill>
                  <a:srgbClr val="17324D"/>
                </a:solidFill>
                <a:latin typeface="Arial"/>
                <a:ea typeface="Arial"/>
                <a:cs typeface="Arial"/>
              </a:defRPr>
            </a:lvl2pPr>
            <a:lvl3pPr algn="l">
              <a:buNone/>
              <a:defRPr sz="1500" b="1">
                <a:solidFill>
                  <a:srgbClr val="17324D"/>
                </a:solidFill>
                <a:latin typeface="Arial"/>
                <a:ea typeface="Arial"/>
                <a:cs typeface="Arial"/>
              </a:defRPr>
            </a:lvl3pPr>
            <a:lvl4pPr algn="l">
              <a:buNone/>
              <a:defRPr sz="1500" b="1">
                <a:solidFill>
                  <a:srgbClr val="17324D"/>
                </a:solidFill>
                <a:latin typeface="Arial"/>
                <a:ea typeface="Arial"/>
                <a:cs typeface="Arial"/>
              </a:defRPr>
            </a:lvl4pPr>
            <a:lvl5pPr algn="l">
              <a:buNone/>
              <a:defRPr sz="1500" b="1">
                <a:solidFill>
                  <a:srgbClr val="17324D"/>
                </a:solidFill>
                <a:latin typeface="Arial"/>
                <a:ea typeface="Arial"/>
                <a:cs typeface="Arial"/>
              </a:defRPr>
            </a:lvl5pPr>
            <a:lvl6pPr algn="l">
              <a:buNone/>
              <a:defRPr sz="1500" b="1">
                <a:solidFill>
                  <a:srgbClr val="17324D"/>
                </a:solidFill>
                <a:latin typeface="Arial"/>
                <a:ea typeface="Arial"/>
                <a:cs typeface="Arial"/>
              </a:defRPr>
            </a:lvl6pPr>
            <a:lvl7pPr algn="l">
              <a:buNone/>
              <a:defRPr sz="1500" b="1">
                <a:solidFill>
                  <a:srgbClr val="17324D"/>
                </a:solidFill>
                <a:latin typeface="Arial"/>
                <a:ea typeface="Arial"/>
                <a:cs typeface="Arial"/>
              </a:defRPr>
            </a:lvl7pPr>
            <a:lvl8pPr algn="l">
              <a:buNone/>
              <a:defRPr sz="1500" b="1">
                <a:solidFill>
                  <a:srgbClr val="17324D"/>
                </a:solidFill>
                <a:latin typeface="Arial"/>
                <a:ea typeface="Arial"/>
                <a:cs typeface="Arial"/>
              </a:defRPr>
            </a:lvl8pPr>
            <a:lvl9pPr algn="l">
              <a:buNone/>
              <a:defRPr sz="1500" b="1">
                <a:solidFill>
                  <a:srgbClr val="17324D"/>
                </a:solidFill>
                <a:latin typeface="Arial"/>
                <a:ea typeface="Arial"/>
                <a:cs typeface="Arial"/>
              </a:defRPr>
            </a:lvl9pPr>
          </a:lstStyle>
          <a:p xmlns:a="http://schemas.openxmlformats.org/drawingml/2006/main">
            <a:pPr algn="l">
              <a:buNone/>
              <a:defRPr sz="1500" b="1">
                <a:solidFill>
                  <a:srgbClr val="17324D"/>
                </a:solidFill>
                <a:latin typeface="Arial"/>
                <a:ea typeface="Arial"/>
                <a:cs typeface="Arial"/>
              </a:defRPr>
            </a:pPr>
            <a:r>
              <a:rPr sz="1500" b="1">
                <a:solidFill>
                  <a:srgbClr val="17324D"/>
                </a:solidFill>
                <a:latin typeface="Arial"/>
                <a:ea typeface="Arial"/>
                <a:cs typeface="Arial"/>
              </a:rPr>
              <a:t>Presupuesto</a:t>
            </a:r>
          </a:p>
        </p:txBody>
      </p:sp>
      <p:sp>
        <p:nvSpPr>
          <p:cNvPr id="11" name="">
            <a:extLst xmlns:a="http://schemas.openxmlformats.org/drawingml/2006/main">
              <a:ext uri="{FF2B5EF4-FFF2-40B4-BE49-F238E27FC236}">
                <a16:creationId xmlns:a16="http://schemas.microsoft.com/office/drawing/2014/main" id="{F96904A1-1BA6-4B8A-B327-50C000B177E0}"/>
              </a:ext>
            </a:extLst>
          </p:cNvPr>
          <p:cNvSpPr>
            <a:spLocks xmlns:a="http://schemas.openxmlformats.org/drawingml/2006/main" noGrp="1"/>
          </p:cNvSpPr>
          <p:nvPr/>
        </p:nvSpPr>
        <p:spPr>
          <a:xfrm xmlns:a="http://schemas.openxmlformats.org/drawingml/2006/main">
            <a:off x="2333625" y="3705225"/>
            <a:ext cx="309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263746"/>
                </a:solidFill>
                <a:latin typeface="Arial"/>
                <a:ea typeface="Arial"/>
                <a:cs typeface="Arial"/>
              </a:defRPr>
            </a:defPPr>
            <a:lvl1pPr algn="l">
              <a:buNone/>
              <a:defRPr sz="1500" b="0">
                <a:solidFill>
                  <a:srgbClr val="263746"/>
                </a:solidFill>
                <a:latin typeface="Arial"/>
                <a:ea typeface="Arial"/>
                <a:cs typeface="Arial"/>
              </a:defRPr>
            </a:lvl1pPr>
            <a:lvl2pPr algn="l">
              <a:buNone/>
              <a:defRPr sz="1500" b="0">
                <a:solidFill>
                  <a:srgbClr val="263746"/>
                </a:solidFill>
                <a:latin typeface="Arial"/>
                <a:ea typeface="Arial"/>
                <a:cs typeface="Arial"/>
              </a:defRPr>
            </a:lvl2pPr>
            <a:lvl3pPr algn="l">
              <a:buNone/>
              <a:defRPr sz="1500" b="0">
                <a:solidFill>
                  <a:srgbClr val="263746"/>
                </a:solidFill>
                <a:latin typeface="Arial"/>
                <a:ea typeface="Arial"/>
                <a:cs typeface="Arial"/>
              </a:defRPr>
            </a:lvl3pPr>
            <a:lvl4pPr algn="l">
              <a:buNone/>
              <a:defRPr sz="1500" b="0">
                <a:solidFill>
                  <a:srgbClr val="263746"/>
                </a:solidFill>
                <a:latin typeface="Arial"/>
                <a:ea typeface="Arial"/>
                <a:cs typeface="Arial"/>
              </a:defRPr>
            </a:lvl4pPr>
            <a:lvl5pPr algn="l">
              <a:buNone/>
              <a:defRPr sz="1500" b="0">
                <a:solidFill>
                  <a:srgbClr val="263746"/>
                </a:solidFill>
                <a:latin typeface="Arial"/>
                <a:ea typeface="Arial"/>
                <a:cs typeface="Arial"/>
              </a:defRPr>
            </a:lvl5pPr>
            <a:lvl6pPr algn="l">
              <a:buNone/>
              <a:defRPr sz="1500" b="0">
                <a:solidFill>
                  <a:srgbClr val="263746"/>
                </a:solidFill>
                <a:latin typeface="Arial"/>
                <a:ea typeface="Arial"/>
                <a:cs typeface="Arial"/>
              </a:defRPr>
            </a:lvl6pPr>
            <a:lvl7pPr algn="l">
              <a:buNone/>
              <a:defRPr sz="1500" b="0">
                <a:solidFill>
                  <a:srgbClr val="263746"/>
                </a:solidFill>
                <a:latin typeface="Arial"/>
                <a:ea typeface="Arial"/>
                <a:cs typeface="Arial"/>
              </a:defRPr>
            </a:lvl7pPr>
            <a:lvl8pPr algn="l">
              <a:buNone/>
              <a:defRPr sz="1500" b="0">
                <a:solidFill>
                  <a:srgbClr val="263746"/>
                </a:solidFill>
                <a:latin typeface="Arial"/>
                <a:ea typeface="Arial"/>
                <a:cs typeface="Arial"/>
              </a:defRPr>
            </a:lvl8pPr>
            <a:lvl9pPr algn="l">
              <a:buNone/>
              <a:defRPr sz="1500" b="0">
                <a:solidFill>
                  <a:srgbClr val="263746"/>
                </a:solidFill>
                <a:latin typeface="Arial"/>
                <a:ea typeface="Arial"/>
                <a:cs typeface="Arial"/>
              </a:defRPr>
            </a:lvl9pPr>
          </a:lstStyle>
          <a:p xmlns:a="http://schemas.openxmlformats.org/drawingml/2006/main">
            <a:pPr algn="l">
              <a:buNone/>
              <a:defRPr sz="1500" b="0">
                <a:solidFill>
                  <a:srgbClr val="263746"/>
                </a:solidFill>
                <a:latin typeface="Arial"/>
                <a:ea typeface="Arial"/>
                <a:cs typeface="Arial"/>
              </a:defRPr>
            </a:pPr>
            <a:r>
              <a:rPr sz="1500" b="0">
                <a:solidFill>
                  <a:srgbClr val="263746"/>
                </a:solidFill>
                <a:latin typeface="Arial"/>
                <a:ea typeface="Arial"/>
                <a:cs typeface="Arial"/>
              </a:rPr>
              <a:t>hasta 20 épocas</a:t>
            </a:r>
          </a:p>
        </p:txBody>
      </p:sp>
      <p:sp>
        <p:nvSpPr>
          <p:cNvPr id="12" name="">
            <a:extLst xmlns:a="http://schemas.openxmlformats.org/drawingml/2006/main">
              <a:ext uri="{FF2B5EF4-FFF2-40B4-BE49-F238E27FC236}">
                <a16:creationId xmlns:a16="http://schemas.microsoft.com/office/drawing/2014/main" id="{F1E45964-D2B6-45FC-89F3-5EFDC51BC4BA}"/>
              </a:ext>
            </a:extLst>
          </p:cNvPr>
          <p:cNvSpPr>
            <a:spLocks xmlns:a="http://schemas.openxmlformats.org/drawingml/2006/main" noGrp="1"/>
          </p:cNvSpPr>
          <p:nvPr/>
        </p:nvSpPr>
        <p:spPr>
          <a:xfrm xmlns:a="http://schemas.openxmlformats.org/drawingml/2006/main">
            <a:off x="609600" y="4257675"/>
            <a:ext cx="1666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324D"/>
                </a:solidFill>
                <a:latin typeface="Arial"/>
                <a:ea typeface="Arial"/>
                <a:cs typeface="Arial"/>
              </a:defRPr>
            </a:defPPr>
            <a:lvl1pPr algn="l">
              <a:buNone/>
              <a:defRPr sz="1500" b="1">
                <a:solidFill>
                  <a:srgbClr val="17324D"/>
                </a:solidFill>
                <a:latin typeface="Arial"/>
                <a:ea typeface="Arial"/>
                <a:cs typeface="Arial"/>
              </a:defRPr>
            </a:lvl1pPr>
            <a:lvl2pPr algn="l">
              <a:buNone/>
              <a:defRPr sz="1500" b="1">
                <a:solidFill>
                  <a:srgbClr val="17324D"/>
                </a:solidFill>
                <a:latin typeface="Arial"/>
                <a:ea typeface="Arial"/>
                <a:cs typeface="Arial"/>
              </a:defRPr>
            </a:lvl2pPr>
            <a:lvl3pPr algn="l">
              <a:buNone/>
              <a:defRPr sz="1500" b="1">
                <a:solidFill>
                  <a:srgbClr val="17324D"/>
                </a:solidFill>
                <a:latin typeface="Arial"/>
                <a:ea typeface="Arial"/>
                <a:cs typeface="Arial"/>
              </a:defRPr>
            </a:lvl3pPr>
            <a:lvl4pPr algn="l">
              <a:buNone/>
              <a:defRPr sz="1500" b="1">
                <a:solidFill>
                  <a:srgbClr val="17324D"/>
                </a:solidFill>
                <a:latin typeface="Arial"/>
                <a:ea typeface="Arial"/>
                <a:cs typeface="Arial"/>
              </a:defRPr>
            </a:lvl4pPr>
            <a:lvl5pPr algn="l">
              <a:buNone/>
              <a:defRPr sz="1500" b="1">
                <a:solidFill>
                  <a:srgbClr val="17324D"/>
                </a:solidFill>
                <a:latin typeface="Arial"/>
                <a:ea typeface="Arial"/>
                <a:cs typeface="Arial"/>
              </a:defRPr>
            </a:lvl5pPr>
            <a:lvl6pPr algn="l">
              <a:buNone/>
              <a:defRPr sz="1500" b="1">
                <a:solidFill>
                  <a:srgbClr val="17324D"/>
                </a:solidFill>
                <a:latin typeface="Arial"/>
                <a:ea typeface="Arial"/>
                <a:cs typeface="Arial"/>
              </a:defRPr>
            </a:lvl6pPr>
            <a:lvl7pPr algn="l">
              <a:buNone/>
              <a:defRPr sz="1500" b="1">
                <a:solidFill>
                  <a:srgbClr val="17324D"/>
                </a:solidFill>
                <a:latin typeface="Arial"/>
                <a:ea typeface="Arial"/>
                <a:cs typeface="Arial"/>
              </a:defRPr>
            </a:lvl7pPr>
            <a:lvl8pPr algn="l">
              <a:buNone/>
              <a:defRPr sz="1500" b="1">
                <a:solidFill>
                  <a:srgbClr val="17324D"/>
                </a:solidFill>
                <a:latin typeface="Arial"/>
                <a:ea typeface="Arial"/>
                <a:cs typeface="Arial"/>
              </a:defRPr>
            </a:lvl8pPr>
            <a:lvl9pPr algn="l">
              <a:buNone/>
              <a:defRPr sz="1500" b="1">
                <a:solidFill>
                  <a:srgbClr val="17324D"/>
                </a:solidFill>
                <a:latin typeface="Arial"/>
                <a:ea typeface="Arial"/>
                <a:cs typeface="Arial"/>
              </a:defRPr>
            </a:lvl9pPr>
          </a:lstStyle>
          <a:p xmlns:a="http://schemas.openxmlformats.org/drawingml/2006/main">
            <a:pPr algn="l">
              <a:buNone/>
              <a:defRPr sz="1500" b="1">
                <a:solidFill>
                  <a:srgbClr val="17324D"/>
                </a:solidFill>
                <a:latin typeface="Arial"/>
                <a:ea typeface="Arial"/>
                <a:cs typeface="Arial"/>
              </a:defRPr>
            </a:pPr>
            <a:r>
              <a:rPr sz="1500" b="1">
                <a:solidFill>
                  <a:srgbClr val="17324D"/>
                </a:solidFill>
                <a:latin typeface="Arial"/>
                <a:ea typeface="Arial"/>
                <a:cs typeface="Arial"/>
              </a:rPr>
              <a:t>Semilla</a:t>
            </a:r>
          </a:p>
        </p:txBody>
      </p:sp>
      <p:sp>
        <p:nvSpPr>
          <p:cNvPr id="13" name="">
            <a:extLst xmlns:a="http://schemas.openxmlformats.org/drawingml/2006/main">
              <a:ext uri="{FF2B5EF4-FFF2-40B4-BE49-F238E27FC236}">
                <a16:creationId xmlns:a16="http://schemas.microsoft.com/office/drawing/2014/main" id="{F84BCA1B-C679-479D-9ED6-37DF8EEE056B}"/>
              </a:ext>
            </a:extLst>
          </p:cNvPr>
          <p:cNvSpPr>
            <a:spLocks xmlns:a="http://schemas.openxmlformats.org/drawingml/2006/main" noGrp="1"/>
          </p:cNvSpPr>
          <p:nvPr/>
        </p:nvSpPr>
        <p:spPr>
          <a:xfrm xmlns:a="http://schemas.openxmlformats.org/drawingml/2006/main">
            <a:off x="2333625" y="4257675"/>
            <a:ext cx="309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263746"/>
                </a:solidFill>
                <a:latin typeface="Arial"/>
                <a:ea typeface="Arial"/>
                <a:cs typeface="Arial"/>
              </a:defRPr>
            </a:defPPr>
            <a:lvl1pPr algn="l">
              <a:buNone/>
              <a:defRPr sz="1500" b="0">
                <a:solidFill>
                  <a:srgbClr val="263746"/>
                </a:solidFill>
                <a:latin typeface="Arial"/>
                <a:ea typeface="Arial"/>
                <a:cs typeface="Arial"/>
              </a:defRPr>
            </a:lvl1pPr>
            <a:lvl2pPr algn="l">
              <a:buNone/>
              <a:defRPr sz="1500" b="0">
                <a:solidFill>
                  <a:srgbClr val="263746"/>
                </a:solidFill>
                <a:latin typeface="Arial"/>
                <a:ea typeface="Arial"/>
                <a:cs typeface="Arial"/>
              </a:defRPr>
            </a:lvl2pPr>
            <a:lvl3pPr algn="l">
              <a:buNone/>
              <a:defRPr sz="1500" b="0">
                <a:solidFill>
                  <a:srgbClr val="263746"/>
                </a:solidFill>
                <a:latin typeface="Arial"/>
                <a:ea typeface="Arial"/>
                <a:cs typeface="Arial"/>
              </a:defRPr>
            </a:lvl3pPr>
            <a:lvl4pPr algn="l">
              <a:buNone/>
              <a:defRPr sz="1500" b="0">
                <a:solidFill>
                  <a:srgbClr val="263746"/>
                </a:solidFill>
                <a:latin typeface="Arial"/>
                <a:ea typeface="Arial"/>
                <a:cs typeface="Arial"/>
              </a:defRPr>
            </a:lvl4pPr>
            <a:lvl5pPr algn="l">
              <a:buNone/>
              <a:defRPr sz="1500" b="0">
                <a:solidFill>
                  <a:srgbClr val="263746"/>
                </a:solidFill>
                <a:latin typeface="Arial"/>
                <a:ea typeface="Arial"/>
                <a:cs typeface="Arial"/>
              </a:defRPr>
            </a:lvl5pPr>
            <a:lvl6pPr algn="l">
              <a:buNone/>
              <a:defRPr sz="1500" b="0">
                <a:solidFill>
                  <a:srgbClr val="263746"/>
                </a:solidFill>
                <a:latin typeface="Arial"/>
                <a:ea typeface="Arial"/>
                <a:cs typeface="Arial"/>
              </a:defRPr>
            </a:lvl6pPr>
            <a:lvl7pPr algn="l">
              <a:buNone/>
              <a:defRPr sz="1500" b="0">
                <a:solidFill>
                  <a:srgbClr val="263746"/>
                </a:solidFill>
                <a:latin typeface="Arial"/>
                <a:ea typeface="Arial"/>
                <a:cs typeface="Arial"/>
              </a:defRPr>
            </a:lvl7pPr>
            <a:lvl8pPr algn="l">
              <a:buNone/>
              <a:defRPr sz="1500" b="0">
                <a:solidFill>
                  <a:srgbClr val="263746"/>
                </a:solidFill>
                <a:latin typeface="Arial"/>
                <a:ea typeface="Arial"/>
                <a:cs typeface="Arial"/>
              </a:defRPr>
            </a:lvl8pPr>
            <a:lvl9pPr algn="l">
              <a:buNone/>
              <a:defRPr sz="1500" b="0">
                <a:solidFill>
                  <a:srgbClr val="263746"/>
                </a:solidFill>
                <a:latin typeface="Arial"/>
                <a:ea typeface="Arial"/>
                <a:cs typeface="Arial"/>
              </a:defRPr>
            </a:lvl9pPr>
          </a:lstStyle>
          <a:p xmlns:a="http://schemas.openxmlformats.org/drawingml/2006/main">
            <a:pPr algn="l">
              <a:buNone/>
              <a:defRPr sz="1500" b="0">
                <a:solidFill>
                  <a:srgbClr val="263746"/>
                </a:solidFill>
                <a:latin typeface="Arial"/>
                <a:ea typeface="Arial"/>
                <a:cs typeface="Arial"/>
              </a:defRPr>
            </a:pPr>
            <a:r>
              <a:rPr sz="1500" b="0">
                <a:solidFill>
                  <a:srgbClr val="263746"/>
                </a:solidFill>
                <a:latin typeface="Arial"/>
                <a:ea typeface="Arial"/>
                <a:cs typeface="Arial"/>
              </a:rPr>
              <a:t>42</a:t>
            </a:r>
          </a:p>
        </p:txBody>
      </p:sp>
      <p:sp>
        <p:nvSpPr>
          <p:cNvPr id="14" name="">
            <a:extLst xmlns:a="http://schemas.openxmlformats.org/drawingml/2006/main">
              <a:ext uri="{FF2B5EF4-FFF2-40B4-BE49-F238E27FC236}">
                <a16:creationId xmlns:a16="http://schemas.microsoft.com/office/drawing/2014/main" id="{B841BE02-6DDF-42F3-935F-F4D3AACA1961}"/>
              </a:ext>
            </a:extLst>
          </p:cNvPr>
          <p:cNvSpPr>
            <a:spLocks xmlns:a="http://schemas.openxmlformats.org/drawingml/2006/main" noGrp="1"/>
          </p:cNvSpPr>
          <p:nvPr/>
        </p:nvSpPr>
        <p:spPr>
          <a:xfrm xmlns:a="http://schemas.openxmlformats.org/drawingml/2006/main">
            <a:off x="609600" y="50958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087F8C"/>
                </a:solidFill>
                <a:latin typeface="Arial"/>
                <a:ea typeface="Arial"/>
                <a:cs typeface="Arial"/>
              </a:defRPr>
            </a:defPPr>
            <a:lvl1pPr algn="l">
              <a:buNone/>
              <a:defRPr sz="1725" b="1">
                <a:solidFill>
                  <a:srgbClr val="087F8C"/>
                </a:solidFill>
                <a:latin typeface="Arial"/>
                <a:ea typeface="Arial"/>
                <a:cs typeface="Arial"/>
              </a:defRPr>
            </a:lvl1pPr>
            <a:lvl2pPr algn="l">
              <a:buNone/>
              <a:defRPr sz="1725" b="1">
                <a:solidFill>
                  <a:srgbClr val="087F8C"/>
                </a:solidFill>
                <a:latin typeface="Arial"/>
                <a:ea typeface="Arial"/>
                <a:cs typeface="Arial"/>
              </a:defRPr>
            </a:lvl2pPr>
            <a:lvl3pPr algn="l">
              <a:buNone/>
              <a:defRPr sz="1725" b="1">
                <a:solidFill>
                  <a:srgbClr val="087F8C"/>
                </a:solidFill>
                <a:latin typeface="Arial"/>
                <a:ea typeface="Arial"/>
                <a:cs typeface="Arial"/>
              </a:defRPr>
            </a:lvl3pPr>
            <a:lvl4pPr algn="l">
              <a:buNone/>
              <a:defRPr sz="1725" b="1">
                <a:solidFill>
                  <a:srgbClr val="087F8C"/>
                </a:solidFill>
                <a:latin typeface="Arial"/>
                <a:ea typeface="Arial"/>
                <a:cs typeface="Arial"/>
              </a:defRPr>
            </a:lvl4pPr>
            <a:lvl5pPr algn="l">
              <a:buNone/>
              <a:defRPr sz="1725" b="1">
                <a:solidFill>
                  <a:srgbClr val="087F8C"/>
                </a:solidFill>
                <a:latin typeface="Arial"/>
                <a:ea typeface="Arial"/>
                <a:cs typeface="Arial"/>
              </a:defRPr>
            </a:lvl5pPr>
            <a:lvl6pPr algn="l">
              <a:buNone/>
              <a:defRPr sz="1725" b="1">
                <a:solidFill>
                  <a:srgbClr val="087F8C"/>
                </a:solidFill>
                <a:latin typeface="Arial"/>
                <a:ea typeface="Arial"/>
                <a:cs typeface="Arial"/>
              </a:defRPr>
            </a:lvl6pPr>
            <a:lvl7pPr algn="l">
              <a:buNone/>
              <a:defRPr sz="1725" b="1">
                <a:solidFill>
                  <a:srgbClr val="087F8C"/>
                </a:solidFill>
                <a:latin typeface="Arial"/>
                <a:ea typeface="Arial"/>
                <a:cs typeface="Arial"/>
              </a:defRPr>
            </a:lvl7pPr>
            <a:lvl8pPr algn="l">
              <a:buNone/>
              <a:defRPr sz="1725" b="1">
                <a:solidFill>
                  <a:srgbClr val="087F8C"/>
                </a:solidFill>
                <a:latin typeface="Arial"/>
                <a:ea typeface="Arial"/>
                <a:cs typeface="Arial"/>
              </a:defRPr>
            </a:lvl8pPr>
            <a:lvl9pPr algn="l">
              <a:buNone/>
              <a:defRPr sz="1725" b="1">
                <a:solidFill>
                  <a:srgbClr val="087F8C"/>
                </a:solidFill>
                <a:latin typeface="Arial"/>
                <a:ea typeface="Arial"/>
                <a:cs typeface="Arial"/>
              </a:defRPr>
            </a:lvl9pPr>
          </a:lstStyle>
          <a:p xmlns:a="http://schemas.openxmlformats.org/drawingml/2006/main">
            <a:pPr algn="l">
              <a:buNone/>
              <a:defRPr sz="1725" b="1">
                <a:solidFill>
                  <a:srgbClr val="087F8C"/>
                </a:solidFill>
                <a:latin typeface="Arial"/>
                <a:ea typeface="Arial"/>
                <a:cs typeface="Arial"/>
              </a:defRPr>
            </a:pPr>
            <a:r>
              <a:rPr sz="1725" b="1">
                <a:solidFill>
                  <a:srgbClr val="087F8C"/>
                </a:solidFill>
                <a:latin typeface="Arial"/>
                <a:ea typeface="Arial"/>
                <a:cs typeface="Arial"/>
              </a:rPr>
              <a:t>Dropout 0,25 / 0,40</a:t>
            </a:r>
          </a:p>
        </p:txBody>
      </p:sp>
      <p:sp>
        <p:nvSpPr>
          <p:cNvPr id="15" name="">
            <a:extLst xmlns:a="http://schemas.openxmlformats.org/drawingml/2006/main">
              <a:ext uri="{FF2B5EF4-FFF2-40B4-BE49-F238E27FC236}">
                <a16:creationId xmlns:a16="http://schemas.microsoft.com/office/drawing/2014/main" id="{7F31D138-7D8E-4CFF-9089-F10C9DBB3333}"/>
              </a:ext>
            </a:extLst>
          </p:cNvPr>
          <p:cNvSpPr>
            <a:spLocks xmlns:a="http://schemas.openxmlformats.org/drawingml/2006/main" noGrp="1"/>
          </p:cNvSpPr>
          <p:nvPr/>
        </p:nvSpPr>
        <p:spPr>
          <a:xfrm xmlns:a="http://schemas.openxmlformats.org/drawingml/2006/main">
            <a:off x="609600" y="5505450"/>
            <a:ext cx="1047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087F8C"/>
                </a:solidFill>
                <a:latin typeface="Arial"/>
                <a:ea typeface="Arial"/>
                <a:cs typeface="Arial"/>
              </a:defRPr>
            </a:defPPr>
            <a:lvl1pPr algn="l">
              <a:buNone/>
              <a:defRPr sz="1725" b="1">
                <a:solidFill>
                  <a:srgbClr val="087F8C"/>
                </a:solidFill>
                <a:latin typeface="Arial"/>
                <a:ea typeface="Arial"/>
                <a:cs typeface="Arial"/>
              </a:defRPr>
            </a:lvl1pPr>
            <a:lvl2pPr algn="l">
              <a:buNone/>
              <a:defRPr sz="1725" b="1">
                <a:solidFill>
                  <a:srgbClr val="087F8C"/>
                </a:solidFill>
                <a:latin typeface="Arial"/>
                <a:ea typeface="Arial"/>
                <a:cs typeface="Arial"/>
              </a:defRPr>
            </a:lvl2pPr>
            <a:lvl3pPr algn="l">
              <a:buNone/>
              <a:defRPr sz="1725" b="1">
                <a:solidFill>
                  <a:srgbClr val="087F8C"/>
                </a:solidFill>
                <a:latin typeface="Arial"/>
                <a:ea typeface="Arial"/>
                <a:cs typeface="Arial"/>
              </a:defRPr>
            </a:lvl3pPr>
            <a:lvl4pPr algn="l">
              <a:buNone/>
              <a:defRPr sz="1725" b="1">
                <a:solidFill>
                  <a:srgbClr val="087F8C"/>
                </a:solidFill>
                <a:latin typeface="Arial"/>
                <a:ea typeface="Arial"/>
                <a:cs typeface="Arial"/>
              </a:defRPr>
            </a:lvl4pPr>
            <a:lvl5pPr algn="l">
              <a:buNone/>
              <a:defRPr sz="1725" b="1">
                <a:solidFill>
                  <a:srgbClr val="087F8C"/>
                </a:solidFill>
                <a:latin typeface="Arial"/>
                <a:ea typeface="Arial"/>
                <a:cs typeface="Arial"/>
              </a:defRPr>
            </a:lvl5pPr>
            <a:lvl6pPr algn="l">
              <a:buNone/>
              <a:defRPr sz="1725" b="1">
                <a:solidFill>
                  <a:srgbClr val="087F8C"/>
                </a:solidFill>
                <a:latin typeface="Arial"/>
                <a:ea typeface="Arial"/>
                <a:cs typeface="Arial"/>
              </a:defRPr>
            </a:lvl6pPr>
            <a:lvl7pPr algn="l">
              <a:buNone/>
              <a:defRPr sz="1725" b="1">
                <a:solidFill>
                  <a:srgbClr val="087F8C"/>
                </a:solidFill>
                <a:latin typeface="Arial"/>
                <a:ea typeface="Arial"/>
                <a:cs typeface="Arial"/>
              </a:defRPr>
            </a:lvl7pPr>
            <a:lvl8pPr algn="l">
              <a:buNone/>
              <a:defRPr sz="1725" b="1">
                <a:solidFill>
                  <a:srgbClr val="087F8C"/>
                </a:solidFill>
                <a:latin typeface="Arial"/>
                <a:ea typeface="Arial"/>
                <a:cs typeface="Arial"/>
              </a:defRPr>
            </a:lvl8pPr>
            <a:lvl9pPr algn="l">
              <a:buNone/>
              <a:defRPr sz="1725" b="1">
                <a:solidFill>
                  <a:srgbClr val="087F8C"/>
                </a:solidFill>
                <a:latin typeface="Arial"/>
                <a:ea typeface="Arial"/>
                <a:cs typeface="Arial"/>
              </a:defRPr>
            </a:lvl9pPr>
          </a:lstStyle>
          <a:p xmlns:a="http://schemas.openxmlformats.org/drawingml/2006/main">
            <a:pPr algn="l">
              <a:buNone/>
              <a:defRPr sz="1575" b="1">
                <a:solidFill>
                  <a:srgbClr val="087F8C"/>
                </a:solidFill>
                <a:latin typeface="Arial"/>
                <a:ea typeface="Arial"/>
                <a:cs typeface="Arial"/>
              </a:defRPr>
            </a:pPr>
            <a:r>
              <a:rPr sz="1575" b="1">
                <a:solidFill>
                  <a:srgbClr val="087F8C"/>
                </a:solidFill>
                <a:latin typeface="Arial"/>
                <a:ea typeface="Arial"/>
                <a:cs typeface="Arial"/>
              </a:rPr>
              <a:t>val_loss: EarlyStopping con paciencia 4</a:t>
            </a:r>
          </a:p>
          <a:p xmlns:a="http://schemas.openxmlformats.org/drawingml/2006/main">
            <a:pPr algn="l">
              <a:buNone/>
              <a:defRPr sz="1575" b="1">
                <a:solidFill>
                  <a:srgbClr val="087F8C"/>
                </a:solidFill>
                <a:latin typeface="Arial"/>
                <a:ea typeface="Arial"/>
                <a:cs typeface="Arial"/>
              </a:defRPr>
            </a:pPr>
            <a:r>
              <a:rPr sz="1575" b="1">
                <a:solidFill>
                  <a:srgbClr val="087F8C"/>
                </a:solidFill>
                <a:latin typeface="Arial"/>
                <a:ea typeface="Arial"/>
                <a:cs typeface="Arial"/>
              </a:rPr>
              <a:t>ReduceLROnPlateau con paciencia 2 y factor 0,5</a:t>
            </a:r>
          </a:p>
        </p:txBody>
      </p:sp>
      <p:pic>
        <p:nvPicPr>
          <p:cNvPr id="16" name="">
            <a:extLst xmlns:a="http://schemas.openxmlformats.org/drawingml/2006/main">
              <a:ext uri="{FF2B5EF4-FFF2-40B4-BE49-F238E27FC236}">
                <a16:creationId xmlns:a16="http://schemas.microsoft.com/office/drawing/2014/main" id="{E1930617-9F3D-4D51-9A62-9F4DA63958FF}"/>
              </a:ext>
            </a:extLst>
          </p:cNvPr>
          <p:cNvPicPr>
            <a:picLocks xmlns:a="http://schemas.openxmlformats.org/drawingml/2006/main" noChangeAspect="1"/>
          </p:cNvPicPr>
          <p:nvPr/>
        </p:nvPicPr>
        <p:blipFill>
          <a:blip xmlns:r="http://schemas.openxmlformats.org/officeDocument/2006/relationships" xmlns:a="http://schemas.openxmlformats.org/drawingml/2006/main" r:embed="R0da7b2ea0ce24788"/>
          <a:srcRect xmlns:a="http://schemas.openxmlformats.org/drawingml/2006/main" l="0" t="0" r="0" b="0"/>
          <a:stretch xmlns:a="http://schemas.openxmlformats.org/drawingml/2006/main">
            <a:fillRect l="0" t="0" r="0" b="0"/>
          </a:stretch>
        </p:blipFill>
        <p:spPr>
          <a:xfrm xmlns:a="http://schemas.openxmlformats.org/drawingml/2006/main">
            <a:off x="5572125" y="2605627"/>
            <a:ext cx="5905500" cy="1932497"/>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4F781AE0-56FD-451D-96D1-5938ECA33A87}"/>
              </a:ext>
            </a:extLst>
          </p:cNvPr>
          <p:cNvSpPr>
            <a:spLocks xmlns:a="http://schemas.openxmlformats.org/drawingml/2006/main" noGrp="1"/>
          </p:cNvSpPr>
          <p:nvPr/>
        </p:nvSpPr>
        <p:spPr>
          <a:xfrm xmlns:a="http://schemas.openxmlformats.org/drawingml/2006/main">
            <a:off x="5572125" y="4867275"/>
            <a:ext cx="590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7324D"/>
                </a:solidFill>
                <a:latin typeface="Arial"/>
                <a:ea typeface="Arial"/>
                <a:cs typeface="Arial"/>
              </a:defRPr>
            </a:defPPr>
            <a:lvl1pPr algn="ctr">
              <a:buNone/>
              <a:defRPr sz="1650" b="1">
                <a:solidFill>
                  <a:srgbClr val="17324D"/>
                </a:solidFill>
                <a:latin typeface="Arial"/>
                <a:ea typeface="Arial"/>
                <a:cs typeface="Arial"/>
              </a:defRPr>
            </a:lvl1pPr>
            <a:lvl2pPr algn="ctr">
              <a:buNone/>
              <a:defRPr sz="1650" b="1">
                <a:solidFill>
                  <a:srgbClr val="17324D"/>
                </a:solidFill>
                <a:latin typeface="Arial"/>
                <a:ea typeface="Arial"/>
                <a:cs typeface="Arial"/>
              </a:defRPr>
            </a:lvl2pPr>
            <a:lvl3pPr algn="ctr">
              <a:buNone/>
              <a:defRPr sz="1650" b="1">
                <a:solidFill>
                  <a:srgbClr val="17324D"/>
                </a:solidFill>
                <a:latin typeface="Arial"/>
                <a:ea typeface="Arial"/>
                <a:cs typeface="Arial"/>
              </a:defRPr>
            </a:lvl3pPr>
            <a:lvl4pPr algn="ctr">
              <a:buNone/>
              <a:defRPr sz="1650" b="1">
                <a:solidFill>
                  <a:srgbClr val="17324D"/>
                </a:solidFill>
                <a:latin typeface="Arial"/>
                <a:ea typeface="Arial"/>
                <a:cs typeface="Arial"/>
              </a:defRPr>
            </a:lvl4pPr>
            <a:lvl5pPr algn="ctr">
              <a:buNone/>
              <a:defRPr sz="1650" b="1">
                <a:solidFill>
                  <a:srgbClr val="17324D"/>
                </a:solidFill>
                <a:latin typeface="Arial"/>
                <a:ea typeface="Arial"/>
                <a:cs typeface="Arial"/>
              </a:defRPr>
            </a:lvl5pPr>
            <a:lvl6pPr algn="ctr">
              <a:buNone/>
              <a:defRPr sz="1650" b="1">
                <a:solidFill>
                  <a:srgbClr val="17324D"/>
                </a:solidFill>
                <a:latin typeface="Arial"/>
                <a:ea typeface="Arial"/>
                <a:cs typeface="Arial"/>
              </a:defRPr>
            </a:lvl6pPr>
            <a:lvl7pPr algn="ctr">
              <a:buNone/>
              <a:defRPr sz="1650" b="1">
                <a:solidFill>
                  <a:srgbClr val="17324D"/>
                </a:solidFill>
                <a:latin typeface="Arial"/>
                <a:ea typeface="Arial"/>
                <a:cs typeface="Arial"/>
              </a:defRPr>
            </a:lvl7pPr>
            <a:lvl8pPr algn="ctr">
              <a:buNone/>
              <a:defRPr sz="1650" b="1">
                <a:solidFill>
                  <a:srgbClr val="17324D"/>
                </a:solidFill>
                <a:latin typeface="Arial"/>
                <a:ea typeface="Arial"/>
                <a:cs typeface="Arial"/>
              </a:defRPr>
            </a:lvl8pPr>
            <a:lvl9pPr algn="ctr">
              <a:buNone/>
              <a:defRPr sz="1650" b="1">
                <a:solidFill>
                  <a:srgbClr val="17324D"/>
                </a:solidFill>
                <a:latin typeface="Arial"/>
                <a:ea typeface="Arial"/>
                <a:cs typeface="Arial"/>
              </a:defRPr>
            </a:lvl9pPr>
          </a:lstStyle>
          <a:p xmlns:a="http://schemas.openxmlformats.org/drawingml/2006/main">
            <a:pPr algn="ctr">
              <a:buNone/>
              <a:defRPr sz="1650" b="1">
                <a:solidFill>
                  <a:srgbClr val="17324D"/>
                </a:solidFill>
                <a:latin typeface="Arial"/>
                <a:ea typeface="Arial"/>
                <a:cs typeface="Arial"/>
              </a:defRPr>
            </a:pPr>
            <a:r>
              <a:rPr sz="1650" b="1">
                <a:solidFill>
                  <a:srgbClr val="17324D"/>
                </a:solidFill>
                <a:latin typeface="Arial"/>
                <a:ea typeface="Arial"/>
                <a:cs typeface="Arial"/>
              </a:rPr>
              <a:t>20 épocas en 137,20 s</a:t>
            </a:r>
          </a:p>
          <a:p xmlns:a="http://schemas.openxmlformats.org/drawingml/2006/main">
            <a:pPr algn="ctr">
              <a:buNone/>
              <a:defRPr sz="1650" b="1">
                <a:solidFill>
                  <a:srgbClr val="17324D"/>
                </a:solidFill>
                <a:latin typeface="Arial"/>
                <a:ea typeface="Arial"/>
                <a:cs typeface="Arial"/>
              </a:defRPr>
            </a:pPr>
            <a:r>
              <a:rPr sz="1650" b="1">
                <a:solidFill>
                  <a:srgbClr val="17324D"/>
                </a:solidFill>
                <a:latin typeface="Arial"/>
                <a:ea typeface="Arial"/>
                <a:cs typeface="Arial"/>
              </a:rPr>
              <a:t>100% accuracy de validación</a:t>
            </a:r>
          </a:p>
        </p:txBody>
      </p:sp>
      <p:sp>
        <p:nvSpPr>
          <p:cNvPr id="19" name="">
            <a:extLst xmlns:a="http://schemas.openxmlformats.org/drawingml/2006/main">
              <a:ext uri="{FF2B5EF4-FFF2-40B4-BE49-F238E27FC236}">
                <a16:creationId xmlns:a16="http://schemas.microsoft.com/office/drawing/2014/main" id="{C287F1EB-4D95-4665-AB3D-6E204FC368C6}"/>
              </a:ext>
            </a:extLst>
          </p:cNvPr>
          <p:cNvSpPr>
            <a:spLocks xmlns:a="http://schemas.openxmlformats.org/drawingml/2006/main" noGrp="1"/>
          </p:cNvSpPr>
          <p:nvPr/>
        </p:nvSpPr>
        <p:spPr>
          <a:xfrm xmlns:a="http://schemas.openxmlformats.org/drawingml/2006/main">
            <a:off x="2333625" y="3152775"/>
            <a:ext cx="3095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lstStyle xmlns:a="http://schemas.openxmlformats.org/drawingml/2006/main">
            <a:defPPr algn="l">
              <a:defRPr sz="1500">
                <a:solidFill>
                  <a:srgbClr val="263746"/>
                </a:solidFill>
                <a:latin typeface="Arial"/>
                <a:ea typeface="Arial"/>
                <a:cs typeface="Arial"/>
              </a:defRPr>
            </a:defPPr>
            <a:lvl1pPr algn="l">
              <a:defRPr sz="1500">
                <a:solidFill>
                  <a:srgbClr val="263746"/>
                </a:solidFill>
                <a:latin typeface="Arial"/>
                <a:ea typeface="Arial"/>
                <a:cs typeface="Arial"/>
              </a:defRPr>
            </a:lvl1pPr>
            <a:lvl2pPr algn="l">
              <a:defRPr sz="1500">
                <a:solidFill>
                  <a:srgbClr val="263746"/>
                </a:solidFill>
                <a:latin typeface="Arial"/>
                <a:ea typeface="Arial"/>
                <a:cs typeface="Arial"/>
              </a:defRPr>
            </a:lvl2pPr>
            <a:lvl3pPr algn="l">
              <a:defRPr sz="1500">
                <a:solidFill>
                  <a:srgbClr val="263746"/>
                </a:solidFill>
                <a:latin typeface="Arial"/>
                <a:ea typeface="Arial"/>
                <a:cs typeface="Arial"/>
              </a:defRPr>
            </a:lvl3pPr>
            <a:lvl4pPr algn="l">
              <a:defRPr sz="1500">
                <a:solidFill>
                  <a:srgbClr val="263746"/>
                </a:solidFill>
                <a:latin typeface="Arial"/>
                <a:ea typeface="Arial"/>
                <a:cs typeface="Arial"/>
              </a:defRPr>
            </a:lvl4pPr>
            <a:lvl5pPr algn="l">
              <a:defRPr sz="1500">
                <a:solidFill>
                  <a:srgbClr val="263746"/>
                </a:solidFill>
                <a:latin typeface="Arial"/>
                <a:ea typeface="Arial"/>
                <a:cs typeface="Arial"/>
              </a:defRPr>
            </a:lvl5pPr>
            <a:lvl6pPr algn="l">
              <a:defRPr sz="1500">
                <a:solidFill>
                  <a:srgbClr val="263746"/>
                </a:solidFill>
                <a:latin typeface="Arial"/>
                <a:ea typeface="Arial"/>
                <a:cs typeface="Arial"/>
              </a:defRPr>
            </a:lvl6pPr>
            <a:lvl7pPr algn="l">
              <a:defRPr sz="1500">
                <a:solidFill>
                  <a:srgbClr val="263746"/>
                </a:solidFill>
                <a:latin typeface="Arial"/>
                <a:ea typeface="Arial"/>
                <a:cs typeface="Arial"/>
              </a:defRPr>
            </a:lvl7pPr>
            <a:lvl8pPr algn="l">
              <a:defRPr sz="1500">
                <a:solidFill>
                  <a:srgbClr val="263746"/>
                </a:solidFill>
                <a:latin typeface="Arial"/>
                <a:ea typeface="Arial"/>
                <a:cs typeface="Arial"/>
              </a:defRPr>
            </a:lvl8pPr>
            <a:lvl9pPr algn="l">
              <a:defRPr sz="1500">
                <a:solidFill>
                  <a:srgbClr val="263746"/>
                </a:solidFill>
                <a:latin typeface="Arial"/>
                <a:ea typeface="Arial"/>
                <a:cs typeface="Arial"/>
              </a:defRPr>
            </a:lvl9pPr>
          </a:lstStyle>
          <a:p xmlns:a="http://schemas.openxmlformats.org/drawingml/2006/main">
            <a:pPr algn="l">
              <a:buNone/>
              <a:defRPr sz="1500">
                <a:solidFill>
                  <a:srgbClr val="263746"/>
                </a:solidFill>
                <a:latin typeface="Arial"/>
                <a:ea typeface="Arial"/>
                <a:cs typeface="Arial"/>
              </a:defRPr>
            </a:pPr>
            <a:r>
              <a:rPr sz="1500">
                <a:solidFill>
                  <a:srgbClr val="263746"/>
                </a:solidFill>
                <a:latin typeface="Arial"/>
                <a:ea typeface="Arial"/>
                <a:cs typeface="Arial"/>
              </a:rPr>
              <a:t>128 imágenes</a:t>
            </a:r>
          </a:p>
        </p:txBody>
      </p:sp>
    </p:spTree>
    <p:extLst>
      <p:ext uri="{BB962C8B-B14F-4D97-AF65-F5344CB8AC3E}">
        <p14:creationId xmlns:p14="http://schemas.microsoft.com/office/powerpoint/2010/main" val="2598378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F16E1D3-C809-4274-B53F-F69009968CF5}"/>
              </a:ext>
            </a:extLst>
          </p:cNvPr>
          <p:cNvSpPr>
            <a:spLocks xmlns:a="http://schemas.openxmlformats.org/drawingml/2006/main" noGrp="1"/>
          </p:cNvSpPr>
          <p:nvPr/>
        </p:nvSpPr>
        <p:spPr>
          <a:xfrm xmlns:a="http://schemas.openxmlformats.org/drawingml/2006/main">
            <a:off x="609600" y="3238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7324D"/>
                </a:solidFill>
                <a:latin typeface="Arial"/>
                <a:ea typeface="Arial"/>
                <a:cs typeface="Arial"/>
              </a:defRPr>
            </a:defPPr>
            <a:lvl1pPr algn="l">
              <a:buNone/>
              <a:defRPr sz="3150" b="1">
                <a:solidFill>
                  <a:srgbClr val="17324D"/>
                </a:solidFill>
                <a:latin typeface="Arial"/>
                <a:ea typeface="Arial"/>
                <a:cs typeface="Arial"/>
              </a:defRPr>
            </a:lvl1pPr>
            <a:lvl2pPr algn="l">
              <a:buNone/>
              <a:defRPr sz="3150" b="1">
                <a:solidFill>
                  <a:srgbClr val="17324D"/>
                </a:solidFill>
                <a:latin typeface="Arial"/>
                <a:ea typeface="Arial"/>
                <a:cs typeface="Arial"/>
              </a:defRPr>
            </a:lvl2pPr>
            <a:lvl3pPr algn="l">
              <a:buNone/>
              <a:defRPr sz="3150" b="1">
                <a:solidFill>
                  <a:srgbClr val="17324D"/>
                </a:solidFill>
                <a:latin typeface="Arial"/>
                <a:ea typeface="Arial"/>
                <a:cs typeface="Arial"/>
              </a:defRPr>
            </a:lvl3pPr>
            <a:lvl4pPr algn="l">
              <a:buNone/>
              <a:defRPr sz="3150" b="1">
                <a:solidFill>
                  <a:srgbClr val="17324D"/>
                </a:solidFill>
                <a:latin typeface="Arial"/>
                <a:ea typeface="Arial"/>
                <a:cs typeface="Arial"/>
              </a:defRPr>
            </a:lvl4pPr>
            <a:lvl5pPr algn="l">
              <a:buNone/>
              <a:defRPr sz="3150" b="1">
                <a:solidFill>
                  <a:srgbClr val="17324D"/>
                </a:solidFill>
                <a:latin typeface="Arial"/>
                <a:ea typeface="Arial"/>
                <a:cs typeface="Arial"/>
              </a:defRPr>
            </a:lvl5pPr>
            <a:lvl6pPr algn="l">
              <a:buNone/>
              <a:defRPr sz="3150" b="1">
                <a:solidFill>
                  <a:srgbClr val="17324D"/>
                </a:solidFill>
                <a:latin typeface="Arial"/>
                <a:ea typeface="Arial"/>
                <a:cs typeface="Arial"/>
              </a:defRPr>
            </a:lvl6pPr>
            <a:lvl7pPr algn="l">
              <a:buNone/>
              <a:defRPr sz="3150" b="1">
                <a:solidFill>
                  <a:srgbClr val="17324D"/>
                </a:solidFill>
                <a:latin typeface="Arial"/>
                <a:ea typeface="Arial"/>
                <a:cs typeface="Arial"/>
              </a:defRPr>
            </a:lvl7pPr>
            <a:lvl8pPr algn="l">
              <a:buNone/>
              <a:defRPr sz="3150" b="1">
                <a:solidFill>
                  <a:srgbClr val="17324D"/>
                </a:solidFill>
                <a:latin typeface="Arial"/>
                <a:ea typeface="Arial"/>
                <a:cs typeface="Arial"/>
              </a:defRPr>
            </a:lvl8pPr>
            <a:lvl9pPr algn="l">
              <a:buNone/>
              <a:defRPr sz="3150" b="1">
                <a:solidFill>
                  <a:srgbClr val="17324D"/>
                </a:solidFill>
                <a:latin typeface="Arial"/>
                <a:ea typeface="Arial"/>
                <a:cs typeface="Arial"/>
              </a:defRPr>
            </a:lvl9pPr>
          </a:lstStyle>
          <a:p xmlns:a="http://schemas.openxmlformats.org/drawingml/2006/main">
            <a:pPr algn="l">
              <a:buNone/>
              <a:defRPr sz="3150" b="1">
                <a:solidFill>
                  <a:srgbClr val="17324D"/>
                </a:solidFill>
                <a:latin typeface="Arial"/>
                <a:ea typeface="Arial"/>
                <a:cs typeface="Arial"/>
              </a:defRPr>
            </a:pPr>
            <a:r>
              <a:rPr sz="3150" b="1">
                <a:solidFill>
                  <a:srgbClr val="17324D"/>
                </a:solidFill>
                <a:latin typeface="Arial"/>
                <a:ea typeface="Arial"/>
                <a:cs typeface="Arial"/>
              </a:rPr>
              <a:t>Qué aprende la CNN</a:t>
            </a:r>
          </a:p>
        </p:txBody>
      </p:sp>
      <p:sp>
        <p:nvSpPr>
          <p:cNvPr id="2" name="">
            <a:extLst xmlns:a="http://schemas.openxmlformats.org/drawingml/2006/main">
              <a:ext uri="{FF2B5EF4-FFF2-40B4-BE49-F238E27FC236}">
                <a16:creationId xmlns:a16="http://schemas.microsoft.com/office/drawing/2014/main" id="{BF7098E0-944F-4AF4-814D-2B280B6D2BBA}"/>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0">
                <a:solidFill>
                  <a:srgbClr val="4E5C68"/>
                </a:solidFill>
                <a:latin typeface="Arial"/>
                <a:ea typeface="Arial"/>
                <a:cs typeface="Arial"/>
              </a:defRPr>
            </a:defPPr>
            <a:lvl1pPr algn="r">
              <a:buNone/>
              <a:defRPr sz="1200" b="0">
                <a:solidFill>
                  <a:srgbClr val="4E5C68"/>
                </a:solidFill>
                <a:latin typeface="Arial"/>
                <a:ea typeface="Arial"/>
                <a:cs typeface="Arial"/>
              </a:defRPr>
            </a:lvl1pPr>
            <a:lvl2pPr algn="r">
              <a:buNone/>
              <a:defRPr sz="1200" b="0">
                <a:solidFill>
                  <a:srgbClr val="4E5C68"/>
                </a:solidFill>
                <a:latin typeface="Arial"/>
                <a:ea typeface="Arial"/>
                <a:cs typeface="Arial"/>
              </a:defRPr>
            </a:lvl2pPr>
            <a:lvl3pPr algn="r">
              <a:buNone/>
              <a:defRPr sz="1200" b="0">
                <a:solidFill>
                  <a:srgbClr val="4E5C68"/>
                </a:solidFill>
                <a:latin typeface="Arial"/>
                <a:ea typeface="Arial"/>
                <a:cs typeface="Arial"/>
              </a:defRPr>
            </a:lvl3pPr>
            <a:lvl4pPr algn="r">
              <a:buNone/>
              <a:defRPr sz="1200" b="0">
                <a:solidFill>
                  <a:srgbClr val="4E5C68"/>
                </a:solidFill>
                <a:latin typeface="Arial"/>
                <a:ea typeface="Arial"/>
                <a:cs typeface="Arial"/>
              </a:defRPr>
            </a:lvl4pPr>
            <a:lvl5pPr algn="r">
              <a:buNone/>
              <a:defRPr sz="1200" b="0">
                <a:solidFill>
                  <a:srgbClr val="4E5C68"/>
                </a:solidFill>
                <a:latin typeface="Arial"/>
                <a:ea typeface="Arial"/>
                <a:cs typeface="Arial"/>
              </a:defRPr>
            </a:lvl5pPr>
            <a:lvl6pPr algn="r">
              <a:buNone/>
              <a:defRPr sz="1200" b="0">
                <a:solidFill>
                  <a:srgbClr val="4E5C68"/>
                </a:solidFill>
                <a:latin typeface="Arial"/>
                <a:ea typeface="Arial"/>
                <a:cs typeface="Arial"/>
              </a:defRPr>
            </a:lvl6pPr>
            <a:lvl7pPr algn="r">
              <a:buNone/>
              <a:defRPr sz="1200" b="0">
                <a:solidFill>
                  <a:srgbClr val="4E5C68"/>
                </a:solidFill>
                <a:latin typeface="Arial"/>
                <a:ea typeface="Arial"/>
                <a:cs typeface="Arial"/>
              </a:defRPr>
            </a:lvl7pPr>
            <a:lvl8pPr algn="r">
              <a:buNone/>
              <a:defRPr sz="1200" b="0">
                <a:solidFill>
                  <a:srgbClr val="4E5C68"/>
                </a:solidFill>
                <a:latin typeface="Arial"/>
                <a:ea typeface="Arial"/>
                <a:cs typeface="Arial"/>
              </a:defRPr>
            </a:lvl8pPr>
            <a:lvl9pPr algn="r">
              <a:buNone/>
              <a:defRPr sz="1200" b="0">
                <a:solidFill>
                  <a:srgbClr val="4E5C68"/>
                </a:solidFill>
                <a:latin typeface="Arial"/>
                <a:ea typeface="Arial"/>
                <a:cs typeface="Arial"/>
              </a:defRPr>
            </a:lvl9pPr>
          </a:lstStyle>
          <a:p xmlns:a="http://schemas.openxmlformats.org/drawingml/2006/main">
            <a:pPr algn="r">
              <a:buNone/>
              <a:defRPr sz="1200" b="0">
                <a:solidFill>
                  <a:srgbClr val="4E5C68"/>
                </a:solidFill>
                <a:latin typeface="Arial"/>
                <a:ea typeface="Arial"/>
                <a:cs typeface="Arial"/>
              </a:defRPr>
            </a:pPr>
            <a:r>
              <a:rPr sz="1200" b="0">
                <a:solidFill>
                  <a:srgbClr val="4E5C68"/>
                </a:solidFill>
                <a:latin typeface="Arial"/>
                <a:ea typeface="Arial"/>
                <a:cs typeface="Arial"/>
              </a:rPr>
              <a:t>6 / 10</a:t>
            </a:r>
          </a:p>
        </p:txBody>
      </p:sp>
      <p:sp>
        <p:nvSpPr>
          <p:cNvPr id="3" name="">
            <a:extLst xmlns:a="http://schemas.openxmlformats.org/drawingml/2006/main">
              <a:ext uri="{FF2B5EF4-FFF2-40B4-BE49-F238E27FC236}">
                <a16:creationId xmlns:a16="http://schemas.microsoft.com/office/drawing/2014/main" id="{2CF3DBF6-9FF4-4D12-B0B2-6D2A4C3F9284}"/>
              </a:ext>
            </a:extLst>
          </p:cNvPr>
          <p:cNvSpPr>
            <a:spLocks xmlns:a="http://schemas.openxmlformats.org/drawingml/2006/main" noGrp="1"/>
          </p:cNvSpPr>
          <p:nvPr/>
        </p:nvSpPr>
        <p:spPr>
          <a:xfrm xmlns:a="http://schemas.openxmlformats.org/drawingml/2006/main">
            <a:off x="609600" y="12763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087F8C"/>
                </a:solidFill>
                <a:latin typeface="Arial"/>
                <a:ea typeface="Arial"/>
                <a:cs typeface="Arial"/>
              </a:defRPr>
            </a:defPPr>
            <a:lvl1pPr algn="l">
              <a:buNone/>
              <a:defRPr sz="2100" b="1">
                <a:solidFill>
                  <a:srgbClr val="087F8C"/>
                </a:solidFill>
                <a:latin typeface="Arial"/>
                <a:ea typeface="Arial"/>
                <a:cs typeface="Arial"/>
              </a:defRPr>
            </a:lvl1pPr>
            <a:lvl2pPr algn="l">
              <a:buNone/>
              <a:defRPr sz="2100" b="1">
                <a:solidFill>
                  <a:srgbClr val="087F8C"/>
                </a:solidFill>
                <a:latin typeface="Arial"/>
                <a:ea typeface="Arial"/>
                <a:cs typeface="Arial"/>
              </a:defRPr>
            </a:lvl2pPr>
            <a:lvl3pPr algn="l">
              <a:buNone/>
              <a:defRPr sz="2100" b="1">
                <a:solidFill>
                  <a:srgbClr val="087F8C"/>
                </a:solidFill>
                <a:latin typeface="Arial"/>
                <a:ea typeface="Arial"/>
                <a:cs typeface="Arial"/>
              </a:defRPr>
            </a:lvl3pPr>
            <a:lvl4pPr algn="l">
              <a:buNone/>
              <a:defRPr sz="2100" b="1">
                <a:solidFill>
                  <a:srgbClr val="087F8C"/>
                </a:solidFill>
                <a:latin typeface="Arial"/>
                <a:ea typeface="Arial"/>
                <a:cs typeface="Arial"/>
              </a:defRPr>
            </a:lvl4pPr>
            <a:lvl5pPr algn="l">
              <a:buNone/>
              <a:defRPr sz="2100" b="1">
                <a:solidFill>
                  <a:srgbClr val="087F8C"/>
                </a:solidFill>
                <a:latin typeface="Arial"/>
                <a:ea typeface="Arial"/>
                <a:cs typeface="Arial"/>
              </a:defRPr>
            </a:lvl5pPr>
            <a:lvl6pPr algn="l">
              <a:buNone/>
              <a:defRPr sz="2100" b="1">
                <a:solidFill>
                  <a:srgbClr val="087F8C"/>
                </a:solidFill>
                <a:latin typeface="Arial"/>
                <a:ea typeface="Arial"/>
                <a:cs typeface="Arial"/>
              </a:defRPr>
            </a:lvl6pPr>
            <a:lvl7pPr algn="l">
              <a:buNone/>
              <a:defRPr sz="2100" b="1">
                <a:solidFill>
                  <a:srgbClr val="087F8C"/>
                </a:solidFill>
                <a:latin typeface="Arial"/>
                <a:ea typeface="Arial"/>
                <a:cs typeface="Arial"/>
              </a:defRPr>
            </a:lvl7pPr>
            <a:lvl8pPr algn="l">
              <a:buNone/>
              <a:defRPr sz="2100" b="1">
                <a:solidFill>
                  <a:srgbClr val="087F8C"/>
                </a:solidFill>
                <a:latin typeface="Arial"/>
                <a:ea typeface="Arial"/>
                <a:cs typeface="Arial"/>
              </a:defRPr>
            </a:lvl8pPr>
            <a:lvl9pPr algn="l">
              <a:buNone/>
              <a:defRPr sz="2100" b="1">
                <a:solidFill>
                  <a:srgbClr val="087F8C"/>
                </a:solidFill>
                <a:latin typeface="Arial"/>
                <a:ea typeface="Arial"/>
                <a:cs typeface="Arial"/>
              </a:defRPr>
            </a:lvl9pPr>
          </a:lstStyle>
          <a:p xmlns:a="http://schemas.openxmlformats.org/drawingml/2006/main">
            <a:pPr algn="l">
              <a:buNone/>
              <a:defRPr sz="2100" b="1">
                <a:solidFill>
                  <a:srgbClr val="087F8C"/>
                </a:solidFill>
                <a:latin typeface="Arial"/>
                <a:ea typeface="Arial"/>
                <a:cs typeface="Arial"/>
              </a:defRPr>
            </a:pPr>
            <a:r>
              <a:rPr sz="2100" b="1">
                <a:solidFill>
                  <a:srgbClr val="087F8C"/>
                </a:solidFill>
                <a:latin typeface="Arial"/>
                <a:ea typeface="Arial"/>
                <a:cs typeface="Arial"/>
              </a:rPr>
              <a:t>Mapas de características</a:t>
            </a:r>
          </a:p>
        </p:txBody>
      </p:sp>
      <p:sp>
        <p:nvSpPr>
          <p:cNvPr id="4" name="">
            <a:extLst xmlns:a="http://schemas.openxmlformats.org/drawingml/2006/main">
              <a:ext uri="{FF2B5EF4-FFF2-40B4-BE49-F238E27FC236}">
                <a16:creationId xmlns:a16="http://schemas.microsoft.com/office/drawing/2014/main" id="{76E5E154-8580-4B26-BAD7-8C07CDF7BAB7}"/>
              </a:ext>
            </a:extLst>
          </p:cNvPr>
          <p:cNvSpPr>
            <a:spLocks xmlns:a="http://schemas.openxmlformats.org/drawingml/2006/main" noGrp="1"/>
          </p:cNvSpPr>
          <p:nvPr/>
        </p:nvSpPr>
        <p:spPr>
          <a:xfrm xmlns:a="http://schemas.openxmlformats.org/drawingml/2006/main">
            <a:off x="6496050" y="12763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087F8C"/>
                </a:solidFill>
                <a:latin typeface="Arial"/>
                <a:ea typeface="Arial"/>
                <a:cs typeface="Arial"/>
              </a:defRPr>
            </a:defPPr>
            <a:lvl1pPr algn="l">
              <a:buNone/>
              <a:defRPr sz="2100" b="1">
                <a:solidFill>
                  <a:srgbClr val="087F8C"/>
                </a:solidFill>
                <a:latin typeface="Arial"/>
                <a:ea typeface="Arial"/>
                <a:cs typeface="Arial"/>
              </a:defRPr>
            </a:lvl1pPr>
            <a:lvl2pPr algn="l">
              <a:buNone/>
              <a:defRPr sz="2100" b="1">
                <a:solidFill>
                  <a:srgbClr val="087F8C"/>
                </a:solidFill>
                <a:latin typeface="Arial"/>
                <a:ea typeface="Arial"/>
                <a:cs typeface="Arial"/>
              </a:defRPr>
            </a:lvl2pPr>
            <a:lvl3pPr algn="l">
              <a:buNone/>
              <a:defRPr sz="2100" b="1">
                <a:solidFill>
                  <a:srgbClr val="087F8C"/>
                </a:solidFill>
                <a:latin typeface="Arial"/>
                <a:ea typeface="Arial"/>
                <a:cs typeface="Arial"/>
              </a:defRPr>
            </a:lvl3pPr>
            <a:lvl4pPr algn="l">
              <a:buNone/>
              <a:defRPr sz="2100" b="1">
                <a:solidFill>
                  <a:srgbClr val="087F8C"/>
                </a:solidFill>
                <a:latin typeface="Arial"/>
                <a:ea typeface="Arial"/>
                <a:cs typeface="Arial"/>
              </a:defRPr>
            </a:lvl4pPr>
            <a:lvl5pPr algn="l">
              <a:buNone/>
              <a:defRPr sz="2100" b="1">
                <a:solidFill>
                  <a:srgbClr val="087F8C"/>
                </a:solidFill>
                <a:latin typeface="Arial"/>
                <a:ea typeface="Arial"/>
                <a:cs typeface="Arial"/>
              </a:defRPr>
            </a:lvl5pPr>
            <a:lvl6pPr algn="l">
              <a:buNone/>
              <a:defRPr sz="2100" b="1">
                <a:solidFill>
                  <a:srgbClr val="087F8C"/>
                </a:solidFill>
                <a:latin typeface="Arial"/>
                <a:ea typeface="Arial"/>
                <a:cs typeface="Arial"/>
              </a:defRPr>
            </a:lvl6pPr>
            <a:lvl7pPr algn="l">
              <a:buNone/>
              <a:defRPr sz="2100" b="1">
                <a:solidFill>
                  <a:srgbClr val="087F8C"/>
                </a:solidFill>
                <a:latin typeface="Arial"/>
                <a:ea typeface="Arial"/>
                <a:cs typeface="Arial"/>
              </a:defRPr>
            </a:lvl7pPr>
            <a:lvl8pPr algn="l">
              <a:buNone/>
              <a:defRPr sz="2100" b="1">
                <a:solidFill>
                  <a:srgbClr val="087F8C"/>
                </a:solidFill>
                <a:latin typeface="Arial"/>
                <a:ea typeface="Arial"/>
                <a:cs typeface="Arial"/>
              </a:defRPr>
            </a:lvl8pPr>
            <a:lvl9pPr algn="l">
              <a:buNone/>
              <a:defRPr sz="2100" b="1">
                <a:solidFill>
                  <a:srgbClr val="087F8C"/>
                </a:solidFill>
                <a:latin typeface="Arial"/>
                <a:ea typeface="Arial"/>
                <a:cs typeface="Arial"/>
              </a:defRPr>
            </a:lvl9pPr>
          </a:lstStyle>
          <a:p xmlns:a="http://schemas.openxmlformats.org/drawingml/2006/main">
            <a:pPr algn="l">
              <a:buNone/>
              <a:defRPr sz="2100" b="1">
                <a:solidFill>
                  <a:srgbClr val="087F8C"/>
                </a:solidFill>
                <a:latin typeface="Arial"/>
                <a:ea typeface="Arial"/>
                <a:cs typeface="Arial"/>
              </a:defRPr>
            </a:pPr>
            <a:r>
              <a:rPr sz="2100" b="1">
                <a:solidFill>
                  <a:srgbClr val="087F8C"/>
                </a:solidFill>
                <a:latin typeface="Arial"/>
                <a:ea typeface="Arial"/>
                <a:cs typeface="Arial"/>
              </a:rPr>
              <a:t>Grad-CAM</a:t>
            </a:r>
          </a:p>
        </p:txBody>
      </p:sp>
      <p:pic>
        <p:nvPicPr>
          <p:cNvPr id="5" name="">
            <a:extLst xmlns:a="http://schemas.openxmlformats.org/drawingml/2006/main">
              <a:ext uri="{FF2B5EF4-FFF2-40B4-BE49-F238E27FC236}">
                <a16:creationId xmlns:a16="http://schemas.microsoft.com/office/drawing/2014/main" id="{3F58CDCB-F0A2-4DE3-9202-9348C824D621}"/>
              </a:ext>
            </a:extLst>
          </p:cNvPr>
          <p:cNvPicPr>
            <a:picLocks xmlns:a="http://schemas.openxmlformats.org/drawingml/2006/main" noChangeAspect="1"/>
          </p:cNvPicPr>
          <p:nvPr/>
        </p:nvPicPr>
        <p:blipFill>
          <a:blip xmlns:r="http://schemas.openxmlformats.org/officeDocument/2006/relationships" xmlns:a="http://schemas.openxmlformats.org/drawingml/2006/main" r:embed="R4501a4ea3b2e4901"/>
          <a:srcRect xmlns:a="http://schemas.openxmlformats.org/drawingml/2006/main" l="434" t="0" r="434" b="0"/>
          <a:stretch xmlns:a="http://schemas.openxmlformats.org/drawingml/2006/main">
            <a:fillRect l="0" t="0" r="0" b="0"/>
          </a:stretch>
        </p:blipFill>
        <p:spPr>
          <a:xfrm xmlns:a="http://schemas.openxmlformats.org/drawingml/2006/main">
            <a:off x="514350" y="2458218"/>
            <a:ext cx="5524500" cy="2265413"/>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ED0D0200-05E2-42EA-A9AB-3B5ACAE29A5C}"/>
              </a:ext>
            </a:extLst>
          </p:cNvPr>
          <p:cNvPicPr>
            <a:picLocks xmlns:a="http://schemas.openxmlformats.org/drawingml/2006/main" noChangeAspect="1"/>
          </p:cNvPicPr>
          <p:nvPr/>
        </p:nvPicPr>
        <p:blipFill>
          <a:blip xmlns:r="http://schemas.openxmlformats.org/officeDocument/2006/relationships" xmlns:a="http://schemas.openxmlformats.org/drawingml/2006/main" r:embed="R897d5b71b8d34632"/>
          <a:srcRect xmlns:a="http://schemas.openxmlformats.org/drawingml/2006/main" l="7000" t="2762" r="7000" b="82509"/>
          <a:stretch xmlns:a="http://schemas.openxmlformats.org/drawingml/2006/main"/>
        </p:blipFill>
        <p:spPr>
          <a:xfrm xmlns:a="http://schemas.openxmlformats.org/drawingml/2006/main">
            <a:off x="7300246" y="1990725"/>
            <a:ext cx="3306509" cy="14763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96B8A24-7FC1-4867-AF10-DAE679DCE54F}"/>
              </a:ext>
            </a:extLst>
          </p:cNvPr>
          <p:cNvSpPr>
            <a:spLocks xmlns:a="http://schemas.openxmlformats.org/drawingml/2006/main" noGrp="1"/>
          </p:cNvSpPr>
          <p:nvPr/>
        </p:nvSpPr>
        <p:spPr>
          <a:xfrm xmlns:a="http://schemas.openxmlformats.org/drawingml/2006/main">
            <a:off x="609600" y="5562600"/>
            <a:ext cx="51911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0">
                <a:solidFill>
                  <a:srgbClr val="263746"/>
                </a:solidFill>
                <a:latin typeface="Arial"/>
                <a:ea typeface="Arial"/>
                <a:cs typeface="Arial"/>
              </a:defRPr>
            </a:defPPr>
            <a:lvl1pPr algn="ctr">
              <a:buNone/>
              <a:defRPr sz="1575" b="0">
                <a:solidFill>
                  <a:srgbClr val="263746"/>
                </a:solidFill>
                <a:latin typeface="Arial"/>
                <a:ea typeface="Arial"/>
                <a:cs typeface="Arial"/>
              </a:defRPr>
            </a:lvl1pPr>
            <a:lvl2pPr algn="ctr">
              <a:buNone/>
              <a:defRPr sz="1575" b="0">
                <a:solidFill>
                  <a:srgbClr val="263746"/>
                </a:solidFill>
                <a:latin typeface="Arial"/>
                <a:ea typeface="Arial"/>
                <a:cs typeface="Arial"/>
              </a:defRPr>
            </a:lvl2pPr>
            <a:lvl3pPr algn="ctr">
              <a:buNone/>
              <a:defRPr sz="1575" b="0">
                <a:solidFill>
                  <a:srgbClr val="263746"/>
                </a:solidFill>
                <a:latin typeface="Arial"/>
                <a:ea typeface="Arial"/>
                <a:cs typeface="Arial"/>
              </a:defRPr>
            </a:lvl3pPr>
            <a:lvl4pPr algn="ctr">
              <a:buNone/>
              <a:defRPr sz="1575" b="0">
                <a:solidFill>
                  <a:srgbClr val="263746"/>
                </a:solidFill>
                <a:latin typeface="Arial"/>
                <a:ea typeface="Arial"/>
                <a:cs typeface="Arial"/>
              </a:defRPr>
            </a:lvl4pPr>
            <a:lvl5pPr algn="ctr">
              <a:buNone/>
              <a:defRPr sz="1575" b="0">
                <a:solidFill>
                  <a:srgbClr val="263746"/>
                </a:solidFill>
                <a:latin typeface="Arial"/>
                <a:ea typeface="Arial"/>
                <a:cs typeface="Arial"/>
              </a:defRPr>
            </a:lvl5pPr>
            <a:lvl6pPr algn="ctr">
              <a:buNone/>
              <a:defRPr sz="1575" b="0">
                <a:solidFill>
                  <a:srgbClr val="263746"/>
                </a:solidFill>
                <a:latin typeface="Arial"/>
                <a:ea typeface="Arial"/>
                <a:cs typeface="Arial"/>
              </a:defRPr>
            </a:lvl6pPr>
            <a:lvl7pPr algn="ctr">
              <a:buNone/>
              <a:defRPr sz="1575" b="0">
                <a:solidFill>
                  <a:srgbClr val="263746"/>
                </a:solidFill>
                <a:latin typeface="Arial"/>
                <a:ea typeface="Arial"/>
                <a:cs typeface="Arial"/>
              </a:defRPr>
            </a:lvl7pPr>
            <a:lvl8pPr algn="ctr">
              <a:buNone/>
              <a:defRPr sz="1575" b="0">
                <a:solidFill>
                  <a:srgbClr val="263746"/>
                </a:solidFill>
                <a:latin typeface="Arial"/>
                <a:ea typeface="Arial"/>
                <a:cs typeface="Arial"/>
              </a:defRPr>
            </a:lvl8pPr>
            <a:lvl9pPr algn="ctr">
              <a:buNone/>
              <a:defRPr sz="1575" b="0">
                <a:solidFill>
                  <a:srgbClr val="263746"/>
                </a:solidFill>
                <a:latin typeface="Arial"/>
                <a:ea typeface="Arial"/>
                <a:cs typeface="Arial"/>
              </a:defRPr>
            </a:lvl9pPr>
          </a:lstStyle>
          <a:p xmlns:a="http://schemas.openxmlformats.org/drawingml/2006/main">
            <a:pPr algn="ctr">
              <a:buNone/>
              <a:defRPr sz="1575" b="0">
                <a:solidFill>
                  <a:srgbClr val="263746"/>
                </a:solidFill>
                <a:latin typeface="Arial"/>
                <a:ea typeface="Arial"/>
                <a:cs typeface="Arial"/>
              </a:defRPr>
            </a:pPr>
            <a:r>
              <a:rPr sz="1575" b="0">
                <a:solidFill>
                  <a:srgbClr val="263746"/>
                </a:solidFill>
                <a:latin typeface="Arial"/>
                <a:ea typeface="Arial"/>
                <a:cs typeface="Arial"/>
              </a:rPr>
              <a:t>Las activaciones muestran respuestas a distintos patrones en cada capa.</a:t>
            </a:r>
          </a:p>
        </p:txBody>
      </p:sp>
      <p:sp>
        <p:nvSpPr>
          <p:cNvPr id="8" name="">
            <a:extLst xmlns:a="http://schemas.openxmlformats.org/drawingml/2006/main">
              <a:ext uri="{FF2B5EF4-FFF2-40B4-BE49-F238E27FC236}">
                <a16:creationId xmlns:a16="http://schemas.microsoft.com/office/drawing/2014/main" id="{036433FD-C4E3-4B52-B2CC-BC84149401AA}"/>
              </a:ext>
            </a:extLst>
          </p:cNvPr>
          <p:cNvSpPr>
            <a:spLocks xmlns:a="http://schemas.openxmlformats.org/drawingml/2006/main" noGrp="1"/>
          </p:cNvSpPr>
          <p:nvPr/>
        </p:nvSpPr>
        <p:spPr>
          <a:xfrm xmlns:a="http://schemas.openxmlformats.org/drawingml/2006/main">
            <a:off x="6477000" y="5562600"/>
            <a:ext cx="4953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0">
                <a:solidFill>
                  <a:srgbClr val="263746"/>
                </a:solidFill>
                <a:latin typeface="Arial"/>
                <a:ea typeface="Arial"/>
                <a:cs typeface="Arial"/>
              </a:defRPr>
            </a:defPPr>
            <a:lvl1pPr algn="ctr">
              <a:buNone/>
              <a:defRPr sz="1575" b="0">
                <a:solidFill>
                  <a:srgbClr val="263746"/>
                </a:solidFill>
                <a:latin typeface="Arial"/>
                <a:ea typeface="Arial"/>
                <a:cs typeface="Arial"/>
              </a:defRPr>
            </a:lvl1pPr>
            <a:lvl2pPr algn="ctr">
              <a:buNone/>
              <a:defRPr sz="1575" b="0">
                <a:solidFill>
                  <a:srgbClr val="263746"/>
                </a:solidFill>
                <a:latin typeface="Arial"/>
                <a:ea typeface="Arial"/>
                <a:cs typeface="Arial"/>
              </a:defRPr>
            </a:lvl2pPr>
            <a:lvl3pPr algn="ctr">
              <a:buNone/>
              <a:defRPr sz="1575" b="0">
                <a:solidFill>
                  <a:srgbClr val="263746"/>
                </a:solidFill>
                <a:latin typeface="Arial"/>
                <a:ea typeface="Arial"/>
                <a:cs typeface="Arial"/>
              </a:defRPr>
            </a:lvl3pPr>
            <a:lvl4pPr algn="ctr">
              <a:buNone/>
              <a:defRPr sz="1575" b="0">
                <a:solidFill>
                  <a:srgbClr val="263746"/>
                </a:solidFill>
                <a:latin typeface="Arial"/>
                <a:ea typeface="Arial"/>
                <a:cs typeface="Arial"/>
              </a:defRPr>
            </a:lvl4pPr>
            <a:lvl5pPr algn="ctr">
              <a:buNone/>
              <a:defRPr sz="1575" b="0">
                <a:solidFill>
                  <a:srgbClr val="263746"/>
                </a:solidFill>
                <a:latin typeface="Arial"/>
                <a:ea typeface="Arial"/>
                <a:cs typeface="Arial"/>
              </a:defRPr>
            </a:lvl5pPr>
            <a:lvl6pPr algn="ctr">
              <a:buNone/>
              <a:defRPr sz="1575" b="0">
                <a:solidFill>
                  <a:srgbClr val="263746"/>
                </a:solidFill>
                <a:latin typeface="Arial"/>
                <a:ea typeface="Arial"/>
                <a:cs typeface="Arial"/>
              </a:defRPr>
            </a:lvl6pPr>
            <a:lvl7pPr algn="ctr">
              <a:buNone/>
              <a:defRPr sz="1575" b="0">
                <a:solidFill>
                  <a:srgbClr val="263746"/>
                </a:solidFill>
                <a:latin typeface="Arial"/>
                <a:ea typeface="Arial"/>
                <a:cs typeface="Arial"/>
              </a:defRPr>
            </a:lvl7pPr>
            <a:lvl8pPr algn="ctr">
              <a:buNone/>
              <a:defRPr sz="1575" b="0">
                <a:solidFill>
                  <a:srgbClr val="263746"/>
                </a:solidFill>
                <a:latin typeface="Arial"/>
                <a:ea typeface="Arial"/>
                <a:cs typeface="Arial"/>
              </a:defRPr>
            </a:lvl8pPr>
            <a:lvl9pPr algn="ctr">
              <a:buNone/>
              <a:defRPr sz="1575" b="0">
                <a:solidFill>
                  <a:srgbClr val="263746"/>
                </a:solidFill>
                <a:latin typeface="Arial"/>
                <a:ea typeface="Arial"/>
                <a:cs typeface="Arial"/>
              </a:defRPr>
            </a:lvl9pPr>
          </a:lstStyle>
          <a:p xmlns:a="http://schemas.openxmlformats.org/drawingml/2006/main">
            <a:pPr algn="ctr">
              <a:buNone/>
              <a:defRPr sz="1575" b="0">
                <a:solidFill>
                  <a:srgbClr val="263746"/>
                </a:solidFill>
                <a:latin typeface="Arial"/>
                <a:ea typeface="Arial"/>
                <a:cs typeface="Arial"/>
              </a:defRPr>
            </a:pPr>
            <a:r>
              <a:rPr sz="1575" b="0">
                <a:solidFill>
                  <a:srgbClr val="263746"/>
                </a:solidFill>
                <a:latin typeface="Arial"/>
                <a:ea typeface="Arial"/>
                <a:cs typeface="Arial"/>
              </a:rPr>
              <a:t>Grad-CAM estima regiones asociadas con la predicción. Puede incluir el fondo.</a:t>
            </a:r>
          </a:p>
        </p:txBody>
      </p:sp>
      <p:pic>
        <p:nvPicPr>
          <p:cNvPr id="10" name="">
            <a:extLst xmlns:a="http://schemas.openxmlformats.org/drawingml/2006/main">
              <a:ext uri="{FF2B5EF4-FFF2-40B4-BE49-F238E27FC236}">
                <a16:creationId xmlns:a16="http://schemas.microsoft.com/office/drawing/2014/main" id="{F1DE7BF3-244F-4E43-8855-D9CAB516BC4C}"/>
              </a:ext>
            </a:extLst>
          </p:cNvPr>
          <p:cNvPicPr>
            <a:picLocks xmlns:a="http://schemas.openxmlformats.org/drawingml/2006/main" noChangeAspect="1"/>
          </p:cNvPicPr>
          <p:nvPr/>
        </p:nvPicPr>
        <p:blipFill>
          <a:blip xmlns:r="http://schemas.openxmlformats.org/officeDocument/2006/relationships" xmlns:a="http://schemas.openxmlformats.org/drawingml/2006/main" r:embed="R1a28a8d3402e428e"/>
          <a:srcRect xmlns:a="http://schemas.openxmlformats.org/drawingml/2006/main" l="7000" t="52091" r="7000" b="33180"/>
          <a:stretch xmlns:a="http://schemas.openxmlformats.org/drawingml/2006/main"/>
        </p:blipFill>
        <p:spPr>
          <a:xfrm xmlns:a="http://schemas.openxmlformats.org/drawingml/2006/main">
            <a:off x="7300246" y="3895725"/>
            <a:ext cx="3306509" cy="14763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F490130-4E17-4FAF-A35B-B39971F30815}"/>
              </a:ext>
            </a:extLst>
          </p:cNvPr>
          <p:cNvSpPr>
            <a:spLocks xmlns:a="http://schemas.openxmlformats.org/drawingml/2006/main" noGrp="1"/>
          </p:cNvSpPr>
          <p:nvPr/>
        </p:nvSpPr>
        <p:spPr>
          <a:xfrm xmlns:a="http://schemas.openxmlformats.org/drawingml/2006/main">
            <a:off x="6477000" y="1695450"/>
            <a:ext cx="4953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575">
                <a:solidFill>
                  <a:srgbClr val="17324D"/>
                </a:solidFill>
                <a:latin typeface="Arial"/>
                <a:ea typeface="Arial"/>
                <a:cs typeface="Arial"/>
              </a:defRPr>
            </a:defPPr>
            <a:lvl1pPr algn="ctr">
              <a:defRPr sz="1575">
                <a:solidFill>
                  <a:srgbClr val="17324D"/>
                </a:solidFill>
                <a:latin typeface="Arial"/>
                <a:ea typeface="Arial"/>
                <a:cs typeface="Arial"/>
              </a:defRPr>
            </a:lvl1pPr>
            <a:lvl2pPr algn="ctr">
              <a:defRPr sz="1575">
                <a:solidFill>
                  <a:srgbClr val="17324D"/>
                </a:solidFill>
                <a:latin typeface="Arial"/>
                <a:ea typeface="Arial"/>
                <a:cs typeface="Arial"/>
              </a:defRPr>
            </a:lvl2pPr>
            <a:lvl3pPr algn="ctr">
              <a:defRPr sz="1575">
                <a:solidFill>
                  <a:srgbClr val="17324D"/>
                </a:solidFill>
                <a:latin typeface="Arial"/>
                <a:ea typeface="Arial"/>
                <a:cs typeface="Arial"/>
              </a:defRPr>
            </a:lvl3pPr>
            <a:lvl4pPr algn="ctr">
              <a:defRPr sz="1575">
                <a:solidFill>
                  <a:srgbClr val="17324D"/>
                </a:solidFill>
                <a:latin typeface="Arial"/>
                <a:ea typeface="Arial"/>
                <a:cs typeface="Arial"/>
              </a:defRPr>
            </a:lvl4pPr>
            <a:lvl5pPr algn="ctr">
              <a:defRPr sz="1575">
                <a:solidFill>
                  <a:srgbClr val="17324D"/>
                </a:solidFill>
                <a:latin typeface="Arial"/>
                <a:ea typeface="Arial"/>
                <a:cs typeface="Arial"/>
              </a:defRPr>
            </a:lvl5pPr>
            <a:lvl6pPr algn="ctr">
              <a:defRPr sz="1575">
                <a:solidFill>
                  <a:srgbClr val="17324D"/>
                </a:solidFill>
                <a:latin typeface="Arial"/>
                <a:ea typeface="Arial"/>
                <a:cs typeface="Arial"/>
              </a:defRPr>
            </a:lvl6pPr>
            <a:lvl7pPr algn="ctr">
              <a:defRPr sz="1575">
                <a:solidFill>
                  <a:srgbClr val="17324D"/>
                </a:solidFill>
                <a:latin typeface="Arial"/>
                <a:ea typeface="Arial"/>
                <a:cs typeface="Arial"/>
              </a:defRPr>
            </a:lvl7pPr>
            <a:lvl8pPr algn="ctr">
              <a:defRPr sz="1575">
                <a:solidFill>
                  <a:srgbClr val="17324D"/>
                </a:solidFill>
                <a:latin typeface="Arial"/>
                <a:ea typeface="Arial"/>
                <a:cs typeface="Arial"/>
              </a:defRPr>
            </a:lvl8pPr>
            <a:lvl9pPr algn="ctr">
              <a:defRPr sz="1575">
                <a:solidFill>
                  <a:srgbClr val="17324D"/>
                </a:solidFill>
                <a:latin typeface="Arial"/>
                <a:ea typeface="Arial"/>
                <a:cs typeface="Arial"/>
              </a:defRPr>
            </a:lvl9pPr>
          </a:lstStyle>
          <a:p xmlns:a="http://schemas.openxmlformats.org/drawingml/2006/main">
            <a:pPr algn="ctr">
              <a:buNone/>
              <a:defRPr sz="1575">
                <a:solidFill>
                  <a:srgbClr val="17324D"/>
                </a:solidFill>
                <a:latin typeface="Arial"/>
                <a:ea typeface="Arial"/>
                <a:cs typeface="Arial"/>
              </a:defRPr>
            </a:pPr>
            <a:r>
              <a:rPr sz="1575">
                <a:solidFill>
                  <a:srgbClr val="17324D"/>
                </a:solidFill>
                <a:latin typeface="Arial"/>
                <a:ea typeface="Arial"/>
                <a:cs typeface="Arial"/>
              </a:rPr>
              <a:t>Acierto: real G, predicción G</a:t>
            </a:r>
          </a:p>
        </p:txBody>
      </p:sp>
      <p:sp>
        <p:nvSpPr>
          <p:cNvPr id="12" name="">
            <a:extLst xmlns:a="http://schemas.openxmlformats.org/drawingml/2006/main">
              <a:ext uri="{FF2B5EF4-FFF2-40B4-BE49-F238E27FC236}">
                <a16:creationId xmlns:a16="http://schemas.microsoft.com/office/drawing/2014/main" id="{977AF0EA-2CB7-4E72-9567-52EC0F3F08DB}"/>
              </a:ext>
            </a:extLst>
          </p:cNvPr>
          <p:cNvSpPr>
            <a:spLocks xmlns:a="http://schemas.openxmlformats.org/drawingml/2006/main" noGrp="1"/>
          </p:cNvSpPr>
          <p:nvPr/>
        </p:nvSpPr>
        <p:spPr>
          <a:xfrm xmlns:a="http://schemas.openxmlformats.org/drawingml/2006/main">
            <a:off x="6477000" y="3600450"/>
            <a:ext cx="4953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1575">
                <a:solidFill>
                  <a:srgbClr val="17324D"/>
                </a:solidFill>
                <a:latin typeface="Arial"/>
                <a:ea typeface="Arial"/>
                <a:cs typeface="Arial"/>
              </a:defRPr>
            </a:defPPr>
            <a:lvl1pPr algn="ctr">
              <a:defRPr sz="1575">
                <a:solidFill>
                  <a:srgbClr val="17324D"/>
                </a:solidFill>
                <a:latin typeface="Arial"/>
                <a:ea typeface="Arial"/>
                <a:cs typeface="Arial"/>
              </a:defRPr>
            </a:lvl1pPr>
            <a:lvl2pPr algn="ctr">
              <a:defRPr sz="1575">
                <a:solidFill>
                  <a:srgbClr val="17324D"/>
                </a:solidFill>
                <a:latin typeface="Arial"/>
                <a:ea typeface="Arial"/>
                <a:cs typeface="Arial"/>
              </a:defRPr>
            </a:lvl2pPr>
            <a:lvl3pPr algn="ctr">
              <a:defRPr sz="1575">
                <a:solidFill>
                  <a:srgbClr val="17324D"/>
                </a:solidFill>
                <a:latin typeface="Arial"/>
                <a:ea typeface="Arial"/>
                <a:cs typeface="Arial"/>
              </a:defRPr>
            </a:lvl3pPr>
            <a:lvl4pPr algn="ctr">
              <a:defRPr sz="1575">
                <a:solidFill>
                  <a:srgbClr val="17324D"/>
                </a:solidFill>
                <a:latin typeface="Arial"/>
                <a:ea typeface="Arial"/>
                <a:cs typeface="Arial"/>
              </a:defRPr>
            </a:lvl4pPr>
            <a:lvl5pPr algn="ctr">
              <a:defRPr sz="1575">
                <a:solidFill>
                  <a:srgbClr val="17324D"/>
                </a:solidFill>
                <a:latin typeface="Arial"/>
                <a:ea typeface="Arial"/>
                <a:cs typeface="Arial"/>
              </a:defRPr>
            </a:lvl5pPr>
            <a:lvl6pPr algn="ctr">
              <a:defRPr sz="1575">
                <a:solidFill>
                  <a:srgbClr val="17324D"/>
                </a:solidFill>
                <a:latin typeface="Arial"/>
                <a:ea typeface="Arial"/>
                <a:cs typeface="Arial"/>
              </a:defRPr>
            </a:lvl6pPr>
            <a:lvl7pPr algn="ctr">
              <a:defRPr sz="1575">
                <a:solidFill>
                  <a:srgbClr val="17324D"/>
                </a:solidFill>
                <a:latin typeface="Arial"/>
                <a:ea typeface="Arial"/>
                <a:cs typeface="Arial"/>
              </a:defRPr>
            </a:lvl7pPr>
            <a:lvl8pPr algn="ctr">
              <a:defRPr sz="1575">
                <a:solidFill>
                  <a:srgbClr val="17324D"/>
                </a:solidFill>
                <a:latin typeface="Arial"/>
                <a:ea typeface="Arial"/>
                <a:cs typeface="Arial"/>
              </a:defRPr>
            </a:lvl8pPr>
            <a:lvl9pPr algn="ctr">
              <a:defRPr sz="1575">
                <a:solidFill>
                  <a:srgbClr val="17324D"/>
                </a:solidFill>
                <a:latin typeface="Arial"/>
                <a:ea typeface="Arial"/>
                <a:cs typeface="Arial"/>
              </a:defRPr>
            </a:lvl9pPr>
          </a:lstStyle>
          <a:p xmlns:a="http://schemas.openxmlformats.org/drawingml/2006/main">
            <a:pPr algn="ctr">
              <a:buNone/>
              <a:defRPr sz="1575">
                <a:solidFill>
                  <a:srgbClr val="17324D"/>
                </a:solidFill>
                <a:latin typeface="Arial"/>
                <a:ea typeface="Arial"/>
                <a:cs typeface="Arial"/>
              </a:defRPr>
            </a:pPr>
            <a:r>
              <a:rPr sz="1575">
                <a:solidFill>
                  <a:srgbClr val="17324D"/>
                </a:solidFill>
                <a:latin typeface="Arial"/>
                <a:ea typeface="Arial"/>
                <a:cs typeface="Arial"/>
              </a:rPr>
              <a:t>Error: real H, predicción G</a:t>
            </a:r>
          </a:p>
        </p:txBody>
      </p:sp>
    </p:spTree>
    <p:extLst>
      <p:ext uri="{BB962C8B-B14F-4D97-AF65-F5344CB8AC3E}">
        <p14:creationId xmlns:p14="http://schemas.microsoft.com/office/powerpoint/2010/main" val="111220979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DC11615-6179-40AF-9C6D-0B5CD03C4B86}"/>
              </a:ext>
            </a:extLst>
          </p:cNvPr>
          <p:cNvSpPr>
            <a:spLocks xmlns:a="http://schemas.openxmlformats.org/drawingml/2006/main" noGrp="1"/>
          </p:cNvSpPr>
          <p:nvPr/>
        </p:nvSpPr>
        <p:spPr>
          <a:xfrm xmlns:a="http://schemas.openxmlformats.org/drawingml/2006/main">
            <a:off x="609600" y="3238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7324D"/>
                </a:solidFill>
                <a:latin typeface="Arial"/>
                <a:ea typeface="Arial"/>
                <a:cs typeface="Arial"/>
              </a:defRPr>
            </a:defPPr>
            <a:lvl1pPr algn="l">
              <a:buNone/>
              <a:defRPr sz="3150" b="1">
                <a:solidFill>
                  <a:srgbClr val="17324D"/>
                </a:solidFill>
                <a:latin typeface="Arial"/>
                <a:ea typeface="Arial"/>
                <a:cs typeface="Arial"/>
              </a:defRPr>
            </a:lvl1pPr>
            <a:lvl2pPr algn="l">
              <a:buNone/>
              <a:defRPr sz="3150" b="1">
                <a:solidFill>
                  <a:srgbClr val="17324D"/>
                </a:solidFill>
                <a:latin typeface="Arial"/>
                <a:ea typeface="Arial"/>
                <a:cs typeface="Arial"/>
              </a:defRPr>
            </a:lvl2pPr>
            <a:lvl3pPr algn="l">
              <a:buNone/>
              <a:defRPr sz="3150" b="1">
                <a:solidFill>
                  <a:srgbClr val="17324D"/>
                </a:solidFill>
                <a:latin typeface="Arial"/>
                <a:ea typeface="Arial"/>
                <a:cs typeface="Arial"/>
              </a:defRPr>
            </a:lvl3pPr>
            <a:lvl4pPr algn="l">
              <a:buNone/>
              <a:defRPr sz="3150" b="1">
                <a:solidFill>
                  <a:srgbClr val="17324D"/>
                </a:solidFill>
                <a:latin typeface="Arial"/>
                <a:ea typeface="Arial"/>
                <a:cs typeface="Arial"/>
              </a:defRPr>
            </a:lvl4pPr>
            <a:lvl5pPr algn="l">
              <a:buNone/>
              <a:defRPr sz="3150" b="1">
                <a:solidFill>
                  <a:srgbClr val="17324D"/>
                </a:solidFill>
                <a:latin typeface="Arial"/>
                <a:ea typeface="Arial"/>
                <a:cs typeface="Arial"/>
              </a:defRPr>
            </a:lvl5pPr>
            <a:lvl6pPr algn="l">
              <a:buNone/>
              <a:defRPr sz="3150" b="1">
                <a:solidFill>
                  <a:srgbClr val="17324D"/>
                </a:solidFill>
                <a:latin typeface="Arial"/>
                <a:ea typeface="Arial"/>
                <a:cs typeface="Arial"/>
              </a:defRPr>
            </a:lvl6pPr>
            <a:lvl7pPr algn="l">
              <a:buNone/>
              <a:defRPr sz="3150" b="1">
                <a:solidFill>
                  <a:srgbClr val="17324D"/>
                </a:solidFill>
                <a:latin typeface="Arial"/>
                <a:ea typeface="Arial"/>
                <a:cs typeface="Arial"/>
              </a:defRPr>
            </a:lvl7pPr>
            <a:lvl8pPr algn="l">
              <a:buNone/>
              <a:defRPr sz="3150" b="1">
                <a:solidFill>
                  <a:srgbClr val="17324D"/>
                </a:solidFill>
                <a:latin typeface="Arial"/>
                <a:ea typeface="Arial"/>
                <a:cs typeface="Arial"/>
              </a:defRPr>
            </a:lvl8pPr>
            <a:lvl9pPr algn="l">
              <a:buNone/>
              <a:defRPr sz="3150" b="1">
                <a:solidFill>
                  <a:srgbClr val="17324D"/>
                </a:solidFill>
                <a:latin typeface="Arial"/>
                <a:ea typeface="Arial"/>
                <a:cs typeface="Arial"/>
              </a:defRPr>
            </a:lvl9pPr>
          </a:lstStyle>
          <a:p xmlns:a="http://schemas.openxmlformats.org/drawingml/2006/main">
            <a:pPr algn="l">
              <a:buNone/>
              <a:defRPr sz="3150" b="1">
                <a:solidFill>
                  <a:srgbClr val="17324D"/>
                </a:solidFill>
                <a:latin typeface="Arial"/>
                <a:ea typeface="Arial"/>
                <a:cs typeface="Arial"/>
              </a:defRPr>
            </a:pPr>
            <a:r>
              <a:rPr sz="3150" b="1">
                <a:solidFill>
                  <a:srgbClr val="17324D"/>
                </a:solidFill>
                <a:latin typeface="Arial"/>
                <a:ea typeface="Arial"/>
                <a:cs typeface="Arial"/>
              </a:rPr>
              <a:t>Resultados de test de la CNN</a:t>
            </a:r>
          </a:p>
        </p:txBody>
      </p:sp>
      <p:sp>
        <p:nvSpPr>
          <p:cNvPr id="2" name="">
            <a:extLst xmlns:a="http://schemas.openxmlformats.org/drawingml/2006/main">
              <a:ext uri="{FF2B5EF4-FFF2-40B4-BE49-F238E27FC236}">
                <a16:creationId xmlns:a16="http://schemas.microsoft.com/office/drawing/2014/main" id="{214DBA04-8152-4CA5-9C86-A9F74FA0F547}"/>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0">
                <a:solidFill>
                  <a:srgbClr val="4E5C68"/>
                </a:solidFill>
                <a:latin typeface="Arial"/>
                <a:ea typeface="Arial"/>
                <a:cs typeface="Arial"/>
              </a:defRPr>
            </a:defPPr>
            <a:lvl1pPr algn="r">
              <a:buNone/>
              <a:defRPr sz="1200" b="0">
                <a:solidFill>
                  <a:srgbClr val="4E5C68"/>
                </a:solidFill>
                <a:latin typeface="Arial"/>
                <a:ea typeface="Arial"/>
                <a:cs typeface="Arial"/>
              </a:defRPr>
            </a:lvl1pPr>
            <a:lvl2pPr algn="r">
              <a:buNone/>
              <a:defRPr sz="1200" b="0">
                <a:solidFill>
                  <a:srgbClr val="4E5C68"/>
                </a:solidFill>
                <a:latin typeface="Arial"/>
                <a:ea typeface="Arial"/>
                <a:cs typeface="Arial"/>
              </a:defRPr>
            </a:lvl2pPr>
            <a:lvl3pPr algn="r">
              <a:buNone/>
              <a:defRPr sz="1200" b="0">
                <a:solidFill>
                  <a:srgbClr val="4E5C68"/>
                </a:solidFill>
                <a:latin typeface="Arial"/>
                <a:ea typeface="Arial"/>
                <a:cs typeface="Arial"/>
              </a:defRPr>
            </a:lvl3pPr>
            <a:lvl4pPr algn="r">
              <a:buNone/>
              <a:defRPr sz="1200" b="0">
                <a:solidFill>
                  <a:srgbClr val="4E5C68"/>
                </a:solidFill>
                <a:latin typeface="Arial"/>
                <a:ea typeface="Arial"/>
                <a:cs typeface="Arial"/>
              </a:defRPr>
            </a:lvl4pPr>
            <a:lvl5pPr algn="r">
              <a:buNone/>
              <a:defRPr sz="1200" b="0">
                <a:solidFill>
                  <a:srgbClr val="4E5C68"/>
                </a:solidFill>
                <a:latin typeface="Arial"/>
                <a:ea typeface="Arial"/>
                <a:cs typeface="Arial"/>
              </a:defRPr>
            </a:lvl5pPr>
            <a:lvl6pPr algn="r">
              <a:buNone/>
              <a:defRPr sz="1200" b="0">
                <a:solidFill>
                  <a:srgbClr val="4E5C68"/>
                </a:solidFill>
                <a:latin typeface="Arial"/>
                <a:ea typeface="Arial"/>
                <a:cs typeface="Arial"/>
              </a:defRPr>
            </a:lvl6pPr>
            <a:lvl7pPr algn="r">
              <a:buNone/>
              <a:defRPr sz="1200" b="0">
                <a:solidFill>
                  <a:srgbClr val="4E5C68"/>
                </a:solidFill>
                <a:latin typeface="Arial"/>
                <a:ea typeface="Arial"/>
                <a:cs typeface="Arial"/>
              </a:defRPr>
            </a:lvl7pPr>
            <a:lvl8pPr algn="r">
              <a:buNone/>
              <a:defRPr sz="1200" b="0">
                <a:solidFill>
                  <a:srgbClr val="4E5C68"/>
                </a:solidFill>
                <a:latin typeface="Arial"/>
                <a:ea typeface="Arial"/>
                <a:cs typeface="Arial"/>
              </a:defRPr>
            </a:lvl8pPr>
            <a:lvl9pPr algn="r">
              <a:buNone/>
              <a:defRPr sz="1200" b="0">
                <a:solidFill>
                  <a:srgbClr val="4E5C68"/>
                </a:solidFill>
                <a:latin typeface="Arial"/>
                <a:ea typeface="Arial"/>
                <a:cs typeface="Arial"/>
              </a:defRPr>
            </a:lvl9pPr>
          </a:lstStyle>
          <a:p xmlns:a="http://schemas.openxmlformats.org/drawingml/2006/main">
            <a:pPr algn="r">
              <a:buNone/>
              <a:defRPr sz="1200" b="0">
                <a:solidFill>
                  <a:srgbClr val="4E5C68"/>
                </a:solidFill>
                <a:latin typeface="Arial"/>
                <a:ea typeface="Arial"/>
                <a:cs typeface="Arial"/>
              </a:defRPr>
            </a:pPr>
            <a:r>
              <a:rPr sz="1200" b="0">
                <a:solidFill>
                  <a:srgbClr val="4E5C68"/>
                </a:solidFill>
                <a:latin typeface="Arial"/>
                <a:ea typeface="Arial"/>
                <a:cs typeface="Arial"/>
              </a:rPr>
              <a:t>7 / 10</a:t>
            </a:r>
          </a:p>
        </p:txBody>
      </p:sp>
      <p:sp>
        <p:nvSpPr>
          <p:cNvPr id="3" name="">
            <a:extLst xmlns:a="http://schemas.openxmlformats.org/drawingml/2006/main">
              <a:ext uri="{FF2B5EF4-FFF2-40B4-BE49-F238E27FC236}">
                <a16:creationId xmlns:a16="http://schemas.microsoft.com/office/drawing/2014/main" id="{D7F7042F-BFA2-4140-9CF9-19D315372BBB}"/>
              </a:ext>
            </a:extLst>
          </p:cNvPr>
          <p:cNvSpPr>
            <a:spLocks xmlns:a="http://schemas.openxmlformats.org/drawingml/2006/main" noGrp="1"/>
          </p:cNvSpPr>
          <p:nvPr/>
        </p:nvSpPr>
        <p:spPr>
          <a:xfrm xmlns:a="http://schemas.openxmlformats.org/drawingml/2006/main">
            <a:off x="609600" y="1524000"/>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087F8C"/>
                </a:solidFill>
                <a:latin typeface="Arial"/>
                <a:ea typeface="Arial"/>
                <a:cs typeface="Arial"/>
              </a:defRPr>
            </a:defPPr>
            <a:lvl1pPr algn="ctr">
              <a:buNone/>
              <a:defRPr sz="3900" b="1">
                <a:solidFill>
                  <a:srgbClr val="087F8C"/>
                </a:solidFill>
                <a:latin typeface="Arial"/>
                <a:ea typeface="Arial"/>
                <a:cs typeface="Arial"/>
              </a:defRPr>
            </a:lvl1pPr>
            <a:lvl2pPr algn="ctr">
              <a:buNone/>
              <a:defRPr sz="3900" b="1">
                <a:solidFill>
                  <a:srgbClr val="087F8C"/>
                </a:solidFill>
                <a:latin typeface="Arial"/>
                <a:ea typeface="Arial"/>
                <a:cs typeface="Arial"/>
              </a:defRPr>
            </a:lvl2pPr>
            <a:lvl3pPr algn="ctr">
              <a:buNone/>
              <a:defRPr sz="3900" b="1">
                <a:solidFill>
                  <a:srgbClr val="087F8C"/>
                </a:solidFill>
                <a:latin typeface="Arial"/>
                <a:ea typeface="Arial"/>
                <a:cs typeface="Arial"/>
              </a:defRPr>
            </a:lvl3pPr>
            <a:lvl4pPr algn="ctr">
              <a:buNone/>
              <a:defRPr sz="3900" b="1">
                <a:solidFill>
                  <a:srgbClr val="087F8C"/>
                </a:solidFill>
                <a:latin typeface="Arial"/>
                <a:ea typeface="Arial"/>
                <a:cs typeface="Arial"/>
              </a:defRPr>
            </a:lvl4pPr>
            <a:lvl5pPr algn="ctr">
              <a:buNone/>
              <a:defRPr sz="3900" b="1">
                <a:solidFill>
                  <a:srgbClr val="087F8C"/>
                </a:solidFill>
                <a:latin typeface="Arial"/>
                <a:ea typeface="Arial"/>
                <a:cs typeface="Arial"/>
              </a:defRPr>
            </a:lvl5pPr>
            <a:lvl6pPr algn="ctr">
              <a:buNone/>
              <a:defRPr sz="3900" b="1">
                <a:solidFill>
                  <a:srgbClr val="087F8C"/>
                </a:solidFill>
                <a:latin typeface="Arial"/>
                <a:ea typeface="Arial"/>
                <a:cs typeface="Arial"/>
              </a:defRPr>
            </a:lvl6pPr>
            <a:lvl7pPr algn="ctr">
              <a:buNone/>
              <a:defRPr sz="3900" b="1">
                <a:solidFill>
                  <a:srgbClr val="087F8C"/>
                </a:solidFill>
                <a:latin typeface="Arial"/>
                <a:ea typeface="Arial"/>
                <a:cs typeface="Arial"/>
              </a:defRPr>
            </a:lvl7pPr>
            <a:lvl8pPr algn="ctr">
              <a:buNone/>
              <a:defRPr sz="3900" b="1">
                <a:solidFill>
                  <a:srgbClr val="087F8C"/>
                </a:solidFill>
                <a:latin typeface="Arial"/>
                <a:ea typeface="Arial"/>
                <a:cs typeface="Arial"/>
              </a:defRPr>
            </a:lvl8pPr>
            <a:lvl9pPr algn="ctr">
              <a:buNone/>
              <a:defRPr sz="3900" b="1">
                <a:solidFill>
                  <a:srgbClr val="087F8C"/>
                </a:solidFill>
                <a:latin typeface="Arial"/>
                <a:ea typeface="Arial"/>
                <a:cs typeface="Arial"/>
              </a:defRPr>
            </a:lvl9pPr>
          </a:lstStyle>
          <a:p xmlns:a="http://schemas.openxmlformats.org/drawingml/2006/main">
            <a:pPr algn="ctr">
              <a:buNone/>
              <a:defRPr sz="3900" b="1">
                <a:solidFill>
                  <a:srgbClr val="087F8C"/>
                </a:solidFill>
                <a:latin typeface="Arial"/>
                <a:ea typeface="Arial"/>
                <a:cs typeface="Arial"/>
              </a:defRPr>
            </a:pPr>
            <a:r>
              <a:rPr sz="3900" b="1">
                <a:solidFill>
                  <a:srgbClr val="087F8C"/>
                </a:solidFill>
                <a:latin typeface="Arial"/>
                <a:ea typeface="Arial"/>
                <a:cs typeface="Arial"/>
              </a:rPr>
              <a:t>98,03%</a:t>
            </a:r>
          </a:p>
        </p:txBody>
      </p:sp>
      <p:sp>
        <p:nvSpPr>
          <p:cNvPr id="4" name="">
            <a:extLst xmlns:a="http://schemas.openxmlformats.org/drawingml/2006/main">
              <a:ext uri="{FF2B5EF4-FFF2-40B4-BE49-F238E27FC236}">
                <a16:creationId xmlns:a16="http://schemas.microsoft.com/office/drawing/2014/main" id="{3094C02E-0F18-4771-AC99-06D2CD89FD3D}"/>
              </a:ext>
            </a:extLst>
          </p:cNvPr>
          <p:cNvSpPr>
            <a:spLocks xmlns:a="http://schemas.openxmlformats.org/drawingml/2006/main" noGrp="1"/>
          </p:cNvSpPr>
          <p:nvPr/>
        </p:nvSpPr>
        <p:spPr>
          <a:xfrm xmlns:a="http://schemas.openxmlformats.org/drawingml/2006/main">
            <a:off x="609600" y="21812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buNone/>
              <a:defRPr sz="1500" b="0">
                <a:solidFill>
                  <a:srgbClr val="17324D"/>
                </a:solidFill>
                <a:latin typeface="Arial"/>
                <a:ea typeface="Arial"/>
                <a:cs typeface="Arial"/>
              </a:defRPr>
            </a:lvl1pPr>
            <a:lvl2pPr algn="ctr">
              <a:buNone/>
              <a:defRPr sz="1500" b="0">
                <a:solidFill>
                  <a:srgbClr val="17324D"/>
                </a:solidFill>
                <a:latin typeface="Arial"/>
                <a:ea typeface="Arial"/>
                <a:cs typeface="Arial"/>
              </a:defRPr>
            </a:lvl2pPr>
            <a:lvl3pPr algn="ctr">
              <a:buNone/>
              <a:defRPr sz="1500" b="0">
                <a:solidFill>
                  <a:srgbClr val="17324D"/>
                </a:solidFill>
                <a:latin typeface="Arial"/>
                <a:ea typeface="Arial"/>
                <a:cs typeface="Arial"/>
              </a:defRPr>
            </a:lvl3pPr>
            <a:lvl4pPr algn="ctr">
              <a:buNone/>
              <a:defRPr sz="1500" b="0">
                <a:solidFill>
                  <a:srgbClr val="17324D"/>
                </a:solidFill>
                <a:latin typeface="Arial"/>
                <a:ea typeface="Arial"/>
                <a:cs typeface="Arial"/>
              </a:defRPr>
            </a:lvl4pPr>
            <a:lvl5pPr algn="ctr">
              <a:buNone/>
              <a:defRPr sz="1500" b="0">
                <a:solidFill>
                  <a:srgbClr val="17324D"/>
                </a:solidFill>
                <a:latin typeface="Arial"/>
                <a:ea typeface="Arial"/>
                <a:cs typeface="Arial"/>
              </a:defRPr>
            </a:lvl5pPr>
            <a:lvl6pPr algn="ctr">
              <a:buNone/>
              <a:defRPr sz="1500" b="0">
                <a:solidFill>
                  <a:srgbClr val="17324D"/>
                </a:solidFill>
                <a:latin typeface="Arial"/>
                <a:ea typeface="Arial"/>
                <a:cs typeface="Arial"/>
              </a:defRPr>
            </a:lvl6pPr>
            <a:lvl7pPr algn="ctr">
              <a:buNone/>
              <a:defRPr sz="1500" b="0">
                <a:solidFill>
                  <a:srgbClr val="17324D"/>
                </a:solidFill>
                <a:latin typeface="Arial"/>
                <a:ea typeface="Arial"/>
                <a:cs typeface="Arial"/>
              </a:defRPr>
            </a:lvl7pPr>
            <a:lvl8pPr algn="ctr">
              <a:buNone/>
              <a:defRPr sz="1500" b="0">
                <a:solidFill>
                  <a:srgbClr val="17324D"/>
                </a:solidFill>
                <a:latin typeface="Arial"/>
                <a:ea typeface="Arial"/>
                <a:cs typeface="Arial"/>
              </a:defRPr>
            </a:lvl8pPr>
            <a:lvl9pPr algn="ctr">
              <a:buNone/>
              <a:defRPr sz="1500" b="0">
                <a:solidFill>
                  <a:srgbClr val="17324D"/>
                </a:solidFill>
                <a:latin typeface="Arial"/>
                <a:ea typeface="Arial"/>
                <a:cs typeface="Arial"/>
              </a:defRPr>
            </a:lvl9pPr>
          </a:lstStyle>
          <a:p xmlns:a="http://schemas.openxmlformats.org/drawingml/2006/main">
            <a:pPr algn="ctr">
              <a:buNone/>
              <a:defRPr sz="1500" b="0">
                <a:solidFill>
                  <a:srgbClr val="17324D"/>
                </a:solidFill>
                <a:latin typeface="Arial"/>
                <a:ea typeface="Arial"/>
                <a:cs typeface="Arial"/>
              </a:defRPr>
            </a:pPr>
            <a:r>
              <a:rPr sz="1500" b="0">
                <a:solidFill>
                  <a:srgbClr val="17324D"/>
                </a:solidFill>
                <a:latin typeface="Arial"/>
                <a:ea typeface="Arial"/>
                <a:cs typeface="Arial"/>
              </a:rPr>
              <a:t>Accuracy test</a:t>
            </a:r>
          </a:p>
        </p:txBody>
      </p:sp>
      <p:sp>
        <p:nvSpPr>
          <p:cNvPr id="5" name="">
            <a:extLst xmlns:a="http://schemas.openxmlformats.org/drawingml/2006/main">
              <a:ext uri="{FF2B5EF4-FFF2-40B4-BE49-F238E27FC236}">
                <a16:creationId xmlns:a16="http://schemas.microsoft.com/office/drawing/2014/main" id="{ABCED778-F1DA-486F-A6AE-D54CC2469B29}"/>
              </a:ext>
            </a:extLst>
          </p:cNvPr>
          <p:cNvSpPr>
            <a:spLocks xmlns:a="http://schemas.openxmlformats.org/drawingml/2006/main" noGrp="1"/>
          </p:cNvSpPr>
          <p:nvPr/>
        </p:nvSpPr>
        <p:spPr>
          <a:xfrm xmlns:a="http://schemas.openxmlformats.org/drawingml/2006/main">
            <a:off x="609600" y="2905125"/>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17324D"/>
                </a:solidFill>
                <a:latin typeface="Arial"/>
                <a:ea typeface="Arial"/>
                <a:cs typeface="Arial"/>
              </a:defRPr>
            </a:defPPr>
            <a:lvl1pPr algn="ctr">
              <a:buNone/>
              <a:defRPr sz="3900" b="1">
                <a:solidFill>
                  <a:srgbClr val="17324D"/>
                </a:solidFill>
                <a:latin typeface="Arial"/>
                <a:ea typeface="Arial"/>
                <a:cs typeface="Arial"/>
              </a:defRPr>
            </a:lvl1pPr>
            <a:lvl2pPr algn="ctr">
              <a:buNone/>
              <a:defRPr sz="3900" b="1">
                <a:solidFill>
                  <a:srgbClr val="17324D"/>
                </a:solidFill>
                <a:latin typeface="Arial"/>
                <a:ea typeface="Arial"/>
                <a:cs typeface="Arial"/>
              </a:defRPr>
            </a:lvl2pPr>
            <a:lvl3pPr algn="ctr">
              <a:buNone/>
              <a:defRPr sz="3900" b="1">
                <a:solidFill>
                  <a:srgbClr val="17324D"/>
                </a:solidFill>
                <a:latin typeface="Arial"/>
                <a:ea typeface="Arial"/>
                <a:cs typeface="Arial"/>
              </a:defRPr>
            </a:lvl3pPr>
            <a:lvl4pPr algn="ctr">
              <a:buNone/>
              <a:defRPr sz="3900" b="1">
                <a:solidFill>
                  <a:srgbClr val="17324D"/>
                </a:solidFill>
                <a:latin typeface="Arial"/>
                <a:ea typeface="Arial"/>
                <a:cs typeface="Arial"/>
              </a:defRPr>
            </a:lvl4pPr>
            <a:lvl5pPr algn="ctr">
              <a:buNone/>
              <a:defRPr sz="3900" b="1">
                <a:solidFill>
                  <a:srgbClr val="17324D"/>
                </a:solidFill>
                <a:latin typeface="Arial"/>
                <a:ea typeface="Arial"/>
                <a:cs typeface="Arial"/>
              </a:defRPr>
            </a:lvl5pPr>
            <a:lvl6pPr algn="ctr">
              <a:buNone/>
              <a:defRPr sz="3900" b="1">
                <a:solidFill>
                  <a:srgbClr val="17324D"/>
                </a:solidFill>
                <a:latin typeface="Arial"/>
                <a:ea typeface="Arial"/>
                <a:cs typeface="Arial"/>
              </a:defRPr>
            </a:lvl6pPr>
            <a:lvl7pPr algn="ctr">
              <a:buNone/>
              <a:defRPr sz="3900" b="1">
                <a:solidFill>
                  <a:srgbClr val="17324D"/>
                </a:solidFill>
                <a:latin typeface="Arial"/>
                <a:ea typeface="Arial"/>
                <a:cs typeface="Arial"/>
              </a:defRPr>
            </a:lvl7pPr>
            <a:lvl8pPr algn="ctr">
              <a:buNone/>
              <a:defRPr sz="3900" b="1">
                <a:solidFill>
                  <a:srgbClr val="17324D"/>
                </a:solidFill>
                <a:latin typeface="Arial"/>
                <a:ea typeface="Arial"/>
                <a:cs typeface="Arial"/>
              </a:defRPr>
            </a:lvl8pPr>
            <a:lvl9pPr algn="ctr">
              <a:buNone/>
              <a:defRPr sz="3900" b="1">
                <a:solidFill>
                  <a:srgbClr val="17324D"/>
                </a:solidFill>
                <a:latin typeface="Arial"/>
                <a:ea typeface="Arial"/>
                <a:cs typeface="Arial"/>
              </a:defRPr>
            </a:lvl9pPr>
          </a:lstStyle>
          <a:p xmlns:a="http://schemas.openxmlformats.org/drawingml/2006/main">
            <a:pPr algn="ctr">
              <a:buNone/>
              <a:defRPr sz="3900" b="1">
                <a:solidFill>
                  <a:srgbClr val="17324D"/>
                </a:solidFill>
                <a:latin typeface="Arial"/>
                <a:ea typeface="Arial"/>
                <a:cs typeface="Arial"/>
              </a:defRPr>
            </a:pPr>
            <a:r>
              <a:rPr sz="3900" b="1">
                <a:solidFill>
                  <a:srgbClr val="17324D"/>
                </a:solidFill>
                <a:latin typeface="Arial"/>
                <a:ea typeface="Arial"/>
                <a:cs typeface="Arial"/>
              </a:rPr>
              <a:t>0,9804</a:t>
            </a:r>
          </a:p>
        </p:txBody>
      </p:sp>
      <p:sp>
        <p:nvSpPr>
          <p:cNvPr id="6" name="">
            <a:extLst xmlns:a="http://schemas.openxmlformats.org/drawingml/2006/main">
              <a:ext uri="{FF2B5EF4-FFF2-40B4-BE49-F238E27FC236}">
                <a16:creationId xmlns:a16="http://schemas.microsoft.com/office/drawing/2014/main" id="{E8CB0BA3-9200-4F8A-A60B-E712D7AAFC45}"/>
              </a:ext>
            </a:extLst>
          </p:cNvPr>
          <p:cNvSpPr>
            <a:spLocks xmlns:a="http://schemas.openxmlformats.org/drawingml/2006/main" noGrp="1"/>
          </p:cNvSpPr>
          <p:nvPr/>
        </p:nvSpPr>
        <p:spPr>
          <a:xfrm xmlns:a="http://schemas.openxmlformats.org/drawingml/2006/main">
            <a:off x="609600" y="35623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buNone/>
              <a:defRPr sz="1500" b="0">
                <a:solidFill>
                  <a:srgbClr val="17324D"/>
                </a:solidFill>
                <a:latin typeface="Arial"/>
                <a:ea typeface="Arial"/>
                <a:cs typeface="Arial"/>
              </a:defRPr>
            </a:lvl1pPr>
            <a:lvl2pPr algn="ctr">
              <a:buNone/>
              <a:defRPr sz="1500" b="0">
                <a:solidFill>
                  <a:srgbClr val="17324D"/>
                </a:solidFill>
                <a:latin typeface="Arial"/>
                <a:ea typeface="Arial"/>
                <a:cs typeface="Arial"/>
              </a:defRPr>
            </a:lvl2pPr>
            <a:lvl3pPr algn="ctr">
              <a:buNone/>
              <a:defRPr sz="1500" b="0">
                <a:solidFill>
                  <a:srgbClr val="17324D"/>
                </a:solidFill>
                <a:latin typeface="Arial"/>
                <a:ea typeface="Arial"/>
                <a:cs typeface="Arial"/>
              </a:defRPr>
            </a:lvl3pPr>
            <a:lvl4pPr algn="ctr">
              <a:buNone/>
              <a:defRPr sz="1500" b="0">
                <a:solidFill>
                  <a:srgbClr val="17324D"/>
                </a:solidFill>
                <a:latin typeface="Arial"/>
                <a:ea typeface="Arial"/>
                <a:cs typeface="Arial"/>
              </a:defRPr>
            </a:lvl4pPr>
            <a:lvl5pPr algn="ctr">
              <a:buNone/>
              <a:defRPr sz="1500" b="0">
                <a:solidFill>
                  <a:srgbClr val="17324D"/>
                </a:solidFill>
                <a:latin typeface="Arial"/>
                <a:ea typeface="Arial"/>
                <a:cs typeface="Arial"/>
              </a:defRPr>
            </a:lvl5pPr>
            <a:lvl6pPr algn="ctr">
              <a:buNone/>
              <a:defRPr sz="1500" b="0">
                <a:solidFill>
                  <a:srgbClr val="17324D"/>
                </a:solidFill>
                <a:latin typeface="Arial"/>
                <a:ea typeface="Arial"/>
                <a:cs typeface="Arial"/>
              </a:defRPr>
            </a:lvl6pPr>
            <a:lvl7pPr algn="ctr">
              <a:buNone/>
              <a:defRPr sz="1500" b="0">
                <a:solidFill>
                  <a:srgbClr val="17324D"/>
                </a:solidFill>
                <a:latin typeface="Arial"/>
                <a:ea typeface="Arial"/>
                <a:cs typeface="Arial"/>
              </a:defRPr>
            </a:lvl7pPr>
            <a:lvl8pPr algn="ctr">
              <a:buNone/>
              <a:defRPr sz="1500" b="0">
                <a:solidFill>
                  <a:srgbClr val="17324D"/>
                </a:solidFill>
                <a:latin typeface="Arial"/>
                <a:ea typeface="Arial"/>
                <a:cs typeface="Arial"/>
              </a:defRPr>
            </a:lvl8pPr>
            <a:lvl9pPr algn="ctr">
              <a:buNone/>
              <a:defRPr sz="1500" b="0">
                <a:solidFill>
                  <a:srgbClr val="17324D"/>
                </a:solidFill>
                <a:latin typeface="Arial"/>
                <a:ea typeface="Arial"/>
                <a:cs typeface="Arial"/>
              </a:defRPr>
            </a:lvl9pPr>
          </a:lstStyle>
          <a:p xmlns:a="http://schemas.openxmlformats.org/drawingml/2006/main">
            <a:pPr algn="ctr">
              <a:buNone/>
              <a:defRPr sz="1500" b="0">
                <a:solidFill>
                  <a:srgbClr val="17324D"/>
                </a:solidFill>
                <a:latin typeface="Arial"/>
                <a:ea typeface="Arial"/>
                <a:cs typeface="Arial"/>
              </a:defRPr>
            </a:pPr>
            <a:r>
              <a:rPr sz="1500" b="0">
                <a:solidFill>
                  <a:srgbClr val="17324D"/>
                </a:solidFill>
                <a:latin typeface="Arial"/>
                <a:ea typeface="Arial"/>
                <a:cs typeface="Arial"/>
              </a:rPr>
              <a:t>Precisión macro</a:t>
            </a:r>
          </a:p>
        </p:txBody>
      </p:sp>
      <p:sp>
        <p:nvSpPr>
          <p:cNvPr id="7" name="">
            <a:extLst xmlns:a="http://schemas.openxmlformats.org/drawingml/2006/main">
              <a:ext uri="{FF2B5EF4-FFF2-40B4-BE49-F238E27FC236}">
                <a16:creationId xmlns:a16="http://schemas.microsoft.com/office/drawing/2014/main" id="{F688535D-2265-479F-B1F8-28C86CFF65F5}"/>
              </a:ext>
            </a:extLst>
          </p:cNvPr>
          <p:cNvSpPr>
            <a:spLocks xmlns:a="http://schemas.openxmlformats.org/drawingml/2006/main" noGrp="1"/>
          </p:cNvSpPr>
          <p:nvPr/>
        </p:nvSpPr>
        <p:spPr>
          <a:xfrm xmlns:a="http://schemas.openxmlformats.org/drawingml/2006/main">
            <a:off x="609600" y="4286250"/>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17324D"/>
                </a:solidFill>
                <a:latin typeface="Arial"/>
                <a:ea typeface="Arial"/>
                <a:cs typeface="Arial"/>
              </a:defRPr>
            </a:defPPr>
            <a:lvl1pPr algn="ctr">
              <a:buNone/>
              <a:defRPr sz="3900" b="1">
                <a:solidFill>
                  <a:srgbClr val="17324D"/>
                </a:solidFill>
                <a:latin typeface="Arial"/>
                <a:ea typeface="Arial"/>
                <a:cs typeface="Arial"/>
              </a:defRPr>
            </a:lvl1pPr>
            <a:lvl2pPr algn="ctr">
              <a:buNone/>
              <a:defRPr sz="3900" b="1">
                <a:solidFill>
                  <a:srgbClr val="17324D"/>
                </a:solidFill>
                <a:latin typeface="Arial"/>
                <a:ea typeface="Arial"/>
                <a:cs typeface="Arial"/>
              </a:defRPr>
            </a:lvl2pPr>
            <a:lvl3pPr algn="ctr">
              <a:buNone/>
              <a:defRPr sz="3900" b="1">
                <a:solidFill>
                  <a:srgbClr val="17324D"/>
                </a:solidFill>
                <a:latin typeface="Arial"/>
                <a:ea typeface="Arial"/>
                <a:cs typeface="Arial"/>
              </a:defRPr>
            </a:lvl3pPr>
            <a:lvl4pPr algn="ctr">
              <a:buNone/>
              <a:defRPr sz="3900" b="1">
                <a:solidFill>
                  <a:srgbClr val="17324D"/>
                </a:solidFill>
                <a:latin typeface="Arial"/>
                <a:ea typeface="Arial"/>
                <a:cs typeface="Arial"/>
              </a:defRPr>
            </a:lvl4pPr>
            <a:lvl5pPr algn="ctr">
              <a:buNone/>
              <a:defRPr sz="3900" b="1">
                <a:solidFill>
                  <a:srgbClr val="17324D"/>
                </a:solidFill>
                <a:latin typeface="Arial"/>
                <a:ea typeface="Arial"/>
                <a:cs typeface="Arial"/>
              </a:defRPr>
            </a:lvl5pPr>
            <a:lvl6pPr algn="ctr">
              <a:buNone/>
              <a:defRPr sz="3900" b="1">
                <a:solidFill>
                  <a:srgbClr val="17324D"/>
                </a:solidFill>
                <a:latin typeface="Arial"/>
                <a:ea typeface="Arial"/>
                <a:cs typeface="Arial"/>
              </a:defRPr>
            </a:lvl6pPr>
            <a:lvl7pPr algn="ctr">
              <a:buNone/>
              <a:defRPr sz="3900" b="1">
                <a:solidFill>
                  <a:srgbClr val="17324D"/>
                </a:solidFill>
                <a:latin typeface="Arial"/>
                <a:ea typeface="Arial"/>
                <a:cs typeface="Arial"/>
              </a:defRPr>
            </a:lvl7pPr>
            <a:lvl8pPr algn="ctr">
              <a:buNone/>
              <a:defRPr sz="3900" b="1">
                <a:solidFill>
                  <a:srgbClr val="17324D"/>
                </a:solidFill>
                <a:latin typeface="Arial"/>
                <a:ea typeface="Arial"/>
                <a:cs typeface="Arial"/>
              </a:defRPr>
            </a:lvl8pPr>
            <a:lvl9pPr algn="ctr">
              <a:buNone/>
              <a:defRPr sz="3900" b="1">
                <a:solidFill>
                  <a:srgbClr val="17324D"/>
                </a:solidFill>
                <a:latin typeface="Arial"/>
                <a:ea typeface="Arial"/>
                <a:cs typeface="Arial"/>
              </a:defRPr>
            </a:lvl9pPr>
          </a:lstStyle>
          <a:p xmlns:a="http://schemas.openxmlformats.org/drawingml/2006/main">
            <a:pPr algn="ctr">
              <a:buNone/>
              <a:defRPr sz="3900" b="1">
                <a:solidFill>
                  <a:srgbClr val="17324D"/>
                </a:solidFill>
                <a:latin typeface="Arial"/>
                <a:ea typeface="Arial"/>
                <a:cs typeface="Arial"/>
              </a:defRPr>
            </a:pPr>
            <a:r>
              <a:rPr sz="3900" b="1">
                <a:solidFill>
                  <a:srgbClr val="17324D"/>
                </a:solidFill>
                <a:latin typeface="Arial"/>
                <a:ea typeface="Arial"/>
                <a:cs typeface="Arial"/>
              </a:rPr>
              <a:t>0,9773</a:t>
            </a:r>
          </a:p>
        </p:txBody>
      </p:sp>
      <p:sp>
        <p:nvSpPr>
          <p:cNvPr id="8" name="">
            <a:extLst xmlns:a="http://schemas.openxmlformats.org/drawingml/2006/main">
              <a:ext uri="{FF2B5EF4-FFF2-40B4-BE49-F238E27FC236}">
                <a16:creationId xmlns:a16="http://schemas.microsoft.com/office/drawing/2014/main" id="{D33DAE8E-64DD-4299-A940-64FF3EF819F8}"/>
              </a:ext>
            </a:extLst>
          </p:cNvPr>
          <p:cNvSpPr>
            <a:spLocks xmlns:a="http://schemas.openxmlformats.org/drawingml/2006/main" noGrp="1"/>
          </p:cNvSpPr>
          <p:nvPr/>
        </p:nvSpPr>
        <p:spPr>
          <a:xfrm xmlns:a="http://schemas.openxmlformats.org/drawingml/2006/main">
            <a:off x="609600" y="49434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buNone/>
              <a:defRPr sz="1500" b="0">
                <a:solidFill>
                  <a:srgbClr val="17324D"/>
                </a:solidFill>
                <a:latin typeface="Arial"/>
                <a:ea typeface="Arial"/>
                <a:cs typeface="Arial"/>
              </a:defRPr>
            </a:lvl1pPr>
            <a:lvl2pPr algn="ctr">
              <a:buNone/>
              <a:defRPr sz="1500" b="0">
                <a:solidFill>
                  <a:srgbClr val="17324D"/>
                </a:solidFill>
                <a:latin typeface="Arial"/>
                <a:ea typeface="Arial"/>
                <a:cs typeface="Arial"/>
              </a:defRPr>
            </a:lvl2pPr>
            <a:lvl3pPr algn="ctr">
              <a:buNone/>
              <a:defRPr sz="1500" b="0">
                <a:solidFill>
                  <a:srgbClr val="17324D"/>
                </a:solidFill>
                <a:latin typeface="Arial"/>
                <a:ea typeface="Arial"/>
                <a:cs typeface="Arial"/>
              </a:defRPr>
            </a:lvl3pPr>
            <a:lvl4pPr algn="ctr">
              <a:buNone/>
              <a:defRPr sz="1500" b="0">
                <a:solidFill>
                  <a:srgbClr val="17324D"/>
                </a:solidFill>
                <a:latin typeface="Arial"/>
                <a:ea typeface="Arial"/>
                <a:cs typeface="Arial"/>
              </a:defRPr>
            </a:lvl4pPr>
            <a:lvl5pPr algn="ctr">
              <a:buNone/>
              <a:defRPr sz="1500" b="0">
                <a:solidFill>
                  <a:srgbClr val="17324D"/>
                </a:solidFill>
                <a:latin typeface="Arial"/>
                <a:ea typeface="Arial"/>
                <a:cs typeface="Arial"/>
              </a:defRPr>
            </a:lvl5pPr>
            <a:lvl6pPr algn="ctr">
              <a:buNone/>
              <a:defRPr sz="1500" b="0">
                <a:solidFill>
                  <a:srgbClr val="17324D"/>
                </a:solidFill>
                <a:latin typeface="Arial"/>
                <a:ea typeface="Arial"/>
                <a:cs typeface="Arial"/>
              </a:defRPr>
            </a:lvl6pPr>
            <a:lvl7pPr algn="ctr">
              <a:buNone/>
              <a:defRPr sz="1500" b="0">
                <a:solidFill>
                  <a:srgbClr val="17324D"/>
                </a:solidFill>
                <a:latin typeface="Arial"/>
                <a:ea typeface="Arial"/>
                <a:cs typeface="Arial"/>
              </a:defRPr>
            </a:lvl7pPr>
            <a:lvl8pPr algn="ctr">
              <a:buNone/>
              <a:defRPr sz="1500" b="0">
                <a:solidFill>
                  <a:srgbClr val="17324D"/>
                </a:solidFill>
                <a:latin typeface="Arial"/>
                <a:ea typeface="Arial"/>
                <a:cs typeface="Arial"/>
              </a:defRPr>
            </a:lvl8pPr>
            <a:lvl9pPr algn="ctr">
              <a:buNone/>
              <a:defRPr sz="1500" b="0">
                <a:solidFill>
                  <a:srgbClr val="17324D"/>
                </a:solidFill>
                <a:latin typeface="Arial"/>
                <a:ea typeface="Arial"/>
                <a:cs typeface="Arial"/>
              </a:defRPr>
            </a:lvl9pPr>
          </a:lstStyle>
          <a:p xmlns:a="http://schemas.openxmlformats.org/drawingml/2006/main">
            <a:pPr algn="ctr">
              <a:buNone/>
              <a:defRPr sz="1500" b="0">
                <a:solidFill>
                  <a:srgbClr val="17324D"/>
                </a:solidFill>
                <a:latin typeface="Arial"/>
                <a:ea typeface="Arial"/>
                <a:cs typeface="Arial"/>
              </a:defRPr>
            </a:pPr>
            <a:r>
              <a:rPr sz="1500" b="0">
                <a:solidFill>
                  <a:srgbClr val="17324D"/>
                </a:solidFill>
                <a:latin typeface="Arial"/>
                <a:ea typeface="Arial"/>
                <a:cs typeface="Arial"/>
              </a:rPr>
              <a:t>Recall macro</a:t>
            </a:r>
          </a:p>
        </p:txBody>
      </p:sp>
      <p:sp>
        <p:nvSpPr>
          <p:cNvPr id="9" name="">
            <a:extLst xmlns:a="http://schemas.openxmlformats.org/drawingml/2006/main">
              <a:ext uri="{FF2B5EF4-FFF2-40B4-BE49-F238E27FC236}">
                <a16:creationId xmlns:a16="http://schemas.microsoft.com/office/drawing/2014/main" id="{0E40266D-4E1A-48D7-9780-3D33E1236DCE}"/>
              </a:ext>
            </a:extLst>
          </p:cNvPr>
          <p:cNvSpPr>
            <a:spLocks xmlns:a="http://schemas.openxmlformats.org/drawingml/2006/main" noGrp="1"/>
          </p:cNvSpPr>
          <p:nvPr/>
        </p:nvSpPr>
        <p:spPr>
          <a:xfrm xmlns:a="http://schemas.openxmlformats.org/drawingml/2006/main">
            <a:off x="609600" y="5476875"/>
            <a:ext cx="266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087F8C"/>
                </a:solidFill>
                <a:latin typeface="Arial"/>
                <a:ea typeface="Arial"/>
                <a:cs typeface="Arial"/>
              </a:defRPr>
            </a:defPPr>
            <a:lvl1pPr algn="ctr">
              <a:buNone/>
              <a:defRPr sz="3900" b="1">
                <a:solidFill>
                  <a:srgbClr val="087F8C"/>
                </a:solidFill>
                <a:latin typeface="Arial"/>
                <a:ea typeface="Arial"/>
                <a:cs typeface="Arial"/>
              </a:defRPr>
            </a:lvl1pPr>
            <a:lvl2pPr algn="ctr">
              <a:buNone/>
              <a:defRPr sz="3900" b="1">
                <a:solidFill>
                  <a:srgbClr val="087F8C"/>
                </a:solidFill>
                <a:latin typeface="Arial"/>
                <a:ea typeface="Arial"/>
                <a:cs typeface="Arial"/>
              </a:defRPr>
            </a:lvl2pPr>
            <a:lvl3pPr algn="ctr">
              <a:buNone/>
              <a:defRPr sz="3900" b="1">
                <a:solidFill>
                  <a:srgbClr val="087F8C"/>
                </a:solidFill>
                <a:latin typeface="Arial"/>
                <a:ea typeface="Arial"/>
                <a:cs typeface="Arial"/>
              </a:defRPr>
            </a:lvl3pPr>
            <a:lvl4pPr algn="ctr">
              <a:buNone/>
              <a:defRPr sz="3900" b="1">
                <a:solidFill>
                  <a:srgbClr val="087F8C"/>
                </a:solidFill>
                <a:latin typeface="Arial"/>
                <a:ea typeface="Arial"/>
                <a:cs typeface="Arial"/>
              </a:defRPr>
            </a:lvl4pPr>
            <a:lvl5pPr algn="ctr">
              <a:buNone/>
              <a:defRPr sz="3900" b="1">
                <a:solidFill>
                  <a:srgbClr val="087F8C"/>
                </a:solidFill>
                <a:latin typeface="Arial"/>
                <a:ea typeface="Arial"/>
                <a:cs typeface="Arial"/>
              </a:defRPr>
            </a:lvl5pPr>
            <a:lvl6pPr algn="ctr">
              <a:buNone/>
              <a:defRPr sz="3900" b="1">
                <a:solidFill>
                  <a:srgbClr val="087F8C"/>
                </a:solidFill>
                <a:latin typeface="Arial"/>
                <a:ea typeface="Arial"/>
                <a:cs typeface="Arial"/>
              </a:defRPr>
            </a:lvl6pPr>
            <a:lvl7pPr algn="ctr">
              <a:buNone/>
              <a:defRPr sz="3900" b="1">
                <a:solidFill>
                  <a:srgbClr val="087F8C"/>
                </a:solidFill>
                <a:latin typeface="Arial"/>
                <a:ea typeface="Arial"/>
                <a:cs typeface="Arial"/>
              </a:defRPr>
            </a:lvl7pPr>
            <a:lvl8pPr algn="ctr">
              <a:buNone/>
              <a:defRPr sz="3900" b="1">
                <a:solidFill>
                  <a:srgbClr val="087F8C"/>
                </a:solidFill>
                <a:latin typeface="Arial"/>
                <a:ea typeface="Arial"/>
                <a:cs typeface="Arial"/>
              </a:defRPr>
            </a:lvl8pPr>
            <a:lvl9pPr algn="ctr">
              <a:buNone/>
              <a:defRPr sz="3900" b="1">
                <a:solidFill>
                  <a:srgbClr val="087F8C"/>
                </a:solidFill>
                <a:latin typeface="Arial"/>
                <a:ea typeface="Arial"/>
                <a:cs typeface="Arial"/>
              </a:defRPr>
            </a:lvl9pPr>
          </a:lstStyle>
          <a:p xmlns:a="http://schemas.openxmlformats.org/drawingml/2006/main">
            <a:pPr algn="ctr">
              <a:buNone/>
              <a:defRPr sz="3900" b="1">
                <a:solidFill>
                  <a:srgbClr val="087F8C"/>
                </a:solidFill>
                <a:latin typeface="Arial"/>
                <a:ea typeface="Arial"/>
                <a:cs typeface="Arial"/>
              </a:defRPr>
            </a:pPr>
            <a:r>
              <a:rPr sz="3900" b="1">
                <a:solidFill>
                  <a:srgbClr val="087F8C"/>
                </a:solidFill>
                <a:latin typeface="Arial"/>
                <a:ea typeface="Arial"/>
                <a:cs typeface="Arial"/>
              </a:rPr>
              <a:t>0,9786</a:t>
            </a:r>
          </a:p>
        </p:txBody>
      </p:sp>
      <p:sp>
        <p:nvSpPr>
          <p:cNvPr id="10" name="">
            <a:extLst xmlns:a="http://schemas.openxmlformats.org/drawingml/2006/main">
              <a:ext uri="{FF2B5EF4-FFF2-40B4-BE49-F238E27FC236}">
                <a16:creationId xmlns:a16="http://schemas.microsoft.com/office/drawing/2014/main" id="{DE5BD29A-0146-4E9C-A32E-45C87FAF5B4B}"/>
              </a:ext>
            </a:extLst>
          </p:cNvPr>
          <p:cNvSpPr>
            <a:spLocks xmlns:a="http://schemas.openxmlformats.org/drawingml/2006/main" noGrp="1"/>
          </p:cNvSpPr>
          <p:nvPr/>
        </p:nvSpPr>
        <p:spPr>
          <a:xfrm xmlns:a="http://schemas.openxmlformats.org/drawingml/2006/main">
            <a:off x="609600" y="61341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buNone/>
              <a:defRPr sz="1500" b="0">
                <a:solidFill>
                  <a:srgbClr val="17324D"/>
                </a:solidFill>
                <a:latin typeface="Arial"/>
                <a:ea typeface="Arial"/>
                <a:cs typeface="Arial"/>
              </a:defRPr>
            </a:lvl1pPr>
            <a:lvl2pPr algn="ctr">
              <a:buNone/>
              <a:defRPr sz="1500" b="0">
                <a:solidFill>
                  <a:srgbClr val="17324D"/>
                </a:solidFill>
                <a:latin typeface="Arial"/>
                <a:ea typeface="Arial"/>
                <a:cs typeface="Arial"/>
              </a:defRPr>
            </a:lvl2pPr>
            <a:lvl3pPr algn="ctr">
              <a:buNone/>
              <a:defRPr sz="1500" b="0">
                <a:solidFill>
                  <a:srgbClr val="17324D"/>
                </a:solidFill>
                <a:latin typeface="Arial"/>
                <a:ea typeface="Arial"/>
                <a:cs typeface="Arial"/>
              </a:defRPr>
            </a:lvl3pPr>
            <a:lvl4pPr algn="ctr">
              <a:buNone/>
              <a:defRPr sz="1500" b="0">
                <a:solidFill>
                  <a:srgbClr val="17324D"/>
                </a:solidFill>
                <a:latin typeface="Arial"/>
                <a:ea typeface="Arial"/>
                <a:cs typeface="Arial"/>
              </a:defRPr>
            </a:lvl4pPr>
            <a:lvl5pPr algn="ctr">
              <a:buNone/>
              <a:defRPr sz="1500" b="0">
                <a:solidFill>
                  <a:srgbClr val="17324D"/>
                </a:solidFill>
                <a:latin typeface="Arial"/>
                <a:ea typeface="Arial"/>
                <a:cs typeface="Arial"/>
              </a:defRPr>
            </a:lvl5pPr>
            <a:lvl6pPr algn="ctr">
              <a:buNone/>
              <a:defRPr sz="1500" b="0">
                <a:solidFill>
                  <a:srgbClr val="17324D"/>
                </a:solidFill>
                <a:latin typeface="Arial"/>
                <a:ea typeface="Arial"/>
                <a:cs typeface="Arial"/>
              </a:defRPr>
            </a:lvl6pPr>
            <a:lvl7pPr algn="ctr">
              <a:buNone/>
              <a:defRPr sz="1500" b="0">
                <a:solidFill>
                  <a:srgbClr val="17324D"/>
                </a:solidFill>
                <a:latin typeface="Arial"/>
                <a:ea typeface="Arial"/>
                <a:cs typeface="Arial"/>
              </a:defRPr>
            </a:lvl7pPr>
            <a:lvl8pPr algn="ctr">
              <a:buNone/>
              <a:defRPr sz="1500" b="0">
                <a:solidFill>
                  <a:srgbClr val="17324D"/>
                </a:solidFill>
                <a:latin typeface="Arial"/>
                <a:ea typeface="Arial"/>
                <a:cs typeface="Arial"/>
              </a:defRPr>
            </a:lvl8pPr>
            <a:lvl9pPr algn="ctr">
              <a:buNone/>
              <a:defRPr sz="1500" b="0">
                <a:solidFill>
                  <a:srgbClr val="17324D"/>
                </a:solidFill>
                <a:latin typeface="Arial"/>
                <a:ea typeface="Arial"/>
                <a:cs typeface="Arial"/>
              </a:defRPr>
            </a:lvl9pPr>
          </a:lstStyle>
          <a:p xmlns:a="http://schemas.openxmlformats.org/drawingml/2006/main">
            <a:pPr algn="ctr">
              <a:buNone/>
              <a:defRPr sz="1500" b="0">
                <a:solidFill>
                  <a:srgbClr val="17324D"/>
                </a:solidFill>
                <a:latin typeface="Arial"/>
                <a:ea typeface="Arial"/>
                <a:cs typeface="Arial"/>
              </a:defRPr>
            </a:pPr>
            <a:r>
              <a:rPr sz="1500" b="0">
                <a:solidFill>
                  <a:srgbClr val="17324D"/>
                </a:solidFill>
                <a:latin typeface="Arial"/>
                <a:ea typeface="Arial"/>
                <a:cs typeface="Arial"/>
              </a:rPr>
              <a:t>F1 macro</a:t>
            </a:r>
          </a:p>
        </p:txBody>
      </p:sp>
      <p:pic>
        <p:nvPicPr>
          <p:cNvPr id="11" name="">
            <a:extLst xmlns:a="http://schemas.openxmlformats.org/drawingml/2006/main">
              <a:ext uri="{FF2B5EF4-FFF2-40B4-BE49-F238E27FC236}">
                <a16:creationId xmlns:a16="http://schemas.microsoft.com/office/drawing/2014/main" id="{70B89F86-E4AE-44B4-B55B-47379DB85737}"/>
              </a:ext>
            </a:extLst>
          </p:cNvPr>
          <p:cNvPicPr>
            <a:picLocks xmlns:a="http://schemas.openxmlformats.org/drawingml/2006/main" noChangeAspect="1"/>
          </p:cNvPicPr>
          <p:nvPr/>
        </p:nvPicPr>
        <p:blipFill>
          <a:blip xmlns:r="http://schemas.openxmlformats.org/officeDocument/2006/relationships" xmlns:a="http://schemas.openxmlformats.org/drawingml/2006/main" r:embed="Re4f5db6c51aa4d0c"/>
          <a:srcRect xmlns:a="http://schemas.openxmlformats.org/drawingml/2006/main" l="0" t="0" r="0" b="0"/>
          <a:stretch xmlns:a="http://schemas.openxmlformats.org/drawingml/2006/main">
            <a:fillRect l="0" t="0" r="0" b="0"/>
          </a:stretch>
        </p:blipFill>
        <p:spPr>
          <a:xfrm xmlns:a="http://schemas.openxmlformats.org/drawingml/2006/main">
            <a:off x="4486284" y="1190625"/>
            <a:ext cx="6172181" cy="5000625"/>
          </a:xfrm>
          <a:prstGeom xmlns:a="http://schemas.openxmlformats.org/drawingml/2006/main" prst="rect">
            <a:avLst/>
          </a:prstGeom>
        </p:spPr>
      </p:pic>
    </p:spTree>
    <p:extLst>
      <p:ext uri="{BB962C8B-B14F-4D97-AF65-F5344CB8AC3E}">
        <p14:creationId xmlns:p14="http://schemas.microsoft.com/office/powerpoint/2010/main" val="132282650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084BE4B-7CC1-47AE-A5C8-C6A1A121AC64}"/>
              </a:ext>
            </a:extLst>
          </p:cNvPr>
          <p:cNvSpPr>
            <a:spLocks xmlns:a="http://schemas.openxmlformats.org/drawingml/2006/main" noGrp="1"/>
          </p:cNvSpPr>
          <p:nvPr/>
        </p:nvSpPr>
        <p:spPr>
          <a:xfrm xmlns:a="http://schemas.openxmlformats.org/drawingml/2006/main">
            <a:off x="609600" y="3238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7324D"/>
                </a:solidFill>
                <a:latin typeface="Arial"/>
                <a:ea typeface="Arial"/>
                <a:cs typeface="Arial"/>
              </a:defRPr>
            </a:defPPr>
            <a:lvl1pPr algn="l">
              <a:buNone/>
              <a:defRPr sz="3150" b="1">
                <a:solidFill>
                  <a:srgbClr val="17324D"/>
                </a:solidFill>
                <a:latin typeface="Arial"/>
                <a:ea typeface="Arial"/>
                <a:cs typeface="Arial"/>
              </a:defRPr>
            </a:lvl1pPr>
            <a:lvl2pPr algn="l">
              <a:buNone/>
              <a:defRPr sz="3150" b="1">
                <a:solidFill>
                  <a:srgbClr val="17324D"/>
                </a:solidFill>
                <a:latin typeface="Arial"/>
                <a:ea typeface="Arial"/>
                <a:cs typeface="Arial"/>
              </a:defRPr>
            </a:lvl2pPr>
            <a:lvl3pPr algn="l">
              <a:buNone/>
              <a:defRPr sz="3150" b="1">
                <a:solidFill>
                  <a:srgbClr val="17324D"/>
                </a:solidFill>
                <a:latin typeface="Arial"/>
                <a:ea typeface="Arial"/>
                <a:cs typeface="Arial"/>
              </a:defRPr>
            </a:lvl3pPr>
            <a:lvl4pPr algn="l">
              <a:buNone/>
              <a:defRPr sz="3150" b="1">
                <a:solidFill>
                  <a:srgbClr val="17324D"/>
                </a:solidFill>
                <a:latin typeface="Arial"/>
                <a:ea typeface="Arial"/>
                <a:cs typeface="Arial"/>
              </a:defRPr>
            </a:lvl4pPr>
            <a:lvl5pPr algn="l">
              <a:buNone/>
              <a:defRPr sz="3150" b="1">
                <a:solidFill>
                  <a:srgbClr val="17324D"/>
                </a:solidFill>
                <a:latin typeface="Arial"/>
                <a:ea typeface="Arial"/>
                <a:cs typeface="Arial"/>
              </a:defRPr>
            </a:lvl5pPr>
            <a:lvl6pPr algn="l">
              <a:buNone/>
              <a:defRPr sz="3150" b="1">
                <a:solidFill>
                  <a:srgbClr val="17324D"/>
                </a:solidFill>
                <a:latin typeface="Arial"/>
                <a:ea typeface="Arial"/>
                <a:cs typeface="Arial"/>
              </a:defRPr>
            </a:lvl6pPr>
            <a:lvl7pPr algn="l">
              <a:buNone/>
              <a:defRPr sz="3150" b="1">
                <a:solidFill>
                  <a:srgbClr val="17324D"/>
                </a:solidFill>
                <a:latin typeface="Arial"/>
                <a:ea typeface="Arial"/>
                <a:cs typeface="Arial"/>
              </a:defRPr>
            </a:lvl7pPr>
            <a:lvl8pPr algn="l">
              <a:buNone/>
              <a:defRPr sz="3150" b="1">
                <a:solidFill>
                  <a:srgbClr val="17324D"/>
                </a:solidFill>
                <a:latin typeface="Arial"/>
                <a:ea typeface="Arial"/>
                <a:cs typeface="Arial"/>
              </a:defRPr>
            </a:lvl8pPr>
            <a:lvl9pPr algn="l">
              <a:buNone/>
              <a:defRPr sz="3150" b="1">
                <a:solidFill>
                  <a:srgbClr val="17324D"/>
                </a:solidFill>
                <a:latin typeface="Arial"/>
                <a:ea typeface="Arial"/>
                <a:cs typeface="Arial"/>
              </a:defRPr>
            </a:lvl9pPr>
          </a:lstStyle>
          <a:p xmlns:a="http://schemas.openxmlformats.org/drawingml/2006/main">
            <a:pPr algn="l">
              <a:buNone/>
              <a:defRPr sz="3150" b="1">
                <a:solidFill>
                  <a:srgbClr val="17324D"/>
                </a:solidFill>
                <a:latin typeface="Arial"/>
                <a:ea typeface="Arial"/>
                <a:cs typeface="Arial"/>
              </a:defRPr>
            </a:pPr>
            <a:r>
              <a:rPr sz="3150" b="1">
                <a:solidFill>
                  <a:srgbClr val="17324D"/>
                </a:solidFill>
                <a:latin typeface="Arial"/>
                <a:ea typeface="Arial"/>
                <a:cs typeface="Arial"/>
              </a:rPr>
              <a:t>Comparación MLP y CNN en test</a:t>
            </a:r>
          </a:p>
        </p:txBody>
      </p:sp>
      <p:sp>
        <p:nvSpPr>
          <p:cNvPr id="2" name="">
            <a:extLst xmlns:a="http://schemas.openxmlformats.org/drawingml/2006/main">
              <a:ext uri="{FF2B5EF4-FFF2-40B4-BE49-F238E27FC236}">
                <a16:creationId xmlns:a16="http://schemas.microsoft.com/office/drawing/2014/main" id="{105664F6-104D-4313-B44E-08CEA98E724D}"/>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0">
                <a:solidFill>
                  <a:srgbClr val="4E5C68"/>
                </a:solidFill>
                <a:latin typeface="Arial"/>
                <a:ea typeface="Arial"/>
                <a:cs typeface="Arial"/>
              </a:defRPr>
            </a:defPPr>
            <a:lvl1pPr algn="r">
              <a:buNone/>
              <a:defRPr sz="1200" b="0">
                <a:solidFill>
                  <a:srgbClr val="4E5C68"/>
                </a:solidFill>
                <a:latin typeface="Arial"/>
                <a:ea typeface="Arial"/>
                <a:cs typeface="Arial"/>
              </a:defRPr>
            </a:lvl1pPr>
            <a:lvl2pPr algn="r">
              <a:buNone/>
              <a:defRPr sz="1200" b="0">
                <a:solidFill>
                  <a:srgbClr val="4E5C68"/>
                </a:solidFill>
                <a:latin typeface="Arial"/>
                <a:ea typeface="Arial"/>
                <a:cs typeface="Arial"/>
              </a:defRPr>
            </a:lvl2pPr>
            <a:lvl3pPr algn="r">
              <a:buNone/>
              <a:defRPr sz="1200" b="0">
                <a:solidFill>
                  <a:srgbClr val="4E5C68"/>
                </a:solidFill>
                <a:latin typeface="Arial"/>
                <a:ea typeface="Arial"/>
                <a:cs typeface="Arial"/>
              </a:defRPr>
            </a:lvl3pPr>
            <a:lvl4pPr algn="r">
              <a:buNone/>
              <a:defRPr sz="1200" b="0">
                <a:solidFill>
                  <a:srgbClr val="4E5C68"/>
                </a:solidFill>
                <a:latin typeface="Arial"/>
                <a:ea typeface="Arial"/>
                <a:cs typeface="Arial"/>
              </a:defRPr>
            </a:lvl4pPr>
            <a:lvl5pPr algn="r">
              <a:buNone/>
              <a:defRPr sz="1200" b="0">
                <a:solidFill>
                  <a:srgbClr val="4E5C68"/>
                </a:solidFill>
                <a:latin typeface="Arial"/>
                <a:ea typeface="Arial"/>
                <a:cs typeface="Arial"/>
              </a:defRPr>
            </a:lvl5pPr>
            <a:lvl6pPr algn="r">
              <a:buNone/>
              <a:defRPr sz="1200" b="0">
                <a:solidFill>
                  <a:srgbClr val="4E5C68"/>
                </a:solidFill>
                <a:latin typeface="Arial"/>
                <a:ea typeface="Arial"/>
                <a:cs typeface="Arial"/>
              </a:defRPr>
            </a:lvl6pPr>
            <a:lvl7pPr algn="r">
              <a:buNone/>
              <a:defRPr sz="1200" b="0">
                <a:solidFill>
                  <a:srgbClr val="4E5C68"/>
                </a:solidFill>
                <a:latin typeface="Arial"/>
                <a:ea typeface="Arial"/>
                <a:cs typeface="Arial"/>
              </a:defRPr>
            </a:lvl7pPr>
            <a:lvl8pPr algn="r">
              <a:buNone/>
              <a:defRPr sz="1200" b="0">
                <a:solidFill>
                  <a:srgbClr val="4E5C68"/>
                </a:solidFill>
                <a:latin typeface="Arial"/>
                <a:ea typeface="Arial"/>
                <a:cs typeface="Arial"/>
              </a:defRPr>
            </a:lvl8pPr>
            <a:lvl9pPr algn="r">
              <a:buNone/>
              <a:defRPr sz="1200" b="0">
                <a:solidFill>
                  <a:srgbClr val="4E5C68"/>
                </a:solidFill>
                <a:latin typeface="Arial"/>
                <a:ea typeface="Arial"/>
                <a:cs typeface="Arial"/>
              </a:defRPr>
            </a:lvl9pPr>
          </a:lstStyle>
          <a:p xmlns:a="http://schemas.openxmlformats.org/drawingml/2006/main">
            <a:pPr algn="r">
              <a:buNone/>
              <a:defRPr sz="1200" b="0">
                <a:solidFill>
                  <a:srgbClr val="4E5C68"/>
                </a:solidFill>
                <a:latin typeface="Arial"/>
                <a:ea typeface="Arial"/>
                <a:cs typeface="Arial"/>
              </a:defRPr>
            </a:pPr>
            <a:r>
              <a:rPr sz="1200" b="0">
                <a:solidFill>
                  <a:srgbClr val="4E5C68"/>
                </a:solidFill>
                <a:latin typeface="Arial"/>
                <a:ea typeface="Arial"/>
                <a:cs typeface="Arial"/>
              </a:rPr>
              <a:t>8 / 10</a:t>
            </a:r>
          </a:p>
        </p:txBody>
      </p:sp>
      <p:graphicFrame>
        <p:nvGraphicFramePr>
          <p:cNvPr id="3" name="Chart">
            <a:extLst xmlns:a="http://schemas.openxmlformats.org/drawingml/2006/main">
              <a:ext uri="{FF2B5EF4-FFF2-40B4-BE49-F238E27FC236}">
                <a16:creationId xmlns:a16="http://schemas.microsoft.com/office/drawing/2014/main" id="{EA9F2043-C3CB-416B-9720-B22F2AC99AC6}"/>
              </a:ext>
            </a:extLst>
          </p:cNvPr>
          <p:cNvGraphicFramePr/>
          <p:nvPr/>
        </p:nvGraphicFramePr>
        <p:xfrm>
          <a:off xmlns:a="http://schemas.openxmlformats.org/drawingml/2006/main" x="609600" y="1381125"/>
          <a:ext xmlns:a="http://schemas.openxmlformats.org/drawingml/2006/main" cx="6715125" cy="3857625"/>
        </p:xfrm>
        <a:graphic xmlns:a="http://schemas.openxmlformats.org/drawingml/2006/main">
          <a:graphicData uri="http://schemas.openxmlformats.org/drawingml/2006/chart">
            <c:chart xmlns:r="http://schemas.openxmlformats.org/officeDocument/2006/relationships" xmlns:c="http://schemas.openxmlformats.org/drawingml/2006/chart" r:id="Rf81e24a5aedb477c"/>
          </a:graphicData>
        </a:graphic>
      </p:graphicFrame>
      <p:sp>
        <p:nvSpPr>
          <p:cNvPr id="4" name="">
            <a:extLst xmlns:a="http://schemas.openxmlformats.org/drawingml/2006/main">
              <a:ext uri="{FF2B5EF4-FFF2-40B4-BE49-F238E27FC236}">
                <a16:creationId xmlns:a16="http://schemas.microsoft.com/office/drawing/2014/main" id="{AF007C5E-C845-4894-B1D4-7391B51302BF}"/>
              </a:ext>
            </a:extLst>
          </p:cNvPr>
          <p:cNvSpPr>
            <a:spLocks xmlns:a="http://schemas.openxmlformats.org/drawingml/2006/main" noGrp="1"/>
          </p:cNvSpPr>
          <p:nvPr/>
        </p:nvSpPr>
        <p:spPr>
          <a:xfrm xmlns:a="http://schemas.openxmlformats.org/drawingml/2006/main">
            <a:off x="7858125" y="1476375"/>
            <a:ext cx="333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087F8C"/>
                </a:solidFill>
                <a:latin typeface="Arial"/>
                <a:ea typeface="Arial"/>
                <a:cs typeface="Arial"/>
              </a:defRPr>
            </a:defPPr>
            <a:lvl1pPr algn="ctr">
              <a:buNone/>
              <a:defRPr sz="3900" b="1">
                <a:solidFill>
                  <a:srgbClr val="087F8C"/>
                </a:solidFill>
                <a:latin typeface="Arial"/>
                <a:ea typeface="Arial"/>
                <a:cs typeface="Arial"/>
              </a:defRPr>
            </a:lvl1pPr>
            <a:lvl2pPr algn="ctr">
              <a:buNone/>
              <a:defRPr sz="3900" b="1">
                <a:solidFill>
                  <a:srgbClr val="087F8C"/>
                </a:solidFill>
                <a:latin typeface="Arial"/>
                <a:ea typeface="Arial"/>
                <a:cs typeface="Arial"/>
              </a:defRPr>
            </a:lvl2pPr>
            <a:lvl3pPr algn="ctr">
              <a:buNone/>
              <a:defRPr sz="3900" b="1">
                <a:solidFill>
                  <a:srgbClr val="087F8C"/>
                </a:solidFill>
                <a:latin typeface="Arial"/>
                <a:ea typeface="Arial"/>
                <a:cs typeface="Arial"/>
              </a:defRPr>
            </a:lvl3pPr>
            <a:lvl4pPr algn="ctr">
              <a:buNone/>
              <a:defRPr sz="3900" b="1">
                <a:solidFill>
                  <a:srgbClr val="087F8C"/>
                </a:solidFill>
                <a:latin typeface="Arial"/>
                <a:ea typeface="Arial"/>
                <a:cs typeface="Arial"/>
              </a:defRPr>
            </a:lvl4pPr>
            <a:lvl5pPr algn="ctr">
              <a:buNone/>
              <a:defRPr sz="3900" b="1">
                <a:solidFill>
                  <a:srgbClr val="087F8C"/>
                </a:solidFill>
                <a:latin typeface="Arial"/>
                <a:ea typeface="Arial"/>
                <a:cs typeface="Arial"/>
              </a:defRPr>
            </a:lvl5pPr>
            <a:lvl6pPr algn="ctr">
              <a:buNone/>
              <a:defRPr sz="3900" b="1">
                <a:solidFill>
                  <a:srgbClr val="087F8C"/>
                </a:solidFill>
                <a:latin typeface="Arial"/>
                <a:ea typeface="Arial"/>
                <a:cs typeface="Arial"/>
              </a:defRPr>
            </a:lvl6pPr>
            <a:lvl7pPr algn="ctr">
              <a:buNone/>
              <a:defRPr sz="3900" b="1">
                <a:solidFill>
                  <a:srgbClr val="087F8C"/>
                </a:solidFill>
                <a:latin typeface="Arial"/>
                <a:ea typeface="Arial"/>
                <a:cs typeface="Arial"/>
              </a:defRPr>
            </a:lvl7pPr>
            <a:lvl8pPr algn="ctr">
              <a:buNone/>
              <a:defRPr sz="3900" b="1">
                <a:solidFill>
                  <a:srgbClr val="087F8C"/>
                </a:solidFill>
                <a:latin typeface="Arial"/>
                <a:ea typeface="Arial"/>
                <a:cs typeface="Arial"/>
              </a:defRPr>
            </a:lvl8pPr>
            <a:lvl9pPr algn="ctr">
              <a:buNone/>
              <a:defRPr sz="3900" b="1">
                <a:solidFill>
                  <a:srgbClr val="087F8C"/>
                </a:solidFill>
                <a:latin typeface="Arial"/>
                <a:ea typeface="Arial"/>
                <a:cs typeface="Arial"/>
              </a:defRPr>
            </a:lvl9pPr>
          </a:lstStyle>
          <a:p xmlns:a="http://schemas.openxmlformats.org/drawingml/2006/main">
            <a:pPr algn="ctr">
              <a:buNone/>
              <a:defRPr sz="3900" b="1">
                <a:solidFill>
                  <a:srgbClr val="087F8C"/>
                </a:solidFill>
                <a:latin typeface="Arial"/>
                <a:ea typeface="Arial"/>
                <a:cs typeface="Arial"/>
              </a:defRPr>
            </a:pPr>
            <a:r>
              <a:rPr sz="3900" b="1">
                <a:solidFill>
                  <a:srgbClr val="087F8C"/>
                </a:solidFill>
                <a:latin typeface="Arial"/>
                <a:ea typeface="Arial"/>
                <a:cs typeface="Arial"/>
              </a:rPr>
              <a:t>+18,32 pp</a:t>
            </a:r>
          </a:p>
        </p:txBody>
      </p:sp>
      <p:sp>
        <p:nvSpPr>
          <p:cNvPr id="5" name="">
            <a:extLst xmlns:a="http://schemas.openxmlformats.org/drawingml/2006/main">
              <a:ext uri="{FF2B5EF4-FFF2-40B4-BE49-F238E27FC236}">
                <a16:creationId xmlns:a16="http://schemas.microsoft.com/office/drawing/2014/main" id="{5C995626-F305-4913-AE39-82E09257FE32}"/>
              </a:ext>
            </a:extLst>
          </p:cNvPr>
          <p:cNvSpPr>
            <a:spLocks xmlns:a="http://schemas.openxmlformats.org/drawingml/2006/main" noGrp="1"/>
          </p:cNvSpPr>
          <p:nvPr/>
        </p:nvSpPr>
        <p:spPr>
          <a:xfrm xmlns:a="http://schemas.openxmlformats.org/drawingml/2006/main">
            <a:off x="7858125" y="213360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buNone/>
              <a:defRPr sz="1500" b="0">
                <a:solidFill>
                  <a:srgbClr val="17324D"/>
                </a:solidFill>
                <a:latin typeface="Arial"/>
                <a:ea typeface="Arial"/>
                <a:cs typeface="Arial"/>
              </a:defRPr>
            </a:lvl1pPr>
            <a:lvl2pPr algn="ctr">
              <a:buNone/>
              <a:defRPr sz="1500" b="0">
                <a:solidFill>
                  <a:srgbClr val="17324D"/>
                </a:solidFill>
                <a:latin typeface="Arial"/>
                <a:ea typeface="Arial"/>
                <a:cs typeface="Arial"/>
              </a:defRPr>
            </a:lvl2pPr>
            <a:lvl3pPr algn="ctr">
              <a:buNone/>
              <a:defRPr sz="1500" b="0">
                <a:solidFill>
                  <a:srgbClr val="17324D"/>
                </a:solidFill>
                <a:latin typeface="Arial"/>
                <a:ea typeface="Arial"/>
                <a:cs typeface="Arial"/>
              </a:defRPr>
            </a:lvl3pPr>
            <a:lvl4pPr algn="ctr">
              <a:buNone/>
              <a:defRPr sz="1500" b="0">
                <a:solidFill>
                  <a:srgbClr val="17324D"/>
                </a:solidFill>
                <a:latin typeface="Arial"/>
                <a:ea typeface="Arial"/>
                <a:cs typeface="Arial"/>
              </a:defRPr>
            </a:lvl4pPr>
            <a:lvl5pPr algn="ctr">
              <a:buNone/>
              <a:defRPr sz="1500" b="0">
                <a:solidFill>
                  <a:srgbClr val="17324D"/>
                </a:solidFill>
                <a:latin typeface="Arial"/>
                <a:ea typeface="Arial"/>
                <a:cs typeface="Arial"/>
              </a:defRPr>
            </a:lvl5pPr>
            <a:lvl6pPr algn="ctr">
              <a:buNone/>
              <a:defRPr sz="1500" b="0">
                <a:solidFill>
                  <a:srgbClr val="17324D"/>
                </a:solidFill>
                <a:latin typeface="Arial"/>
                <a:ea typeface="Arial"/>
                <a:cs typeface="Arial"/>
              </a:defRPr>
            </a:lvl6pPr>
            <a:lvl7pPr algn="ctr">
              <a:buNone/>
              <a:defRPr sz="1500" b="0">
                <a:solidFill>
                  <a:srgbClr val="17324D"/>
                </a:solidFill>
                <a:latin typeface="Arial"/>
                <a:ea typeface="Arial"/>
                <a:cs typeface="Arial"/>
              </a:defRPr>
            </a:lvl7pPr>
            <a:lvl8pPr algn="ctr">
              <a:buNone/>
              <a:defRPr sz="1500" b="0">
                <a:solidFill>
                  <a:srgbClr val="17324D"/>
                </a:solidFill>
                <a:latin typeface="Arial"/>
                <a:ea typeface="Arial"/>
                <a:cs typeface="Arial"/>
              </a:defRPr>
            </a:lvl8pPr>
            <a:lvl9pPr algn="ctr">
              <a:buNone/>
              <a:defRPr sz="1500" b="0">
                <a:solidFill>
                  <a:srgbClr val="17324D"/>
                </a:solidFill>
                <a:latin typeface="Arial"/>
                <a:ea typeface="Arial"/>
                <a:cs typeface="Arial"/>
              </a:defRPr>
            </a:lvl9pPr>
          </a:lstStyle>
          <a:p xmlns:a="http://schemas.openxmlformats.org/drawingml/2006/main">
            <a:pPr algn="ctr">
              <a:buNone/>
              <a:defRPr sz="1500" b="0">
                <a:solidFill>
                  <a:srgbClr val="17324D"/>
                </a:solidFill>
                <a:latin typeface="Arial"/>
                <a:ea typeface="Arial"/>
                <a:cs typeface="Arial"/>
              </a:defRPr>
            </a:pPr>
            <a:r>
              <a:rPr sz="1500" b="0">
                <a:solidFill>
                  <a:srgbClr val="17324D"/>
                </a:solidFill>
                <a:latin typeface="Arial"/>
                <a:ea typeface="Arial"/>
                <a:cs typeface="Arial"/>
              </a:rPr>
              <a:t>accuracy test</a:t>
            </a:r>
          </a:p>
        </p:txBody>
      </p:sp>
      <p:sp>
        <p:nvSpPr>
          <p:cNvPr id="6" name="">
            <a:extLst xmlns:a="http://schemas.openxmlformats.org/drawingml/2006/main">
              <a:ext uri="{FF2B5EF4-FFF2-40B4-BE49-F238E27FC236}">
                <a16:creationId xmlns:a16="http://schemas.microsoft.com/office/drawing/2014/main" id="{6F784187-39EA-4ED3-B969-F46D03016AF5}"/>
              </a:ext>
            </a:extLst>
          </p:cNvPr>
          <p:cNvSpPr>
            <a:spLocks xmlns:a="http://schemas.openxmlformats.org/drawingml/2006/main" noGrp="1"/>
          </p:cNvSpPr>
          <p:nvPr/>
        </p:nvSpPr>
        <p:spPr>
          <a:xfrm xmlns:a="http://schemas.openxmlformats.org/drawingml/2006/main">
            <a:off x="7858125" y="2857500"/>
            <a:ext cx="333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17324D"/>
                </a:solidFill>
                <a:latin typeface="Arial"/>
                <a:ea typeface="Arial"/>
                <a:cs typeface="Arial"/>
              </a:defRPr>
            </a:defPPr>
            <a:lvl1pPr algn="ctr">
              <a:buNone/>
              <a:defRPr sz="3900" b="1">
                <a:solidFill>
                  <a:srgbClr val="17324D"/>
                </a:solidFill>
                <a:latin typeface="Arial"/>
                <a:ea typeface="Arial"/>
                <a:cs typeface="Arial"/>
              </a:defRPr>
            </a:lvl1pPr>
            <a:lvl2pPr algn="ctr">
              <a:buNone/>
              <a:defRPr sz="3900" b="1">
                <a:solidFill>
                  <a:srgbClr val="17324D"/>
                </a:solidFill>
                <a:latin typeface="Arial"/>
                <a:ea typeface="Arial"/>
                <a:cs typeface="Arial"/>
              </a:defRPr>
            </a:lvl2pPr>
            <a:lvl3pPr algn="ctr">
              <a:buNone/>
              <a:defRPr sz="3900" b="1">
                <a:solidFill>
                  <a:srgbClr val="17324D"/>
                </a:solidFill>
                <a:latin typeface="Arial"/>
                <a:ea typeface="Arial"/>
                <a:cs typeface="Arial"/>
              </a:defRPr>
            </a:lvl3pPr>
            <a:lvl4pPr algn="ctr">
              <a:buNone/>
              <a:defRPr sz="3900" b="1">
                <a:solidFill>
                  <a:srgbClr val="17324D"/>
                </a:solidFill>
                <a:latin typeface="Arial"/>
                <a:ea typeface="Arial"/>
                <a:cs typeface="Arial"/>
              </a:defRPr>
            </a:lvl4pPr>
            <a:lvl5pPr algn="ctr">
              <a:buNone/>
              <a:defRPr sz="3900" b="1">
                <a:solidFill>
                  <a:srgbClr val="17324D"/>
                </a:solidFill>
                <a:latin typeface="Arial"/>
                <a:ea typeface="Arial"/>
                <a:cs typeface="Arial"/>
              </a:defRPr>
            </a:lvl5pPr>
            <a:lvl6pPr algn="ctr">
              <a:buNone/>
              <a:defRPr sz="3900" b="1">
                <a:solidFill>
                  <a:srgbClr val="17324D"/>
                </a:solidFill>
                <a:latin typeface="Arial"/>
                <a:ea typeface="Arial"/>
                <a:cs typeface="Arial"/>
              </a:defRPr>
            </a:lvl6pPr>
            <a:lvl7pPr algn="ctr">
              <a:buNone/>
              <a:defRPr sz="3900" b="1">
                <a:solidFill>
                  <a:srgbClr val="17324D"/>
                </a:solidFill>
                <a:latin typeface="Arial"/>
                <a:ea typeface="Arial"/>
                <a:cs typeface="Arial"/>
              </a:defRPr>
            </a:lvl7pPr>
            <a:lvl8pPr algn="ctr">
              <a:buNone/>
              <a:defRPr sz="3900" b="1">
                <a:solidFill>
                  <a:srgbClr val="17324D"/>
                </a:solidFill>
                <a:latin typeface="Arial"/>
                <a:ea typeface="Arial"/>
                <a:cs typeface="Arial"/>
              </a:defRPr>
            </a:lvl8pPr>
            <a:lvl9pPr algn="ctr">
              <a:buNone/>
              <a:defRPr sz="3900" b="1">
                <a:solidFill>
                  <a:srgbClr val="17324D"/>
                </a:solidFill>
                <a:latin typeface="Arial"/>
                <a:ea typeface="Arial"/>
                <a:cs typeface="Arial"/>
              </a:defRPr>
            </a:lvl9pPr>
          </a:lstStyle>
          <a:p xmlns:a="http://schemas.openxmlformats.org/drawingml/2006/main">
            <a:pPr algn="ctr">
              <a:buNone/>
              <a:defRPr sz="3900" b="1">
                <a:solidFill>
                  <a:srgbClr val="17324D"/>
                </a:solidFill>
                <a:latin typeface="Arial"/>
                <a:ea typeface="Arial"/>
                <a:cs typeface="Arial"/>
              </a:defRPr>
            </a:pPr>
            <a:r>
              <a:rPr sz="3900" b="1">
                <a:solidFill>
                  <a:srgbClr val="17324D"/>
                </a:solidFill>
                <a:latin typeface="Arial"/>
                <a:ea typeface="Arial"/>
                <a:cs typeface="Arial"/>
              </a:rPr>
              <a:t>−57,25%</a:t>
            </a:r>
          </a:p>
        </p:txBody>
      </p:sp>
      <p:sp>
        <p:nvSpPr>
          <p:cNvPr id="7" name="">
            <a:extLst xmlns:a="http://schemas.openxmlformats.org/drawingml/2006/main">
              <a:ext uri="{FF2B5EF4-FFF2-40B4-BE49-F238E27FC236}">
                <a16:creationId xmlns:a16="http://schemas.microsoft.com/office/drawing/2014/main" id="{8AB84A62-324E-4508-AEF3-1A66ED5811E9}"/>
              </a:ext>
            </a:extLst>
          </p:cNvPr>
          <p:cNvSpPr>
            <a:spLocks xmlns:a="http://schemas.openxmlformats.org/drawingml/2006/main" noGrp="1"/>
          </p:cNvSpPr>
          <p:nvPr/>
        </p:nvSpPr>
        <p:spPr>
          <a:xfrm xmlns:a="http://schemas.openxmlformats.org/drawingml/2006/main">
            <a:off x="7858125" y="3514725"/>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buNone/>
              <a:defRPr sz="1500" b="0">
                <a:solidFill>
                  <a:srgbClr val="17324D"/>
                </a:solidFill>
                <a:latin typeface="Arial"/>
                <a:ea typeface="Arial"/>
                <a:cs typeface="Arial"/>
              </a:defRPr>
            </a:lvl1pPr>
            <a:lvl2pPr algn="ctr">
              <a:buNone/>
              <a:defRPr sz="1500" b="0">
                <a:solidFill>
                  <a:srgbClr val="17324D"/>
                </a:solidFill>
                <a:latin typeface="Arial"/>
                <a:ea typeface="Arial"/>
                <a:cs typeface="Arial"/>
              </a:defRPr>
            </a:lvl2pPr>
            <a:lvl3pPr algn="ctr">
              <a:buNone/>
              <a:defRPr sz="1500" b="0">
                <a:solidFill>
                  <a:srgbClr val="17324D"/>
                </a:solidFill>
                <a:latin typeface="Arial"/>
                <a:ea typeface="Arial"/>
                <a:cs typeface="Arial"/>
              </a:defRPr>
            </a:lvl3pPr>
            <a:lvl4pPr algn="ctr">
              <a:buNone/>
              <a:defRPr sz="1500" b="0">
                <a:solidFill>
                  <a:srgbClr val="17324D"/>
                </a:solidFill>
                <a:latin typeface="Arial"/>
                <a:ea typeface="Arial"/>
                <a:cs typeface="Arial"/>
              </a:defRPr>
            </a:lvl4pPr>
            <a:lvl5pPr algn="ctr">
              <a:buNone/>
              <a:defRPr sz="1500" b="0">
                <a:solidFill>
                  <a:srgbClr val="17324D"/>
                </a:solidFill>
                <a:latin typeface="Arial"/>
                <a:ea typeface="Arial"/>
                <a:cs typeface="Arial"/>
              </a:defRPr>
            </a:lvl5pPr>
            <a:lvl6pPr algn="ctr">
              <a:buNone/>
              <a:defRPr sz="1500" b="0">
                <a:solidFill>
                  <a:srgbClr val="17324D"/>
                </a:solidFill>
                <a:latin typeface="Arial"/>
                <a:ea typeface="Arial"/>
                <a:cs typeface="Arial"/>
              </a:defRPr>
            </a:lvl6pPr>
            <a:lvl7pPr algn="ctr">
              <a:buNone/>
              <a:defRPr sz="1500" b="0">
                <a:solidFill>
                  <a:srgbClr val="17324D"/>
                </a:solidFill>
                <a:latin typeface="Arial"/>
                <a:ea typeface="Arial"/>
                <a:cs typeface="Arial"/>
              </a:defRPr>
            </a:lvl7pPr>
            <a:lvl8pPr algn="ctr">
              <a:buNone/>
              <a:defRPr sz="1500" b="0">
                <a:solidFill>
                  <a:srgbClr val="17324D"/>
                </a:solidFill>
                <a:latin typeface="Arial"/>
                <a:ea typeface="Arial"/>
                <a:cs typeface="Arial"/>
              </a:defRPr>
            </a:lvl8pPr>
            <a:lvl9pPr algn="ctr">
              <a:buNone/>
              <a:defRPr sz="1500" b="0">
                <a:solidFill>
                  <a:srgbClr val="17324D"/>
                </a:solidFill>
                <a:latin typeface="Arial"/>
                <a:ea typeface="Arial"/>
                <a:cs typeface="Arial"/>
              </a:defRPr>
            </a:lvl9pPr>
          </a:lstStyle>
          <a:p xmlns:a="http://schemas.openxmlformats.org/drawingml/2006/main">
            <a:pPr algn="ctr">
              <a:buNone/>
              <a:defRPr sz="1500" b="0">
                <a:solidFill>
                  <a:srgbClr val="17324D"/>
                </a:solidFill>
                <a:latin typeface="Arial"/>
                <a:ea typeface="Arial"/>
                <a:cs typeface="Arial"/>
              </a:defRPr>
            </a:pPr>
            <a:r>
              <a:rPr sz="1500" b="0">
                <a:solidFill>
                  <a:srgbClr val="17324D"/>
                </a:solidFill>
                <a:latin typeface="Arial"/>
                <a:ea typeface="Arial"/>
                <a:cs typeface="Arial"/>
              </a:rPr>
              <a:t>parámetros</a:t>
            </a:r>
          </a:p>
        </p:txBody>
      </p:sp>
      <p:sp>
        <p:nvSpPr>
          <p:cNvPr id="8" name="">
            <a:extLst xmlns:a="http://schemas.openxmlformats.org/drawingml/2006/main">
              <a:ext uri="{FF2B5EF4-FFF2-40B4-BE49-F238E27FC236}">
                <a16:creationId xmlns:a16="http://schemas.microsoft.com/office/drawing/2014/main" id="{7B90C5F8-D298-4820-B1F0-333C92C376A0}"/>
              </a:ext>
            </a:extLst>
          </p:cNvPr>
          <p:cNvSpPr>
            <a:spLocks xmlns:a="http://schemas.openxmlformats.org/drawingml/2006/main" noGrp="1"/>
          </p:cNvSpPr>
          <p:nvPr/>
        </p:nvSpPr>
        <p:spPr>
          <a:xfrm xmlns:a="http://schemas.openxmlformats.org/drawingml/2006/main">
            <a:off x="7858125" y="4238625"/>
            <a:ext cx="333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087F8C"/>
                </a:solidFill>
                <a:latin typeface="Arial"/>
                <a:ea typeface="Arial"/>
                <a:cs typeface="Arial"/>
              </a:defRPr>
            </a:defPPr>
            <a:lvl1pPr algn="ctr">
              <a:buNone/>
              <a:defRPr sz="3900" b="1">
                <a:solidFill>
                  <a:srgbClr val="087F8C"/>
                </a:solidFill>
                <a:latin typeface="Arial"/>
                <a:ea typeface="Arial"/>
                <a:cs typeface="Arial"/>
              </a:defRPr>
            </a:lvl1pPr>
            <a:lvl2pPr algn="ctr">
              <a:buNone/>
              <a:defRPr sz="3900" b="1">
                <a:solidFill>
                  <a:srgbClr val="087F8C"/>
                </a:solidFill>
                <a:latin typeface="Arial"/>
                <a:ea typeface="Arial"/>
                <a:cs typeface="Arial"/>
              </a:defRPr>
            </a:lvl2pPr>
            <a:lvl3pPr algn="ctr">
              <a:buNone/>
              <a:defRPr sz="3900" b="1">
                <a:solidFill>
                  <a:srgbClr val="087F8C"/>
                </a:solidFill>
                <a:latin typeface="Arial"/>
                <a:ea typeface="Arial"/>
                <a:cs typeface="Arial"/>
              </a:defRPr>
            </a:lvl3pPr>
            <a:lvl4pPr algn="ctr">
              <a:buNone/>
              <a:defRPr sz="3900" b="1">
                <a:solidFill>
                  <a:srgbClr val="087F8C"/>
                </a:solidFill>
                <a:latin typeface="Arial"/>
                <a:ea typeface="Arial"/>
                <a:cs typeface="Arial"/>
              </a:defRPr>
            </a:lvl4pPr>
            <a:lvl5pPr algn="ctr">
              <a:buNone/>
              <a:defRPr sz="3900" b="1">
                <a:solidFill>
                  <a:srgbClr val="087F8C"/>
                </a:solidFill>
                <a:latin typeface="Arial"/>
                <a:ea typeface="Arial"/>
                <a:cs typeface="Arial"/>
              </a:defRPr>
            </a:lvl5pPr>
            <a:lvl6pPr algn="ctr">
              <a:buNone/>
              <a:defRPr sz="3900" b="1">
                <a:solidFill>
                  <a:srgbClr val="087F8C"/>
                </a:solidFill>
                <a:latin typeface="Arial"/>
                <a:ea typeface="Arial"/>
                <a:cs typeface="Arial"/>
              </a:defRPr>
            </a:lvl6pPr>
            <a:lvl7pPr algn="ctr">
              <a:buNone/>
              <a:defRPr sz="3900" b="1">
                <a:solidFill>
                  <a:srgbClr val="087F8C"/>
                </a:solidFill>
                <a:latin typeface="Arial"/>
                <a:ea typeface="Arial"/>
                <a:cs typeface="Arial"/>
              </a:defRPr>
            </a:lvl7pPr>
            <a:lvl8pPr algn="ctr">
              <a:buNone/>
              <a:defRPr sz="3900" b="1">
                <a:solidFill>
                  <a:srgbClr val="087F8C"/>
                </a:solidFill>
                <a:latin typeface="Arial"/>
                <a:ea typeface="Arial"/>
                <a:cs typeface="Arial"/>
              </a:defRPr>
            </a:lvl8pPr>
            <a:lvl9pPr algn="ctr">
              <a:buNone/>
              <a:defRPr sz="3900" b="1">
                <a:solidFill>
                  <a:srgbClr val="087F8C"/>
                </a:solidFill>
                <a:latin typeface="Arial"/>
                <a:ea typeface="Arial"/>
                <a:cs typeface="Arial"/>
              </a:defRPr>
            </a:lvl9pPr>
          </a:lstStyle>
          <a:p xmlns:a="http://schemas.openxmlformats.org/drawingml/2006/main">
            <a:pPr algn="ctr">
              <a:buNone/>
              <a:defRPr sz="3900" b="1">
                <a:solidFill>
                  <a:srgbClr val="087F8C"/>
                </a:solidFill>
                <a:latin typeface="Arial"/>
                <a:ea typeface="Arial"/>
                <a:cs typeface="Arial"/>
              </a:defRPr>
            </a:pPr>
            <a:r>
              <a:rPr sz="3900" b="1">
                <a:solidFill>
                  <a:srgbClr val="087F8C"/>
                </a:solidFill>
                <a:latin typeface="Arial"/>
                <a:ea typeface="Arial"/>
                <a:cs typeface="Arial"/>
              </a:rPr>
              <a:t>1,97 pp</a:t>
            </a:r>
          </a:p>
        </p:txBody>
      </p:sp>
      <p:sp>
        <p:nvSpPr>
          <p:cNvPr id="9" name="">
            <a:extLst xmlns:a="http://schemas.openxmlformats.org/drawingml/2006/main">
              <a:ext uri="{FF2B5EF4-FFF2-40B4-BE49-F238E27FC236}">
                <a16:creationId xmlns:a16="http://schemas.microsoft.com/office/drawing/2014/main" id="{FCF6A643-E815-436C-AD99-7DE1E7044484}"/>
              </a:ext>
            </a:extLst>
          </p:cNvPr>
          <p:cNvSpPr>
            <a:spLocks xmlns:a="http://schemas.openxmlformats.org/drawingml/2006/main" noGrp="1"/>
          </p:cNvSpPr>
          <p:nvPr/>
        </p:nvSpPr>
        <p:spPr>
          <a:xfrm xmlns:a="http://schemas.openxmlformats.org/drawingml/2006/main">
            <a:off x="7858125" y="4895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buNone/>
              <a:defRPr sz="1500" b="0">
                <a:solidFill>
                  <a:srgbClr val="17324D"/>
                </a:solidFill>
                <a:latin typeface="Arial"/>
                <a:ea typeface="Arial"/>
                <a:cs typeface="Arial"/>
              </a:defRPr>
            </a:lvl1pPr>
            <a:lvl2pPr algn="ctr">
              <a:buNone/>
              <a:defRPr sz="1500" b="0">
                <a:solidFill>
                  <a:srgbClr val="17324D"/>
                </a:solidFill>
                <a:latin typeface="Arial"/>
                <a:ea typeface="Arial"/>
                <a:cs typeface="Arial"/>
              </a:defRPr>
            </a:lvl2pPr>
            <a:lvl3pPr algn="ctr">
              <a:buNone/>
              <a:defRPr sz="1500" b="0">
                <a:solidFill>
                  <a:srgbClr val="17324D"/>
                </a:solidFill>
                <a:latin typeface="Arial"/>
                <a:ea typeface="Arial"/>
                <a:cs typeface="Arial"/>
              </a:defRPr>
            </a:lvl3pPr>
            <a:lvl4pPr algn="ctr">
              <a:buNone/>
              <a:defRPr sz="1500" b="0">
                <a:solidFill>
                  <a:srgbClr val="17324D"/>
                </a:solidFill>
                <a:latin typeface="Arial"/>
                <a:ea typeface="Arial"/>
                <a:cs typeface="Arial"/>
              </a:defRPr>
            </a:lvl4pPr>
            <a:lvl5pPr algn="ctr">
              <a:buNone/>
              <a:defRPr sz="1500" b="0">
                <a:solidFill>
                  <a:srgbClr val="17324D"/>
                </a:solidFill>
                <a:latin typeface="Arial"/>
                <a:ea typeface="Arial"/>
                <a:cs typeface="Arial"/>
              </a:defRPr>
            </a:lvl5pPr>
            <a:lvl6pPr algn="ctr">
              <a:buNone/>
              <a:defRPr sz="1500" b="0">
                <a:solidFill>
                  <a:srgbClr val="17324D"/>
                </a:solidFill>
                <a:latin typeface="Arial"/>
                <a:ea typeface="Arial"/>
                <a:cs typeface="Arial"/>
              </a:defRPr>
            </a:lvl6pPr>
            <a:lvl7pPr algn="ctr">
              <a:buNone/>
              <a:defRPr sz="1500" b="0">
                <a:solidFill>
                  <a:srgbClr val="17324D"/>
                </a:solidFill>
                <a:latin typeface="Arial"/>
                <a:ea typeface="Arial"/>
                <a:cs typeface="Arial"/>
              </a:defRPr>
            </a:lvl7pPr>
            <a:lvl8pPr algn="ctr">
              <a:buNone/>
              <a:defRPr sz="1500" b="0">
                <a:solidFill>
                  <a:srgbClr val="17324D"/>
                </a:solidFill>
                <a:latin typeface="Arial"/>
                <a:ea typeface="Arial"/>
                <a:cs typeface="Arial"/>
              </a:defRPr>
            </a:lvl8pPr>
            <a:lvl9pPr algn="ctr">
              <a:buNone/>
              <a:defRPr sz="1500" b="0">
                <a:solidFill>
                  <a:srgbClr val="17324D"/>
                </a:solidFill>
                <a:latin typeface="Arial"/>
                <a:ea typeface="Arial"/>
                <a:cs typeface="Arial"/>
              </a:defRPr>
            </a:lvl9pPr>
          </a:lstStyle>
          <a:p xmlns:a="http://schemas.openxmlformats.org/drawingml/2006/main">
            <a:pPr algn="ctr">
              <a:buNone/>
              <a:defRPr sz="1500" b="0">
                <a:solidFill>
                  <a:srgbClr val="17324D"/>
                </a:solidFill>
                <a:latin typeface="Arial"/>
                <a:ea typeface="Arial"/>
                <a:cs typeface="Arial"/>
              </a:defRPr>
            </a:pPr>
            <a:r>
              <a:rPr sz="1500" b="0">
                <a:solidFill>
                  <a:srgbClr val="17324D"/>
                </a:solidFill>
                <a:latin typeface="Arial"/>
                <a:ea typeface="Arial"/>
                <a:cs typeface="Arial"/>
              </a:rPr>
              <a:t>brecha validación-test</a:t>
            </a:r>
          </a:p>
        </p:txBody>
      </p:sp>
      <p:sp>
        <p:nvSpPr>
          <p:cNvPr id="10" name="">
            <a:extLst xmlns:a="http://schemas.openxmlformats.org/drawingml/2006/main">
              <a:ext uri="{FF2B5EF4-FFF2-40B4-BE49-F238E27FC236}">
                <a16:creationId xmlns:a16="http://schemas.microsoft.com/office/drawing/2014/main" id="{97A4D2D3-C8D3-4FD3-AB3F-20211ABE6BC7}"/>
              </a:ext>
            </a:extLst>
          </p:cNvPr>
          <p:cNvSpPr>
            <a:spLocks xmlns:a="http://schemas.openxmlformats.org/drawingml/2006/main" noGrp="1"/>
          </p:cNvSpPr>
          <p:nvPr/>
        </p:nvSpPr>
        <p:spPr>
          <a:xfrm xmlns:a="http://schemas.openxmlformats.org/drawingml/2006/main">
            <a:off x="7667625" y="5534025"/>
            <a:ext cx="3810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0">
                <a:solidFill>
                  <a:srgbClr val="4E5C68"/>
                </a:solidFill>
                <a:latin typeface="Arial"/>
                <a:ea typeface="Arial"/>
                <a:cs typeface="Arial"/>
              </a:defRPr>
            </a:defPPr>
            <a:lvl1pPr algn="ctr">
              <a:buNone/>
              <a:defRPr sz="1500" b="0">
                <a:solidFill>
                  <a:srgbClr val="4E5C68"/>
                </a:solidFill>
                <a:latin typeface="Arial"/>
                <a:ea typeface="Arial"/>
                <a:cs typeface="Arial"/>
              </a:defRPr>
            </a:lvl1pPr>
            <a:lvl2pPr algn="ctr">
              <a:buNone/>
              <a:defRPr sz="1500" b="0">
                <a:solidFill>
                  <a:srgbClr val="4E5C68"/>
                </a:solidFill>
                <a:latin typeface="Arial"/>
                <a:ea typeface="Arial"/>
                <a:cs typeface="Arial"/>
              </a:defRPr>
            </a:lvl2pPr>
            <a:lvl3pPr algn="ctr">
              <a:buNone/>
              <a:defRPr sz="1500" b="0">
                <a:solidFill>
                  <a:srgbClr val="4E5C68"/>
                </a:solidFill>
                <a:latin typeface="Arial"/>
                <a:ea typeface="Arial"/>
                <a:cs typeface="Arial"/>
              </a:defRPr>
            </a:lvl3pPr>
            <a:lvl4pPr algn="ctr">
              <a:buNone/>
              <a:defRPr sz="1500" b="0">
                <a:solidFill>
                  <a:srgbClr val="4E5C68"/>
                </a:solidFill>
                <a:latin typeface="Arial"/>
                <a:ea typeface="Arial"/>
                <a:cs typeface="Arial"/>
              </a:defRPr>
            </a:lvl4pPr>
            <a:lvl5pPr algn="ctr">
              <a:buNone/>
              <a:defRPr sz="1500" b="0">
                <a:solidFill>
                  <a:srgbClr val="4E5C68"/>
                </a:solidFill>
                <a:latin typeface="Arial"/>
                <a:ea typeface="Arial"/>
                <a:cs typeface="Arial"/>
              </a:defRPr>
            </a:lvl5pPr>
            <a:lvl6pPr algn="ctr">
              <a:buNone/>
              <a:defRPr sz="1500" b="0">
                <a:solidFill>
                  <a:srgbClr val="4E5C68"/>
                </a:solidFill>
                <a:latin typeface="Arial"/>
                <a:ea typeface="Arial"/>
                <a:cs typeface="Arial"/>
              </a:defRPr>
            </a:lvl6pPr>
            <a:lvl7pPr algn="ctr">
              <a:buNone/>
              <a:defRPr sz="1500" b="0">
                <a:solidFill>
                  <a:srgbClr val="4E5C68"/>
                </a:solidFill>
                <a:latin typeface="Arial"/>
                <a:ea typeface="Arial"/>
                <a:cs typeface="Arial"/>
              </a:defRPr>
            </a:lvl7pPr>
            <a:lvl8pPr algn="ctr">
              <a:buNone/>
              <a:defRPr sz="1500" b="0">
                <a:solidFill>
                  <a:srgbClr val="4E5C68"/>
                </a:solidFill>
                <a:latin typeface="Arial"/>
                <a:ea typeface="Arial"/>
                <a:cs typeface="Arial"/>
              </a:defRPr>
            </a:lvl8pPr>
            <a:lvl9pPr algn="ctr">
              <a:buNone/>
              <a:defRPr sz="1500" b="0">
                <a:solidFill>
                  <a:srgbClr val="4E5C68"/>
                </a:solidFill>
                <a:latin typeface="Arial"/>
                <a:ea typeface="Arial"/>
                <a:cs typeface="Arial"/>
              </a:defRPr>
            </a:lvl9pPr>
          </a:lstStyle>
          <a:p xmlns:a="http://schemas.openxmlformats.org/drawingml/2006/main">
            <a:pPr algn="ctr">
              <a:buNone/>
              <a:defRPr sz="1425" b="0">
                <a:solidFill>
                  <a:srgbClr val="4E5C68"/>
                </a:solidFill>
                <a:latin typeface="Arial"/>
                <a:ea typeface="Arial"/>
                <a:cs typeface="Arial"/>
              </a:defRPr>
            </a:pPr>
            <a:r>
              <a:rPr sz="1425" b="0">
                <a:solidFill>
                  <a:srgbClr val="4E5C68"/>
                </a:solidFill>
                <a:latin typeface="Arial"/>
                <a:ea typeface="Arial"/>
                <a:cs typeface="Arial"/>
              </a:rPr>
              <a:t>CNN 137,20 s / MLP 31,45 s</a:t>
            </a:r>
          </a:p>
          <a:p xmlns:a="http://schemas.openxmlformats.org/drawingml/2006/main">
            <a:pPr algn="ctr">
              <a:buNone/>
              <a:defRPr sz="1425" b="0">
                <a:solidFill>
                  <a:srgbClr val="4E5C68"/>
                </a:solidFill>
                <a:latin typeface="Arial"/>
                <a:ea typeface="Arial"/>
                <a:cs typeface="Arial"/>
              </a:defRPr>
            </a:pPr>
            <a:r>
              <a:rPr sz="1425" b="0">
                <a:solidFill>
                  <a:srgbClr val="4E5C68"/>
                </a:solidFill>
                <a:latin typeface="Arial"/>
                <a:ea typeface="Arial"/>
                <a:cs typeface="Arial"/>
              </a:rPr>
              <a:t>Entornos distintos</a:t>
            </a:r>
          </a:p>
        </p:txBody>
      </p:sp>
    </p:spTree>
    <p:extLst>
      <p:ext uri="{BB962C8B-B14F-4D97-AF65-F5344CB8AC3E}">
        <p14:creationId xmlns:p14="http://schemas.microsoft.com/office/powerpoint/2010/main" val="2037767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FDAEAD3-51E0-4BC5-A732-0304C17F3703}"/>
              </a:ext>
            </a:extLst>
          </p:cNvPr>
          <p:cNvSpPr>
            <a:spLocks xmlns:a="http://schemas.openxmlformats.org/drawingml/2006/main" noGrp="1"/>
          </p:cNvSpPr>
          <p:nvPr/>
        </p:nvSpPr>
        <p:spPr>
          <a:xfrm xmlns:a="http://schemas.openxmlformats.org/drawingml/2006/main">
            <a:off x="609600" y="3238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7324D"/>
                </a:solidFill>
                <a:latin typeface="Arial"/>
                <a:ea typeface="Arial"/>
                <a:cs typeface="Arial"/>
              </a:defRPr>
            </a:defPPr>
            <a:lvl1pPr algn="l">
              <a:buNone/>
              <a:defRPr sz="3150" b="1">
                <a:solidFill>
                  <a:srgbClr val="17324D"/>
                </a:solidFill>
                <a:latin typeface="Arial"/>
                <a:ea typeface="Arial"/>
                <a:cs typeface="Arial"/>
              </a:defRPr>
            </a:lvl1pPr>
            <a:lvl2pPr algn="l">
              <a:buNone/>
              <a:defRPr sz="3150" b="1">
                <a:solidFill>
                  <a:srgbClr val="17324D"/>
                </a:solidFill>
                <a:latin typeface="Arial"/>
                <a:ea typeface="Arial"/>
                <a:cs typeface="Arial"/>
              </a:defRPr>
            </a:lvl2pPr>
            <a:lvl3pPr algn="l">
              <a:buNone/>
              <a:defRPr sz="3150" b="1">
                <a:solidFill>
                  <a:srgbClr val="17324D"/>
                </a:solidFill>
                <a:latin typeface="Arial"/>
                <a:ea typeface="Arial"/>
                <a:cs typeface="Arial"/>
              </a:defRPr>
            </a:lvl3pPr>
            <a:lvl4pPr algn="l">
              <a:buNone/>
              <a:defRPr sz="3150" b="1">
                <a:solidFill>
                  <a:srgbClr val="17324D"/>
                </a:solidFill>
                <a:latin typeface="Arial"/>
                <a:ea typeface="Arial"/>
                <a:cs typeface="Arial"/>
              </a:defRPr>
            </a:lvl4pPr>
            <a:lvl5pPr algn="l">
              <a:buNone/>
              <a:defRPr sz="3150" b="1">
                <a:solidFill>
                  <a:srgbClr val="17324D"/>
                </a:solidFill>
                <a:latin typeface="Arial"/>
                <a:ea typeface="Arial"/>
                <a:cs typeface="Arial"/>
              </a:defRPr>
            </a:lvl5pPr>
            <a:lvl6pPr algn="l">
              <a:buNone/>
              <a:defRPr sz="3150" b="1">
                <a:solidFill>
                  <a:srgbClr val="17324D"/>
                </a:solidFill>
                <a:latin typeface="Arial"/>
                <a:ea typeface="Arial"/>
                <a:cs typeface="Arial"/>
              </a:defRPr>
            </a:lvl6pPr>
            <a:lvl7pPr algn="l">
              <a:buNone/>
              <a:defRPr sz="3150" b="1">
                <a:solidFill>
                  <a:srgbClr val="17324D"/>
                </a:solidFill>
                <a:latin typeface="Arial"/>
                <a:ea typeface="Arial"/>
                <a:cs typeface="Arial"/>
              </a:defRPr>
            </a:lvl7pPr>
            <a:lvl8pPr algn="l">
              <a:buNone/>
              <a:defRPr sz="3150" b="1">
                <a:solidFill>
                  <a:srgbClr val="17324D"/>
                </a:solidFill>
                <a:latin typeface="Arial"/>
                <a:ea typeface="Arial"/>
                <a:cs typeface="Arial"/>
              </a:defRPr>
            </a:lvl8pPr>
            <a:lvl9pPr algn="l">
              <a:buNone/>
              <a:defRPr sz="3150" b="1">
                <a:solidFill>
                  <a:srgbClr val="17324D"/>
                </a:solidFill>
                <a:latin typeface="Arial"/>
                <a:ea typeface="Arial"/>
                <a:cs typeface="Arial"/>
              </a:defRPr>
            </a:lvl9pPr>
          </a:lstStyle>
          <a:p xmlns:a="http://schemas.openxmlformats.org/drawingml/2006/main">
            <a:pPr algn="l">
              <a:buNone/>
              <a:defRPr sz="3150" b="1">
                <a:solidFill>
                  <a:srgbClr val="17324D"/>
                </a:solidFill>
                <a:latin typeface="Arial"/>
                <a:ea typeface="Arial"/>
                <a:cs typeface="Arial"/>
              </a:defRPr>
            </a:pPr>
            <a:r>
              <a:rPr sz="3150" b="1">
                <a:solidFill>
                  <a:srgbClr val="17324D"/>
                </a:solidFill>
                <a:latin typeface="Arial"/>
                <a:ea typeface="Arial"/>
                <a:cs typeface="Arial"/>
              </a:rPr>
              <a:t>Aciertos y errores de la CNN</a:t>
            </a:r>
          </a:p>
        </p:txBody>
      </p:sp>
      <p:sp>
        <p:nvSpPr>
          <p:cNvPr id="2" name="">
            <a:extLst xmlns:a="http://schemas.openxmlformats.org/drawingml/2006/main">
              <a:ext uri="{FF2B5EF4-FFF2-40B4-BE49-F238E27FC236}">
                <a16:creationId xmlns:a16="http://schemas.microsoft.com/office/drawing/2014/main" id="{8C5781CF-1A51-403F-AC00-CF3930C6E054}"/>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0">
                <a:solidFill>
                  <a:srgbClr val="4E5C68"/>
                </a:solidFill>
                <a:latin typeface="Arial"/>
                <a:ea typeface="Arial"/>
                <a:cs typeface="Arial"/>
              </a:defRPr>
            </a:defPPr>
            <a:lvl1pPr algn="r">
              <a:buNone/>
              <a:defRPr sz="1200" b="0">
                <a:solidFill>
                  <a:srgbClr val="4E5C68"/>
                </a:solidFill>
                <a:latin typeface="Arial"/>
                <a:ea typeface="Arial"/>
                <a:cs typeface="Arial"/>
              </a:defRPr>
            </a:lvl1pPr>
            <a:lvl2pPr algn="r">
              <a:buNone/>
              <a:defRPr sz="1200" b="0">
                <a:solidFill>
                  <a:srgbClr val="4E5C68"/>
                </a:solidFill>
                <a:latin typeface="Arial"/>
                <a:ea typeface="Arial"/>
                <a:cs typeface="Arial"/>
              </a:defRPr>
            </a:lvl2pPr>
            <a:lvl3pPr algn="r">
              <a:buNone/>
              <a:defRPr sz="1200" b="0">
                <a:solidFill>
                  <a:srgbClr val="4E5C68"/>
                </a:solidFill>
                <a:latin typeface="Arial"/>
                <a:ea typeface="Arial"/>
                <a:cs typeface="Arial"/>
              </a:defRPr>
            </a:lvl3pPr>
            <a:lvl4pPr algn="r">
              <a:buNone/>
              <a:defRPr sz="1200" b="0">
                <a:solidFill>
                  <a:srgbClr val="4E5C68"/>
                </a:solidFill>
                <a:latin typeface="Arial"/>
                <a:ea typeface="Arial"/>
                <a:cs typeface="Arial"/>
              </a:defRPr>
            </a:lvl4pPr>
            <a:lvl5pPr algn="r">
              <a:buNone/>
              <a:defRPr sz="1200" b="0">
                <a:solidFill>
                  <a:srgbClr val="4E5C68"/>
                </a:solidFill>
                <a:latin typeface="Arial"/>
                <a:ea typeface="Arial"/>
                <a:cs typeface="Arial"/>
              </a:defRPr>
            </a:lvl5pPr>
            <a:lvl6pPr algn="r">
              <a:buNone/>
              <a:defRPr sz="1200" b="0">
                <a:solidFill>
                  <a:srgbClr val="4E5C68"/>
                </a:solidFill>
                <a:latin typeface="Arial"/>
                <a:ea typeface="Arial"/>
                <a:cs typeface="Arial"/>
              </a:defRPr>
            </a:lvl6pPr>
            <a:lvl7pPr algn="r">
              <a:buNone/>
              <a:defRPr sz="1200" b="0">
                <a:solidFill>
                  <a:srgbClr val="4E5C68"/>
                </a:solidFill>
                <a:latin typeface="Arial"/>
                <a:ea typeface="Arial"/>
                <a:cs typeface="Arial"/>
              </a:defRPr>
            </a:lvl7pPr>
            <a:lvl8pPr algn="r">
              <a:buNone/>
              <a:defRPr sz="1200" b="0">
                <a:solidFill>
                  <a:srgbClr val="4E5C68"/>
                </a:solidFill>
                <a:latin typeface="Arial"/>
                <a:ea typeface="Arial"/>
                <a:cs typeface="Arial"/>
              </a:defRPr>
            </a:lvl8pPr>
            <a:lvl9pPr algn="r">
              <a:buNone/>
              <a:defRPr sz="1200" b="0">
                <a:solidFill>
                  <a:srgbClr val="4E5C68"/>
                </a:solidFill>
                <a:latin typeface="Arial"/>
                <a:ea typeface="Arial"/>
                <a:cs typeface="Arial"/>
              </a:defRPr>
            </a:lvl9pPr>
          </a:lstStyle>
          <a:p xmlns:a="http://schemas.openxmlformats.org/drawingml/2006/main">
            <a:pPr algn="r">
              <a:buNone/>
              <a:defRPr sz="1200" b="0">
                <a:solidFill>
                  <a:srgbClr val="4E5C68"/>
                </a:solidFill>
                <a:latin typeface="Arial"/>
                <a:ea typeface="Arial"/>
                <a:cs typeface="Arial"/>
              </a:defRPr>
            </a:pPr>
            <a:r>
              <a:rPr sz="1200" b="0">
                <a:solidFill>
                  <a:srgbClr val="4E5C68"/>
                </a:solidFill>
                <a:latin typeface="Arial"/>
                <a:ea typeface="Arial"/>
                <a:cs typeface="Arial"/>
              </a:rPr>
              <a:t>9 / 10</a:t>
            </a:r>
          </a:p>
        </p:txBody>
      </p:sp>
      <p:sp>
        <p:nvSpPr>
          <p:cNvPr id="4" name="">
            <a:extLst xmlns:a="http://schemas.openxmlformats.org/drawingml/2006/main">
              <a:ext uri="{FF2B5EF4-FFF2-40B4-BE49-F238E27FC236}">
                <a16:creationId xmlns:a16="http://schemas.microsoft.com/office/drawing/2014/main" id="{81C0A27B-76D7-4222-9E68-D61A93EC8510}"/>
              </a:ext>
            </a:extLst>
          </p:cNvPr>
          <p:cNvSpPr>
            <a:spLocks xmlns:a="http://schemas.openxmlformats.org/drawingml/2006/main" noGrp="1"/>
          </p:cNvSpPr>
          <p:nvPr/>
        </p:nvSpPr>
        <p:spPr>
          <a:xfrm xmlns:a="http://schemas.openxmlformats.org/drawingml/2006/main">
            <a:off x="7953375" y="1476375"/>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087F8C"/>
                </a:solidFill>
                <a:latin typeface="Arial"/>
                <a:ea typeface="Arial"/>
                <a:cs typeface="Arial"/>
              </a:defRPr>
            </a:defPPr>
            <a:lvl1pPr algn="l">
              <a:buNone/>
              <a:defRPr sz="2175" b="1">
                <a:solidFill>
                  <a:srgbClr val="087F8C"/>
                </a:solidFill>
                <a:latin typeface="Arial"/>
                <a:ea typeface="Arial"/>
                <a:cs typeface="Arial"/>
              </a:defRPr>
            </a:lvl1pPr>
            <a:lvl2pPr algn="l">
              <a:buNone/>
              <a:defRPr sz="2175" b="1">
                <a:solidFill>
                  <a:srgbClr val="087F8C"/>
                </a:solidFill>
                <a:latin typeface="Arial"/>
                <a:ea typeface="Arial"/>
                <a:cs typeface="Arial"/>
              </a:defRPr>
            </a:lvl2pPr>
            <a:lvl3pPr algn="l">
              <a:buNone/>
              <a:defRPr sz="2175" b="1">
                <a:solidFill>
                  <a:srgbClr val="087F8C"/>
                </a:solidFill>
                <a:latin typeface="Arial"/>
                <a:ea typeface="Arial"/>
                <a:cs typeface="Arial"/>
              </a:defRPr>
            </a:lvl3pPr>
            <a:lvl4pPr algn="l">
              <a:buNone/>
              <a:defRPr sz="2175" b="1">
                <a:solidFill>
                  <a:srgbClr val="087F8C"/>
                </a:solidFill>
                <a:latin typeface="Arial"/>
                <a:ea typeface="Arial"/>
                <a:cs typeface="Arial"/>
              </a:defRPr>
            </a:lvl4pPr>
            <a:lvl5pPr algn="l">
              <a:buNone/>
              <a:defRPr sz="2175" b="1">
                <a:solidFill>
                  <a:srgbClr val="087F8C"/>
                </a:solidFill>
                <a:latin typeface="Arial"/>
                <a:ea typeface="Arial"/>
                <a:cs typeface="Arial"/>
              </a:defRPr>
            </a:lvl5pPr>
            <a:lvl6pPr algn="l">
              <a:buNone/>
              <a:defRPr sz="2175" b="1">
                <a:solidFill>
                  <a:srgbClr val="087F8C"/>
                </a:solidFill>
                <a:latin typeface="Arial"/>
                <a:ea typeface="Arial"/>
                <a:cs typeface="Arial"/>
              </a:defRPr>
            </a:lvl6pPr>
            <a:lvl7pPr algn="l">
              <a:buNone/>
              <a:defRPr sz="2175" b="1">
                <a:solidFill>
                  <a:srgbClr val="087F8C"/>
                </a:solidFill>
                <a:latin typeface="Arial"/>
                <a:ea typeface="Arial"/>
                <a:cs typeface="Arial"/>
              </a:defRPr>
            </a:lvl7pPr>
            <a:lvl8pPr algn="l">
              <a:buNone/>
              <a:defRPr sz="2175" b="1">
                <a:solidFill>
                  <a:srgbClr val="087F8C"/>
                </a:solidFill>
                <a:latin typeface="Arial"/>
                <a:ea typeface="Arial"/>
                <a:cs typeface="Arial"/>
              </a:defRPr>
            </a:lvl8pPr>
            <a:lvl9pPr algn="l">
              <a:buNone/>
              <a:defRPr sz="2175" b="1">
                <a:solidFill>
                  <a:srgbClr val="087F8C"/>
                </a:solidFill>
                <a:latin typeface="Arial"/>
                <a:ea typeface="Arial"/>
                <a:cs typeface="Arial"/>
              </a:defRPr>
            </a:lvl9pPr>
          </a:lstStyle>
          <a:p xmlns:a="http://schemas.openxmlformats.org/drawingml/2006/main">
            <a:pPr algn="l">
              <a:buNone/>
              <a:defRPr sz="2175" b="1">
                <a:solidFill>
                  <a:srgbClr val="087F8C"/>
                </a:solidFill>
                <a:latin typeface="Arial"/>
                <a:ea typeface="Arial"/>
                <a:cs typeface="Arial"/>
              </a:defRPr>
            </a:pPr>
            <a:r>
              <a:rPr sz="2175" b="1">
                <a:solidFill>
                  <a:srgbClr val="087F8C"/>
                </a:solidFill>
                <a:latin typeface="Arial"/>
                <a:ea typeface="Arial"/>
                <a:cs typeface="Arial"/>
              </a:rPr>
              <a:t>Confusiones frecuentes</a:t>
            </a:r>
          </a:p>
        </p:txBody>
      </p:sp>
      <p:sp>
        <p:nvSpPr>
          <p:cNvPr id="5" name="">
            <a:extLst xmlns:a="http://schemas.openxmlformats.org/drawingml/2006/main">
              <a:ext uri="{FF2B5EF4-FFF2-40B4-BE49-F238E27FC236}">
                <a16:creationId xmlns:a16="http://schemas.microsoft.com/office/drawing/2014/main" id="{4472052A-D42F-4132-BD0A-B9DA4D701047}"/>
              </a:ext>
            </a:extLst>
          </p:cNvPr>
          <p:cNvSpPr>
            <a:spLocks xmlns:a="http://schemas.openxmlformats.org/drawingml/2006/main" noGrp="1"/>
          </p:cNvSpPr>
          <p:nvPr/>
        </p:nvSpPr>
        <p:spPr>
          <a:xfrm xmlns:a="http://schemas.openxmlformats.org/drawingml/2006/main">
            <a:off x="8143875" y="207645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24D"/>
                </a:solidFill>
                <a:latin typeface="Arial"/>
                <a:ea typeface="Arial"/>
                <a:cs typeface="Arial"/>
              </a:defRPr>
            </a:defPPr>
            <a:lvl1pPr algn="l">
              <a:buNone/>
              <a:defRPr sz="1725" b="1">
                <a:solidFill>
                  <a:srgbClr val="17324D"/>
                </a:solidFill>
                <a:latin typeface="Arial"/>
                <a:ea typeface="Arial"/>
                <a:cs typeface="Arial"/>
              </a:defRPr>
            </a:lvl1pPr>
            <a:lvl2pPr algn="l">
              <a:buNone/>
              <a:defRPr sz="1725" b="1">
                <a:solidFill>
                  <a:srgbClr val="17324D"/>
                </a:solidFill>
                <a:latin typeface="Arial"/>
                <a:ea typeface="Arial"/>
                <a:cs typeface="Arial"/>
              </a:defRPr>
            </a:lvl2pPr>
            <a:lvl3pPr algn="l">
              <a:buNone/>
              <a:defRPr sz="1725" b="1">
                <a:solidFill>
                  <a:srgbClr val="17324D"/>
                </a:solidFill>
                <a:latin typeface="Arial"/>
                <a:ea typeface="Arial"/>
                <a:cs typeface="Arial"/>
              </a:defRPr>
            </a:lvl3pPr>
            <a:lvl4pPr algn="l">
              <a:buNone/>
              <a:defRPr sz="1725" b="1">
                <a:solidFill>
                  <a:srgbClr val="17324D"/>
                </a:solidFill>
                <a:latin typeface="Arial"/>
                <a:ea typeface="Arial"/>
                <a:cs typeface="Arial"/>
              </a:defRPr>
            </a:lvl4pPr>
            <a:lvl5pPr algn="l">
              <a:buNone/>
              <a:defRPr sz="1725" b="1">
                <a:solidFill>
                  <a:srgbClr val="17324D"/>
                </a:solidFill>
                <a:latin typeface="Arial"/>
                <a:ea typeface="Arial"/>
                <a:cs typeface="Arial"/>
              </a:defRPr>
            </a:lvl5pPr>
            <a:lvl6pPr algn="l">
              <a:buNone/>
              <a:defRPr sz="1725" b="1">
                <a:solidFill>
                  <a:srgbClr val="17324D"/>
                </a:solidFill>
                <a:latin typeface="Arial"/>
                <a:ea typeface="Arial"/>
                <a:cs typeface="Arial"/>
              </a:defRPr>
            </a:lvl6pPr>
            <a:lvl7pPr algn="l">
              <a:buNone/>
              <a:defRPr sz="1725" b="1">
                <a:solidFill>
                  <a:srgbClr val="17324D"/>
                </a:solidFill>
                <a:latin typeface="Arial"/>
                <a:ea typeface="Arial"/>
                <a:cs typeface="Arial"/>
              </a:defRPr>
            </a:lvl7pPr>
            <a:lvl8pPr algn="l">
              <a:buNone/>
              <a:defRPr sz="1725" b="1">
                <a:solidFill>
                  <a:srgbClr val="17324D"/>
                </a:solidFill>
                <a:latin typeface="Arial"/>
                <a:ea typeface="Arial"/>
                <a:cs typeface="Arial"/>
              </a:defRPr>
            </a:lvl8pPr>
            <a:lvl9pPr algn="l">
              <a:buNone/>
              <a:defRPr sz="1725" b="1">
                <a:solidFill>
                  <a:srgbClr val="17324D"/>
                </a:solidFill>
                <a:latin typeface="Arial"/>
                <a:ea typeface="Arial"/>
                <a:cs typeface="Arial"/>
              </a:defRPr>
            </a:lvl9pPr>
          </a:lstStyle>
          <a:p xmlns:a="http://schemas.openxmlformats.org/drawingml/2006/main">
            <a:pPr algn="l">
              <a:buNone/>
              <a:defRPr sz="1725" b="1">
                <a:solidFill>
                  <a:srgbClr val="17324D"/>
                </a:solidFill>
                <a:latin typeface="Arial"/>
                <a:ea typeface="Arial"/>
                <a:cs typeface="Arial"/>
              </a:defRPr>
            </a:pPr>
            <a:r>
              <a:rPr sz="1725" b="1">
                <a:solidFill>
                  <a:srgbClr val="17324D"/>
                </a:solidFill>
                <a:latin typeface="Arial"/>
                <a:ea typeface="Arial"/>
                <a:cs typeface="Arial"/>
              </a:rPr>
              <a:t>T a X: 22</a:t>
            </a:r>
          </a:p>
        </p:txBody>
      </p:sp>
      <p:sp>
        <p:nvSpPr>
          <p:cNvPr id="6" name="">
            <a:extLst xmlns:a="http://schemas.openxmlformats.org/drawingml/2006/main">
              <a:ext uri="{FF2B5EF4-FFF2-40B4-BE49-F238E27FC236}">
                <a16:creationId xmlns:a16="http://schemas.microsoft.com/office/drawing/2014/main" id="{E1A5A828-9016-46E1-8B62-44582660761D}"/>
              </a:ext>
            </a:extLst>
          </p:cNvPr>
          <p:cNvSpPr>
            <a:spLocks xmlns:a="http://schemas.openxmlformats.org/drawingml/2006/main" noGrp="1"/>
          </p:cNvSpPr>
          <p:nvPr/>
        </p:nvSpPr>
        <p:spPr>
          <a:xfrm xmlns:a="http://schemas.openxmlformats.org/drawingml/2006/main">
            <a:off x="8143875" y="25527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24D"/>
                </a:solidFill>
                <a:latin typeface="Arial"/>
                <a:ea typeface="Arial"/>
                <a:cs typeface="Arial"/>
              </a:defRPr>
            </a:defPPr>
            <a:lvl1pPr algn="l">
              <a:buNone/>
              <a:defRPr sz="1725" b="1">
                <a:solidFill>
                  <a:srgbClr val="17324D"/>
                </a:solidFill>
                <a:latin typeface="Arial"/>
                <a:ea typeface="Arial"/>
                <a:cs typeface="Arial"/>
              </a:defRPr>
            </a:lvl1pPr>
            <a:lvl2pPr algn="l">
              <a:buNone/>
              <a:defRPr sz="1725" b="1">
                <a:solidFill>
                  <a:srgbClr val="17324D"/>
                </a:solidFill>
                <a:latin typeface="Arial"/>
                <a:ea typeface="Arial"/>
                <a:cs typeface="Arial"/>
              </a:defRPr>
            </a:lvl2pPr>
            <a:lvl3pPr algn="l">
              <a:buNone/>
              <a:defRPr sz="1725" b="1">
                <a:solidFill>
                  <a:srgbClr val="17324D"/>
                </a:solidFill>
                <a:latin typeface="Arial"/>
                <a:ea typeface="Arial"/>
                <a:cs typeface="Arial"/>
              </a:defRPr>
            </a:lvl3pPr>
            <a:lvl4pPr algn="l">
              <a:buNone/>
              <a:defRPr sz="1725" b="1">
                <a:solidFill>
                  <a:srgbClr val="17324D"/>
                </a:solidFill>
                <a:latin typeface="Arial"/>
                <a:ea typeface="Arial"/>
                <a:cs typeface="Arial"/>
              </a:defRPr>
            </a:lvl4pPr>
            <a:lvl5pPr algn="l">
              <a:buNone/>
              <a:defRPr sz="1725" b="1">
                <a:solidFill>
                  <a:srgbClr val="17324D"/>
                </a:solidFill>
                <a:latin typeface="Arial"/>
                <a:ea typeface="Arial"/>
                <a:cs typeface="Arial"/>
              </a:defRPr>
            </a:lvl5pPr>
            <a:lvl6pPr algn="l">
              <a:buNone/>
              <a:defRPr sz="1725" b="1">
                <a:solidFill>
                  <a:srgbClr val="17324D"/>
                </a:solidFill>
                <a:latin typeface="Arial"/>
                <a:ea typeface="Arial"/>
                <a:cs typeface="Arial"/>
              </a:defRPr>
            </a:lvl6pPr>
            <a:lvl7pPr algn="l">
              <a:buNone/>
              <a:defRPr sz="1725" b="1">
                <a:solidFill>
                  <a:srgbClr val="17324D"/>
                </a:solidFill>
                <a:latin typeface="Arial"/>
                <a:ea typeface="Arial"/>
                <a:cs typeface="Arial"/>
              </a:defRPr>
            </a:lvl7pPr>
            <a:lvl8pPr algn="l">
              <a:buNone/>
              <a:defRPr sz="1725" b="1">
                <a:solidFill>
                  <a:srgbClr val="17324D"/>
                </a:solidFill>
                <a:latin typeface="Arial"/>
                <a:ea typeface="Arial"/>
                <a:cs typeface="Arial"/>
              </a:defRPr>
            </a:lvl8pPr>
            <a:lvl9pPr algn="l">
              <a:buNone/>
              <a:defRPr sz="1725" b="1">
                <a:solidFill>
                  <a:srgbClr val="17324D"/>
                </a:solidFill>
                <a:latin typeface="Arial"/>
                <a:ea typeface="Arial"/>
                <a:cs typeface="Arial"/>
              </a:defRPr>
            </a:lvl9pPr>
          </a:lstStyle>
          <a:p xmlns:a="http://schemas.openxmlformats.org/drawingml/2006/main">
            <a:pPr algn="l">
              <a:buNone/>
              <a:defRPr sz="1725" b="1">
                <a:solidFill>
                  <a:srgbClr val="17324D"/>
                </a:solidFill>
                <a:latin typeface="Arial"/>
                <a:ea typeface="Arial"/>
                <a:cs typeface="Arial"/>
              </a:defRPr>
            </a:pPr>
            <a:r>
              <a:rPr sz="1725" b="1">
                <a:solidFill>
                  <a:srgbClr val="17324D"/>
                </a:solidFill>
                <a:latin typeface="Arial"/>
                <a:ea typeface="Arial"/>
                <a:cs typeface="Arial"/>
              </a:rPr>
              <a:t>R a V: 21</a:t>
            </a:r>
          </a:p>
        </p:txBody>
      </p:sp>
      <p:sp>
        <p:nvSpPr>
          <p:cNvPr id="7" name="">
            <a:extLst xmlns:a="http://schemas.openxmlformats.org/drawingml/2006/main">
              <a:ext uri="{FF2B5EF4-FFF2-40B4-BE49-F238E27FC236}">
                <a16:creationId xmlns:a16="http://schemas.microsoft.com/office/drawing/2014/main" id="{81882263-10EB-4D1F-A5A7-18238B5BF2C6}"/>
              </a:ext>
            </a:extLst>
          </p:cNvPr>
          <p:cNvSpPr>
            <a:spLocks xmlns:a="http://schemas.openxmlformats.org/drawingml/2006/main" noGrp="1"/>
          </p:cNvSpPr>
          <p:nvPr/>
        </p:nvSpPr>
        <p:spPr>
          <a:xfrm xmlns:a="http://schemas.openxmlformats.org/drawingml/2006/main">
            <a:off x="8143875" y="302895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24D"/>
                </a:solidFill>
                <a:latin typeface="Arial"/>
                <a:ea typeface="Arial"/>
                <a:cs typeface="Arial"/>
              </a:defRPr>
            </a:defPPr>
            <a:lvl1pPr algn="l">
              <a:buNone/>
              <a:defRPr sz="1725" b="1">
                <a:solidFill>
                  <a:srgbClr val="17324D"/>
                </a:solidFill>
                <a:latin typeface="Arial"/>
                <a:ea typeface="Arial"/>
                <a:cs typeface="Arial"/>
              </a:defRPr>
            </a:lvl1pPr>
            <a:lvl2pPr algn="l">
              <a:buNone/>
              <a:defRPr sz="1725" b="1">
                <a:solidFill>
                  <a:srgbClr val="17324D"/>
                </a:solidFill>
                <a:latin typeface="Arial"/>
                <a:ea typeface="Arial"/>
                <a:cs typeface="Arial"/>
              </a:defRPr>
            </a:lvl2pPr>
            <a:lvl3pPr algn="l">
              <a:buNone/>
              <a:defRPr sz="1725" b="1">
                <a:solidFill>
                  <a:srgbClr val="17324D"/>
                </a:solidFill>
                <a:latin typeface="Arial"/>
                <a:ea typeface="Arial"/>
                <a:cs typeface="Arial"/>
              </a:defRPr>
            </a:lvl3pPr>
            <a:lvl4pPr algn="l">
              <a:buNone/>
              <a:defRPr sz="1725" b="1">
                <a:solidFill>
                  <a:srgbClr val="17324D"/>
                </a:solidFill>
                <a:latin typeface="Arial"/>
                <a:ea typeface="Arial"/>
                <a:cs typeface="Arial"/>
              </a:defRPr>
            </a:lvl4pPr>
            <a:lvl5pPr algn="l">
              <a:buNone/>
              <a:defRPr sz="1725" b="1">
                <a:solidFill>
                  <a:srgbClr val="17324D"/>
                </a:solidFill>
                <a:latin typeface="Arial"/>
                <a:ea typeface="Arial"/>
                <a:cs typeface="Arial"/>
              </a:defRPr>
            </a:lvl5pPr>
            <a:lvl6pPr algn="l">
              <a:buNone/>
              <a:defRPr sz="1725" b="1">
                <a:solidFill>
                  <a:srgbClr val="17324D"/>
                </a:solidFill>
                <a:latin typeface="Arial"/>
                <a:ea typeface="Arial"/>
                <a:cs typeface="Arial"/>
              </a:defRPr>
            </a:lvl6pPr>
            <a:lvl7pPr algn="l">
              <a:buNone/>
              <a:defRPr sz="1725" b="1">
                <a:solidFill>
                  <a:srgbClr val="17324D"/>
                </a:solidFill>
                <a:latin typeface="Arial"/>
                <a:ea typeface="Arial"/>
                <a:cs typeface="Arial"/>
              </a:defRPr>
            </a:lvl7pPr>
            <a:lvl8pPr algn="l">
              <a:buNone/>
              <a:defRPr sz="1725" b="1">
                <a:solidFill>
                  <a:srgbClr val="17324D"/>
                </a:solidFill>
                <a:latin typeface="Arial"/>
                <a:ea typeface="Arial"/>
                <a:cs typeface="Arial"/>
              </a:defRPr>
            </a:lvl8pPr>
            <a:lvl9pPr algn="l">
              <a:buNone/>
              <a:defRPr sz="1725" b="1">
                <a:solidFill>
                  <a:srgbClr val="17324D"/>
                </a:solidFill>
                <a:latin typeface="Arial"/>
                <a:ea typeface="Arial"/>
                <a:cs typeface="Arial"/>
              </a:defRPr>
            </a:lvl9pPr>
          </a:lstStyle>
          <a:p xmlns:a="http://schemas.openxmlformats.org/drawingml/2006/main">
            <a:pPr algn="l">
              <a:buNone/>
              <a:defRPr sz="1725" b="1">
                <a:solidFill>
                  <a:srgbClr val="17324D"/>
                </a:solidFill>
                <a:latin typeface="Arial"/>
                <a:ea typeface="Arial"/>
                <a:cs typeface="Arial"/>
              </a:defRPr>
            </a:pPr>
            <a:r>
              <a:rPr sz="1725" b="1">
                <a:solidFill>
                  <a:srgbClr val="17324D"/>
                </a:solidFill>
                <a:latin typeface="Arial"/>
                <a:ea typeface="Arial"/>
                <a:cs typeface="Arial"/>
              </a:rPr>
              <a:t>X a T: 21</a:t>
            </a:r>
          </a:p>
        </p:txBody>
      </p:sp>
      <p:sp>
        <p:nvSpPr>
          <p:cNvPr id="8" name="">
            <a:extLst xmlns:a="http://schemas.openxmlformats.org/drawingml/2006/main">
              <a:ext uri="{FF2B5EF4-FFF2-40B4-BE49-F238E27FC236}">
                <a16:creationId xmlns:a16="http://schemas.microsoft.com/office/drawing/2014/main" id="{A5C50BAC-EB2C-4475-8D6C-B24514EF0879}"/>
              </a:ext>
            </a:extLst>
          </p:cNvPr>
          <p:cNvSpPr>
            <a:spLocks xmlns:a="http://schemas.openxmlformats.org/drawingml/2006/main" noGrp="1"/>
          </p:cNvSpPr>
          <p:nvPr/>
        </p:nvSpPr>
        <p:spPr>
          <a:xfrm xmlns:a="http://schemas.openxmlformats.org/drawingml/2006/main">
            <a:off x="8143875" y="35052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24D"/>
                </a:solidFill>
                <a:latin typeface="Arial"/>
                <a:ea typeface="Arial"/>
                <a:cs typeface="Arial"/>
              </a:defRPr>
            </a:defPPr>
            <a:lvl1pPr algn="l">
              <a:buNone/>
              <a:defRPr sz="1725" b="1">
                <a:solidFill>
                  <a:srgbClr val="17324D"/>
                </a:solidFill>
                <a:latin typeface="Arial"/>
                <a:ea typeface="Arial"/>
                <a:cs typeface="Arial"/>
              </a:defRPr>
            </a:lvl1pPr>
            <a:lvl2pPr algn="l">
              <a:buNone/>
              <a:defRPr sz="1725" b="1">
                <a:solidFill>
                  <a:srgbClr val="17324D"/>
                </a:solidFill>
                <a:latin typeface="Arial"/>
                <a:ea typeface="Arial"/>
                <a:cs typeface="Arial"/>
              </a:defRPr>
            </a:lvl2pPr>
            <a:lvl3pPr algn="l">
              <a:buNone/>
              <a:defRPr sz="1725" b="1">
                <a:solidFill>
                  <a:srgbClr val="17324D"/>
                </a:solidFill>
                <a:latin typeface="Arial"/>
                <a:ea typeface="Arial"/>
                <a:cs typeface="Arial"/>
              </a:defRPr>
            </a:lvl3pPr>
            <a:lvl4pPr algn="l">
              <a:buNone/>
              <a:defRPr sz="1725" b="1">
                <a:solidFill>
                  <a:srgbClr val="17324D"/>
                </a:solidFill>
                <a:latin typeface="Arial"/>
                <a:ea typeface="Arial"/>
                <a:cs typeface="Arial"/>
              </a:defRPr>
            </a:lvl4pPr>
            <a:lvl5pPr algn="l">
              <a:buNone/>
              <a:defRPr sz="1725" b="1">
                <a:solidFill>
                  <a:srgbClr val="17324D"/>
                </a:solidFill>
                <a:latin typeface="Arial"/>
                <a:ea typeface="Arial"/>
                <a:cs typeface="Arial"/>
              </a:defRPr>
            </a:lvl5pPr>
            <a:lvl6pPr algn="l">
              <a:buNone/>
              <a:defRPr sz="1725" b="1">
                <a:solidFill>
                  <a:srgbClr val="17324D"/>
                </a:solidFill>
                <a:latin typeface="Arial"/>
                <a:ea typeface="Arial"/>
                <a:cs typeface="Arial"/>
              </a:defRPr>
            </a:lvl6pPr>
            <a:lvl7pPr algn="l">
              <a:buNone/>
              <a:defRPr sz="1725" b="1">
                <a:solidFill>
                  <a:srgbClr val="17324D"/>
                </a:solidFill>
                <a:latin typeface="Arial"/>
                <a:ea typeface="Arial"/>
                <a:cs typeface="Arial"/>
              </a:defRPr>
            </a:lvl7pPr>
            <a:lvl8pPr algn="l">
              <a:buNone/>
              <a:defRPr sz="1725" b="1">
                <a:solidFill>
                  <a:srgbClr val="17324D"/>
                </a:solidFill>
                <a:latin typeface="Arial"/>
                <a:ea typeface="Arial"/>
                <a:cs typeface="Arial"/>
              </a:defRPr>
            </a:lvl8pPr>
            <a:lvl9pPr algn="l">
              <a:buNone/>
              <a:defRPr sz="1725" b="1">
                <a:solidFill>
                  <a:srgbClr val="17324D"/>
                </a:solidFill>
                <a:latin typeface="Arial"/>
                <a:ea typeface="Arial"/>
                <a:cs typeface="Arial"/>
              </a:defRPr>
            </a:lvl9pPr>
          </a:lstStyle>
          <a:p xmlns:a="http://schemas.openxmlformats.org/drawingml/2006/main">
            <a:pPr algn="l">
              <a:buNone/>
              <a:defRPr sz="1725" b="1">
                <a:solidFill>
                  <a:srgbClr val="17324D"/>
                </a:solidFill>
                <a:latin typeface="Arial"/>
                <a:ea typeface="Arial"/>
                <a:cs typeface="Arial"/>
              </a:defRPr>
            </a:pPr>
            <a:r>
              <a:rPr sz="1725" b="1">
                <a:solidFill>
                  <a:srgbClr val="17324D"/>
                </a:solidFill>
                <a:latin typeface="Arial"/>
                <a:ea typeface="Arial"/>
                <a:cs typeface="Arial"/>
              </a:rPr>
              <a:t>H a G: 20</a:t>
            </a:r>
          </a:p>
        </p:txBody>
      </p:sp>
      <p:sp>
        <p:nvSpPr>
          <p:cNvPr id="9" name="">
            <a:extLst xmlns:a="http://schemas.openxmlformats.org/drawingml/2006/main">
              <a:ext uri="{FF2B5EF4-FFF2-40B4-BE49-F238E27FC236}">
                <a16:creationId xmlns:a16="http://schemas.microsoft.com/office/drawing/2014/main" id="{20A45DBB-13C0-424C-9E30-84905ADECB6E}"/>
              </a:ext>
            </a:extLst>
          </p:cNvPr>
          <p:cNvSpPr>
            <a:spLocks xmlns:a="http://schemas.openxmlformats.org/drawingml/2006/main" noGrp="1"/>
          </p:cNvSpPr>
          <p:nvPr/>
        </p:nvSpPr>
        <p:spPr>
          <a:xfrm xmlns:a="http://schemas.openxmlformats.org/drawingml/2006/main">
            <a:off x="8143875" y="398145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24D"/>
                </a:solidFill>
                <a:latin typeface="Arial"/>
                <a:ea typeface="Arial"/>
                <a:cs typeface="Arial"/>
              </a:defRPr>
            </a:defPPr>
            <a:lvl1pPr algn="l">
              <a:buNone/>
              <a:defRPr sz="1725" b="1">
                <a:solidFill>
                  <a:srgbClr val="17324D"/>
                </a:solidFill>
                <a:latin typeface="Arial"/>
                <a:ea typeface="Arial"/>
                <a:cs typeface="Arial"/>
              </a:defRPr>
            </a:lvl1pPr>
            <a:lvl2pPr algn="l">
              <a:buNone/>
              <a:defRPr sz="1725" b="1">
                <a:solidFill>
                  <a:srgbClr val="17324D"/>
                </a:solidFill>
                <a:latin typeface="Arial"/>
                <a:ea typeface="Arial"/>
                <a:cs typeface="Arial"/>
              </a:defRPr>
            </a:lvl2pPr>
            <a:lvl3pPr algn="l">
              <a:buNone/>
              <a:defRPr sz="1725" b="1">
                <a:solidFill>
                  <a:srgbClr val="17324D"/>
                </a:solidFill>
                <a:latin typeface="Arial"/>
                <a:ea typeface="Arial"/>
                <a:cs typeface="Arial"/>
              </a:defRPr>
            </a:lvl3pPr>
            <a:lvl4pPr algn="l">
              <a:buNone/>
              <a:defRPr sz="1725" b="1">
                <a:solidFill>
                  <a:srgbClr val="17324D"/>
                </a:solidFill>
                <a:latin typeface="Arial"/>
                <a:ea typeface="Arial"/>
                <a:cs typeface="Arial"/>
              </a:defRPr>
            </a:lvl4pPr>
            <a:lvl5pPr algn="l">
              <a:buNone/>
              <a:defRPr sz="1725" b="1">
                <a:solidFill>
                  <a:srgbClr val="17324D"/>
                </a:solidFill>
                <a:latin typeface="Arial"/>
                <a:ea typeface="Arial"/>
                <a:cs typeface="Arial"/>
              </a:defRPr>
            </a:lvl5pPr>
            <a:lvl6pPr algn="l">
              <a:buNone/>
              <a:defRPr sz="1725" b="1">
                <a:solidFill>
                  <a:srgbClr val="17324D"/>
                </a:solidFill>
                <a:latin typeface="Arial"/>
                <a:ea typeface="Arial"/>
                <a:cs typeface="Arial"/>
              </a:defRPr>
            </a:lvl6pPr>
            <a:lvl7pPr algn="l">
              <a:buNone/>
              <a:defRPr sz="1725" b="1">
                <a:solidFill>
                  <a:srgbClr val="17324D"/>
                </a:solidFill>
                <a:latin typeface="Arial"/>
                <a:ea typeface="Arial"/>
                <a:cs typeface="Arial"/>
              </a:defRPr>
            </a:lvl7pPr>
            <a:lvl8pPr algn="l">
              <a:buNone/>
              <a:defRPr sz="1725" b="1">
                <a:solidFill>
                  <a:srgbClr val="17324D"/>
                </a:solidFill>
                <a:latin typeface="Arial"/>
                <a:ea typeface="Arial"/>
                <a:cs typeface="Arial"/>
              </a:defRPr>
            </a:lvl8pPr>
            <a:lvl9pPr algn="l">
              <a:buNone/>
              <a:defRPr sz="1725" b="1">
                <a:solidFill>
                  <a:srgbClr val="17324D"/>
                </a:solidFill>
                <a:latin typeface="Arial"/>
                <a:ea typeface="Arial"/>
                <a:cs typeface="Arial"/>
              </a:defRPr>
            </a:lvl9pPr>
          </a:lstStyle>
          <a:p xmlns:a="http://schemas.openxmlformats.org/drawingml/2006/main">
            <a:pPr algn="l">
              <a:buNone/>
              <a:defRPr sz="1725" b="1">
                <a:solidFill>
                  <a:srgbClr val="17324D"/>
                </a:solidFill>
                <a:latin typeface="Arial"/>
                <a:ea typeface="Arial"/>
                <a:cs typeface="Arial"/>
              </a:defRPr>
            </a:pPr>
            <a:r>
              <a:rPr sz="1725" b="1">
                <a:solidFill>
                  <a:srgbClr val="17324D"/>
                </a:solidFill>
                <a:latin typeface="Arial"/>
                <a:ea typeface="Arial"/>
                <a:cs typeface="Arial"/>
              </a:rPr>
              <a:t>G a P: 15</a:t>
            </a:r>
          </a:p>
        </p:txBody>
      </p:sp>
      <p:sp>
        <p:nvSpPr>
          <p:cNvPr id="10" name="">
            <a:extLst xmlns:a="http://schemas.openxmlformats.org/drawingml/2006/main">
              <a:ext uri="{FF2B5EF4-FFF2-40B4-BE49-F238E27FC236}">
                <a16:creationId xmlns:a16="http://schemas.microsoft.com/office/drawing/2014/main" id="{C30377FE-EBD2-44CB-96C9-03F64D61BF18}"/>
              </a:ext>
            </a:extLst>
          </p:cNvPr>
          <p:cNvSpPr>
            <a:spLocks xmlns:a="http://schemas.openxmlformats.org/drawingml/2006/main" noGrp="1"/>
          </p:cNvSpPr>
          <p:nvPr/>
        </p:nvSpPr>
        <p:spPr>
          <a:xfrm xmlns:a="http://schemas.openxmlformats.org/drawingml/2006/main">
            <a:off x="7953375" y="4619625"/>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087F8C"/>
                </a:solidFill>
                <a:latin typeface="Arial"/>
                <a:ea typeface="Arial"/>
                <a:cs typeface="Arial"/>
              </a:defRPr>
            </a:defPPr>
            <a:lvl1pPr algn="l">
              <a:buNone/>
              <a:defRPr sz="2025" b="1">
                <a:solidFill>
                  <a:srgbClr val="087F8C"/>
                </a:solidFill>
                <a:latin typeface="Arial"/>
                <a:ea typeface="Arial"/>
                <a:cs typeface="Arial"/>
              </a:defRPr>
            </a:lvl1pPr>
            <a:lvl2pPr algn="l">
              <a:buNone/>
              <a:defRPr sz="2025" b="1">
                <a:solidFill>
                  <a:srgbClr val="087F8C"/>
                </a:solidFill>
                <a:latin typeface="Arial"/>
                <a:ea typeface="Arial"/>
                <a:cs typeface="Arial"/>
              </a:defRPr>
            </a:lvl2pPr>
            <a:lvl3pPr algn="l">
              <a:buNone/>
              <a:defRPr sz="2025" b="1">
                <a:solidFill>
                  <a:srgbClr val="087F8C"/>
                </a:solidFill>
                <a:latin typeface="Arial"/>
                <a:ea typeface="Arial"/>
                <a:cs typeface="Arial"/>
              </a:defRPr>
            </a:lvl3pPr>
            <a:lvl4pPr algn="l">
              <a:buNone/>
              <a:defRPr sz="2025" b="1">
                <a:solidFill>
                  <a:srgbClr val="087F8C"/>
                </a:solidFill>
                <a:latin typeface="Arial"/>
                <a:ea typeface="Arial"/>
                <a:cs typeface="Arial"/>
              </a:defRPr>
            </a:lvl4pPr>
            <a:lvl5pPr algn="l">
              <a:buNone/>
              <a:defRPr sz="2025" b="1">
                <a:solidFill>
                  <a:srgbClr val="087F8C"/>
                </a:solidFill>
                <a:latin typeface="Arial"/>
                <a:ea typeface="Arial"/>
                <a:cs typeface="Arial"/>
              </a:defRPr>
            </a:lvl5pPr>
            <a:lvl6pPr algn="l">
              <a:buNone/>
              <a:defRPr sz="2025" b="1">
                <a:solidFill>
                  <a:srgbClr val="087F8C"/>
                </a:solidFill>
                <a:latin typeface="Arial"/>
                <a:ea typeface="Arial"/>
                <a:cs typeface="Arial"/>
              </a:defRPr>
            </a:lvl6pPr>
            <a:lvl7pPr algn="l">
              <a:buNone/>
              <a:defRPr sz="2025" b="1">
                <a:solidFill>
                  <a:srgbClr val="087F8C"/>
                </a:solidFill>
                <a:latin typeface="Arial"/>
                <a:ea typeface="Arial"/>
                <a:cs typeface="Arial"/>
              </a:defRPr>
            </a:lvl7pPr>
            <a:lvl8pPr algn="l">
              <a:buNone/>
              <a:defRPr sz="2025" b="1">
                <a:solidFill>
                  <a:srgbClr val="087F8C"/>
                </a:solidFill>
                <a:latin typeface="Arial"/>
                <a:ea typeface="Arial"/>
                <a:cs typeface="Arial"/>
              </a:defRPr>
            </a:lvl8pPr>
            <a:lvl9pPr algn="l">
              <a:buNone/>
              <a:defRPr sz="2025" b="1">
                <a:solidFill>
                  <a:srgbClr val="087F8C"/>
                </a:solidFill>
                <a:latin typeface="Arial"/>
                <a:ea typeface="Arial"/>
                <a:cs typeface="Arial"/>
              </a:defRPr>
            </a:lvl9pPr>
          </a:lstStyle>
          <a:p xmlns:a="http://schemas.openxmlformats.org/drawingml/2006/main">
            <a:pPr algn="l">
              <a:buNone/>
              <a:defRPr sz="2025" b="1">
                <a:solidFill>
                  <a:srgbClr val="087F8C"/>
                </a:solidFill>
                <a:latin typeface="Arial"/>
                <a:ea typeface="Arial"/>
                <a:cs typeface="Arial"/>
              </a:defRPr>
            </a:pPr>
            <a:r>
              <a:rPr sz="2025" b="1">
                <a:solidFill>
                  <a:srgbClr val="087F8C"/>
                </a:solidFill>
                <a:latin typeface="Arial"/>
                <a:ea typeface="Arial"/>
                <a:cs typeface="Arial"/>
              </a:rPr>
              <a:t>Menor F1</a:t>
            </a:r>
          </a:p>
        </p:txBody>
      </p:sp>
      <p:sp>
        <p:nvSpPr>
          <p:cNvPr id="11" name="">
            <a:extLst xmlns:a="http://schemas.openxmlformats.org/drawingml/2006/main">
              <a:ext uri="{FF2B5EF4-FFF2-40B4-BE49-F238E27FC236}">
                <a16:creationId xmlns:a16="http://schemas.microsoft.com/office/drawing/2014/main" id="{DA1F003F-9645-477A-90D3-32768E5EA849}"/>
              </a:ext>
            </a:extLst>
          </p:cNvPr>
          <p:cNvSpPr>
            <a:spLocks xmlns:a="http://schemas.openxmlformats.org/drawingml/2006/main" noGrp="1"/>
          </p:cNvSpPr>
          <p:nvPr/>
        </p:nvSpPr>
        <p:spPr>
          <a:xfrm xmlns:a="http://schemas.openxmlformats.org/drawingml/2006/main">
            <a:off x="7953375" y="5048250"/>
            <a:ext cx="333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263746"/>
                </a:solidFill>
                <a:latin typeface="Arial"/>
                <a:ea typeface="Arial"/>
                <a:cs typeface="Arial"/>
              </a:defRPr>
            </a:defPPr>
            <a:lvl1pPr algn="l">
              <a:buNone/>
              <a:defRPr sz="1650" b="0">
                <a:solidFill>
                  <a:srgbClr val="263746"/>
                </a:solidFill>
                <a:latin typeface="Arial"/>
                <a:ea typeface="Arial"/>
                <a:cs typeface="Arial"/>
              </a:defRPr>
            </a:lvl1pPr>
            <a:lvl2pPr algn="l">
              <a:buNone/>
              <a:defRPr sz="1650" b="0">
                <a:solidFill>
                  <a:srgbClr val="263746"/>
                </a:solidFill>
                <a:latin typeface="Arial"/>
                <a:ea typeface="Arial"/>
                <a:cs typeface="Arial"/>
              </a:defRPr>
            </a:lvl2pPr>
            <a:lvl3pPr algn="l">
              <a:buNone/>
              <a:defRPr sz="1650" b="0">
                <a:solidFill>
                  <a:srgbClr val="263746"/>
                </a:solidFill>
                <a:latin typeface="Arial"/>
                <a:ea typeface="Arial"/>
                <a:cs typeface="Arial"/>
              </a:defRPr>
            </a:lvl3pPr>
            <a:lvl4pPr algn="l">
              <a:buNone/>
              <a:defRPr sz="1650" b="0">
                <a:solidFill>
                  <a:srgbClr val="263746"/>
                </a:solidFill>
                <a:latin typeface="Arial"/>
                <a:ea typeface="Arial"/>
                <a:cs typeface="Arial"/>
              </a:defRPr>
            </a:lvl4pPr>
            <a:lvl5pPr algn="l">
              <a:buNone/>
              <a:defRPr sz="1650" b="0">
                <a:solidFill>
                  <a:srgbClr val="263746"/>
                </a:solidFill>
                <a:latin typeface="Arial"/>
                <a:ea typeface="Arial"/>
                <a:cs typeface="Arial"/>
              </a:defRPr>
            </a:lvl5pPr>
            <a:lvl6pPr algn="l">
              <a:buNone/>
              <a:defRPr sz="1650" b="0">
                <a:solidFill>
                  <a:srgbClr val="263746"/>
                </a:solidFill>
                <a:latin typeface="Arial"/>
                <a:ea typeface="Arial"/>
                <a:cs typeface="Arial"/>
              </a:defRPr>
            </a:lvl6pPr>
            <a:lvl7pPr algn="l">
              <a:buNone/>
              <a:defRPr sz="1650" b="0">
                <a:solidFill>
                  <a:srgbClr val="263746"/>
                </a:solidFill>
                <a:latin typeface="Arial"/>
                <a:ea typeface="Arial"/>
                <a:cs typeface="Arial"/>
              </a:defRPr>
            </a:lvl7pPr>
            <a:lvl8pPr algn="l">
              <a:buNone/>
              <a:defRPr sz="1650" b="0">
                <a:solidFill>
                  <a:srgbClr val="263746"/>
                </a:solidFill>
                <a:latin typeface="Arial"/>
                <a:ea typeface="Arial"/>
                <a:cs typeface="Arial"/>
              </a:defRPr>
            </a:lvl8pPr>
            <a:lvl9pPr algn="l">
              <a:buNone/>
              <a:defRPr sz="1650" b="0">
                <a:solidFill>
                  <a:srgbClr val="263746"/>
                </a:solidFill>
                <a:latin typeface="Arial"/>
                <a:ea typeface="Arial"/>
                <a:cs typeface="Arial"/>
              </a:defRPr>
            </a:lvl9pPr>
          </a:lstStyle>
          <a:p xmlns:a="http://schemas.openxmlformats.org/drawingml/2006/main">
            <a:pPr algn="l">
              <a:buNone/>
              <a:defRPr sz="1650" b="0">
                <a:solidFill>
                  <a:srgbClr val="263746"/>
                </a:solidFill>
                <a:latin typeface="Arial"/>
                <a:ea typeface="Arial"/>
                <a:cs typeface="Arial"/>
              </a:defRPr>
            </a:pPr>
            <a:r>
              <a:rPr sz="1650" b="0">
                <a:solidFill>
                  <a:srgbClr val="263746"/>
                </a:solidFill>
                <a:latin typeface="Arial"/>
                <a:ea typeface="Arial"/>
                <a:cs typeface="Arial"/>
              </a:rPr>
              <a:t>T 0,9065 / R 0,9111</a:t>
            </a:r>
          </a:p>
          <a:p xmlns:a="http://schemas.openxmlformats.org/drawingml/2006/main">
            <a:pPr algn="l">
              <a:buNone/>
              <a:defRPr sz="1650" b="0">
                <a:solidFill>
                  <a:srgbClr val="263746"/>
                </a:solidFill>
                <a:latin typeface="Arial"/>
                <a:ea typeface="Arial"/>
                <a:cs typeface="Arial"/>
              </a:defRPr>
            </a:pPr>
            <a:r>
              <a:rPr sz="1650" b="0">
                <a:solidFill>
                  <a:srgbClr val="263746"/>
                </a:solidFill>
                <a:latin typeface="Arial"/>
                <a:ea typeface="Arial"/>
                <a:cs typeface="Arial"/>
              </a:rPr>
              <a:t>X 0,9196</a:t>
            </a:r>
          </a:p>
        </p:txBody>
      </p:sp>
      <p:sp>
        <p:nvSpPr>
          <p:cNvPr id="12" name="">
            <a:extLst xmlns:a="http://schemas.openxmlformats.org/drawingml/2006/main">
              <a:ext uri="{FF2B5EF4-FFF2-40B4-BE49-F238E27FC236}">
                <a16:creationId xmlns:a16="http://schemas.microsoft.com/office/drawing/2014/main" id="{1D1D7C27-7AA9-4D81-8C55-EDC88166F66F}"/>
              </a:ext>
            </a:extLst>
          </p:cNvPr>
          <p:cNvSpPr>
            <a:spLocks xmlns:a="http://schemas.openxmlformats.org/drawingml/2006/main" noGrp="1"/>
          </p:cNvSpPr>
          <p:nvPr/>
        </p:nvSpPr>
        <p:spPr>
          <a:xfrm xmlns:a="http://schemas.openxmlformats.org/drawingml/2006/main">
            <a:off x="609600" y="58864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0">
                <a:solidFill>
                  <a:srgbClr val="4E5C68"/>
                </a:solidFill>
                <a:latin typeface="Arial"/>
                <a:ea typeface="Arial"/>
                <a:cs typeface="Arial"/>
              </a:defRPr>
            </a:defPPr>
            <a:lvl1pPr algn="l">
              <a:buNone/>
              <a:defRPr sz="1800" b="0">
                <a:solidFill>
                  <a:srgbClr val="4E5C68"/>
                </a:solidFill>
                <a:latin typeface="Arial"/>
                <a:ea typeface="Arial"/>
                <a:cs typeface="Arial"/>
              </a:defRPr>
            </a:lvl1pPr>
            <a:lvl2pPr algn="l">
              <a:buNone/>
              <a:defRPr sz="1800" b="0">
                <a:solidFill>
                  <a:srgbClr val="4E5C68"/>
                </a:solidFill>
                <a:latin typeface="Arial"/>
                <a:ea typeface="Arial"/>
                <a:cs typeface="Arial"/>
              </a:defRPr>
            </a:lvl2pPr>
            <a:lvl3pPr algn="l">
              <a:buNone/>
              <a:defRPr sz="1800" b="0">
                <a:solidFill>
                  <a:srgbClr val="4E5C68"/>
                </a:solidFill>
                <a:latin typeface="Arial"/>
                <a:ea typeface="Arial"/>
                <a:cs typeface="Arial"/>
              </a:defRPr>
            </a:lvl3pPr>
            <a:lvl4pPr algn="l">
              <a:buNone/>
              <a:defRPr sz="1800" b="0">
                <a:solidFill>
                  <a:srgbClr val="4E5C68"/>
                </a:solidFill>
                <a:latin typeface="Arial"/>
                <a:ea typeface="Arial"/>
                <a:cs typeface="Arial"/>
              </a:defRPr>
            </a:lvl4pPr>
            <a:lvl5pPr algn="l">
              <a:buNone/>
              <a:defRPr sz="1800" b="0">
                <a:solidFill>
                  <a:srgbClr val="4E5C68"/>
                </a:solidFill>
                <a:latin typeface="Arial"/>
                <a:ea typeface="Arial"/>
                <a:cs typeface="Arial"/>
              </a:defRPr>
            </a:lvl5pPr>
            <a:lvl6pPr algn="l">
              <a:buNone/>
              <a:defRPr sz="1800" b="0">
                <a:solidFill>
                  <a:srgbClr val="4E5C68"/>
                </a:solidFill>
                <a:latin typeface="Arial"/>
                <a:ea typeface="Arial"/>
                <a:cs typeface="Arial"/>
              </a:defRPr>
            </a:lvl6pPr>
            <a:lvl7pPr algn="l">
              <a:buNone/>
              <a:defRPr sz="1800" b="0">
                <a:solidFill>
                  <a:srgbClr val="4E5C68"/>
                </a:solidFill>
                <a:latin typeface="Arial"/>
                <a:ea typeface="Arial"/>
                <a:cs typeface="Arial"/>
              </a:defRPr>
            </a:lvl7pPr>
            <a:lvl8pPr algn="l">
              <a:buNone/>
              <a:defRPr sz="1800" b="0">
                <a:solidFill>
                  <a:srgbClr val="4E5C68"/>
                </a:solidFill>
                <a:latin typeface="Arial"/>
                <a:ea typeface="Arial"/>
                <a:cs typeface="Arial"/>
              </a:defRPr>
            </a:lvl8pPr>
            <a:lvl9pPr algn="l">
              <a:buNone/>
              <a:defRPr sz="1800" b="0">
                <a:solidFill>
                  <a:srgbClr val="4E5C68"/>
                </a:solidFill>
                <a:latin typeface="Arial"/>
                <a:ea typeface="Arial"/>
                <a:cs typeface="Arial"/>
              </a:defRPr>
            </a:lvl9pPr>
          </a:lstStyle>
          <a:p xmlns:a="http://schemas.openxmlformats.org/drawingml/2006/main">
            <a:pPr algn="l">
              <a:buNone/>
              <a:defRPr sz="1725" b="0">
                <a:solidFill>
                  <a:srgbClr val="4E5C68"/>
                </a:solidFill>
                <a:latin typeface="Arial"/>
                <a:ea typeface="Arial"/>
                <a:cs typeface="Arial"/>
              </a:defRPr>
            </a:pPr>
            <a:r>
              <a:rPr sz="1725" b="0">
                <a:solidFill>
                  <a:srgbClr val="4E5C68"/>
                </a:solidFill>
                <a:latin typeface="Arial"/>
                <a:ea typeface="Arial"/>
                <a:cs typeface="Arial"/>
              </a:rPr>
              <a:t>T tiene el menor F1. La similitud visual es una hipótesis sobre los errores.</a:t>
            </a:r>
          </a:p>
        </p:txBody>
      </p:sp>
      <p:pic>
        <p:nvPicPr>
          <p:cNvPr id="14" name="">
            <a:extLst xmlns:a="http://schemas.openxmlformats.org/drawingml/2006/main">
              <a:ext uri="{FF2B5EF4-FFF2-40B4-BE49-F238E27FC236}">
                <a16:creationId xmlns:a16="http://schemas.microsoft.com/office/drawing/2014/main" id="{81A27008-E786-4BE1-A84D-1C3E9200529A}"/>
              </a:ext>
            </a:extLst>
          </p:cNvPr>
          <p:cNvPicPr>
            <a:picLocks xmlns:a="http://schemas.openxmlformats.org/drawingml/2006/main" noChangeAspect="1"/>
          </p:cNvPicPr>
          <p:nvPr/>
        </p:nvPicPr>
        <p:blipFill>
          <a:blip xmlns:r="http://schemas.openxmlformats.org/officeDocument/2006/relationships" xmlns:a="http://schemas.openxmlformats.org/drawingml/2006/main" r:embed="R451957fafbb44d9d"/>
          <a:srcRect xmlns:a="http://schemas.openxmlformats.org/drawingml/2006/main" l="1167" t="6768" r="69870" b="65229"/>
          <a:stretch xmlns:a="http://schemas.openxmlformats.org/drawingml/2006/main"/>
        </p:blipFill>
        <p:spPr>
          <a:xfrm xmlns:a="http://schemas.openxmlformats.org/drawingml/2006/main">
            <a:off x="762000" y="1685925"/>
            <a:ext cx="2000250" cy="2000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E7D77AAC-BADF-4450-8758-3C0A3CEF6C0A}"/>
              </a:ext>
            </a:extLst>
          </p:cNvPr>
          <p:cNvPicPr>
            <a:picLocks xmlns:a="http://schemas.openxmlformats.org/drawingml/2006/main" noChangeAspect="1"/>
          </p:cNvPicPr>
          <p:nvPr/>
        </p:nvPicPr>
        <p:blipFill>
          <a:blip xmlns:r="http://schemas.openxmlformats.org/officeDocument/2006/relationships" xmlns:a="http://schemas.openxmlformats.org/drawingml/2006/main" r:embed="Rd66f24ab9d404985"/>
          <a:srcRect xmlns:a="http://schemas.openxmlformats.org/drawingml/2006/main" l="35553" t="38819" r="35484" b="33179"/>
          <a:stretch xmlns:a="http://schemas.openxmlformats.org/drawingml/2006/main"/>
        </p:blipFill>
        <p:spPr>
          <a:xfrm xmlns:a="http://schemas.openxmlformats.org/drawingml/2006/main">
            <a:off x="4000500" y="1685925"/>
            <a:ext cx="2000250" cy="2000250"/>
          </a:xfrm>
          <a:prstGeom xmlns:a="http://schemas.openxmlformats.org/drawingml/2006/main" prst="rect">
            <a:avLst/>
          </a:prstGeom>
        </p:spPr>
      </p:pic>
      <p:pic>
        <p:nvPicPr>
          <p:cNvPr id="16" name="">
            <a:extLst xmlns:a="http://schemas.openxmlformats.org/drawingml/2006/main">
              <a:ext uri="{FF2B5EF4-FFF2-40B4-BE49-F238E27FC236}">
                <a16:creationId xmlns:a16="http://schemas.microsoft.com/office/drawing/2014/main" id="{5D5F7CE0-049B-4AB6-AA5B-7F6EA469D22F}"/>
              </a:ext>
            </a:extLst>
          </p:cNvPr>
          <p:cNvPicPr>
            <a:picLocks xmlns:a="http://schemas.openxmlformats.org/drawingml/2006/main" noChangeAspect="1"/>
          </p:cNvPicPr>
          <p:nvPr/>
        </p:nvPicPr>
        <p:blipFill>
          <a:blip xmlns:r="http://schemas.openxmlformats.org/officeDocument/2006/relationships" xmlns:a="http://schemas.openxmlformats.org/drawingml/2006/main" r:embed="R0caa1563fcab49f2"/>
          <a:srcRect xmlns:a="http://schemas.openxmlformats.org/drawingml/2006/main" l="1167" t="70869" r="69870" b="1128"/>
          <a:stretch xmlns:a="http://schemas.openxmlformats.org/drawingml/2006/main"/>
        </p:blipFill>
        <p:spPr>
          <a:xfrm xmlns:a="http://schemas.openxmlformats.org/drawingml/2006/main">
            <a:off x="762000" y="4114800"/>
            <a:ext cx="1600200" cy="1600200"/>
          </a:xfrm>
          <a:prstGeom xmlns:a="http://schemas.openxmlformats.org/drawingml/2006/main" prst="rect">
            <a:avLst/>
          </a:prstGeom>
        </p:spPr>
      </p:pic>
      <p:pic>
        <p:nvPicPr>
          <p:cNvPr id="17" name="">
            <a:extLst xmlns:a="http://schemas.openxmlformats.org/drawingml/2006/main">
              <a:ext uri="{FF2B5EF4-FFF2-40B4-BE49-F238E27FC236}">
                <a16:creationId xmlns:a16="http://schemas.microsoft.com/office/drawing/2014/main" id="{1057C315-CC72-472B-9A7A-5170A1F17511}"/>
              </a:ext>
            </a:extLst>
          </p:cNvPr>
          <p:cNvPicPr>
            <a:picLocks xmlns:a="http://schemas.openxmlformats.org/drawingml/2006/main" noChangeAspect="1"/>
          </p:cNvPicPr>
          <p:nvPr/>
        </p:nvPicPr>
        <p:blipFill>
          <a:blip xmlns:r="http://schemas.openxmlformats.org/officeDocument/2006/relationships" xmlns:a="http://schemas.openxmlformats.org/drawingml/2006/main" r:embed="R886daf595ca74c9f"/>
          <a:srcRect xmlns:a="http://schemas.openxmlformats.org/drawingml/2006/main" l="69938" t="6768" r="1098" b="65229"/>
          <a:stretch xmlns:a="http://schemas.openxmlformats.org/drawingml/2006/main"/>
        </p:blipFill>
        <p:spPr>
          <a:xfrm xmlns:a="http://schemas.openxmlformats.org/drawingml/2006/main">
            <a:off x="4000500" y="4114800"/>
            <a:ext cx="1600200" cy="1600200"/>
          </a:xfrm>
          <a:prstGeom xmlns:a="http://schemas.openxmlformats.org/drawingml/2006/main" prst="rect">
            <a:avLst/>
          </a:prstGeom>
        </p:spPr>
      </p:pic>
      <p:sp>
        <p:nvSpPr>
          <p:cNvPr id="18" name="G-correct">
            <a:extLst xmlns:a="http://schemas.openxmlformats.org/drawingml/2006/main">
              <a:ext uri="{FF2B5EF4-FFF2-40B4-BE49-F238E27FC236}">
                <a16:creationId xmlns:a16="http://schemas.microsoft.com/office/drawing/2014/main" id="{630F0564-4421-487F-8CD3-A051315B875B}"/>
              </a:ext>
            </a:extLst>
          </p:cNvPr>
          <p:cNvSpPr>
            <a:spLocks xmlns:a="http://schemas.openxmlformats.org/drawingml/2006/main" noGrp="1"/>
          </p:cNvSpPr>
          <p:nvPr/>
        </p:nvSpPr>
        <p:spPr>
          <a:xfrm xmlns:a="http://schemas.openxmlformats.org/drawingml/2006/main">
            <a:off x="762000" y="13430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24D"/>
                </a:solidFill>
                <a:latin typeface="Arial"/>
                <a:ea typeface="Arial"/>
                <a:cs typeface="Arial"/>
              </a:defRPr>
            </a:defPPr>
            <a:lvl1pPr>
              <a:defRPr sz="1650" b="1">
                <a:solidFill>
                  <a:srgbClr val="17324D"/>
                </a:solidFill>
                <a:latin typeface="Arial"/>
                <a:ea typeface="Arial"/>
                <a:cs typeface="Arial"/>
              </a:defRPr>
            </a:lvl1pPr>
            <a:lvl2pPr>
              <a:defRPr sz="1650" b="1">
                <a:solidFill>
                  <a:srgbClr val="17324D"/>
                </a:solidFill>
                <a:latin typeface="Arial"/>
                <a:ea typeface="Arial"/>
                <a:cs typeface="Arial"/>
              </a:defRPr>
            </a:lvl2pPr>
            <a:lvl3pPr>
              <a:defRPr sz="1650" b="1">
                <a:solidFill>
                  <a:srgbClr val="17324D"/>
                </a:solidFill>
                <a:latin typeface="Arial"/>
                <a:ea typeface="Arial"/>
                <a:cs typeface="Arial"/>
              </a:defRPr>
            </a:lvl3pPr>
            <a:lvl4pPr>
              <a:defRPr sz="1650" b="1">
                <a:solidFill>
                  <a:srgbClr val="17324D"/>
                </a:solidFill>
                <a:latin typeface="Arial"/>
                <a:ea typeface="Arial"/>
                <a:cs typeface="Arial"/>
              </a:defRPr>
            </a:lvl4pPr>
            <a:lvl5pPr>
              <a:defRPr sz="1650" b="1">
                <a:solidFill>
                  <a:srgbClr val="17324D"/>
                </a:solidFill>
                <a:latin typeface="Arial"/>
                <a:ea typeface="Arial"/>
                <a:cs typeface="Arial"/>
              </a:defRPr>
            </a:lvl5pPr>
            <a:lvl6pPr>
              <a:defRPr sz="1650" b="1">
                <a:solidFill>
                  <a:srgbClr val="17324D"/>
                </a:solidFill>
                <a:latin typeface="Arial"/>
                <a:ea typeface="Arial"/>
                <a:cs typeface="Arial"/>
              </a:defRPr>
            </a:lvl6pPr>
            <a:lvl7pPr>
              <a:defRPr sz="1650" b="1">
                <a:solidFill>
                  <a:srgbClr val="17324D"/>
                </a:solidFill>
                <a:latin typeface="Arial"/>
                <a:ea typeface="Arial"/>
                <a:cs typeface="Arial"/>
              </a:defRPr>
            </a:lvl7pPr>
            <a:lvl8pPr>
              <a:defRPr sz="1650" b="1">
                <a:solidFill>
                  <a:srgbClr val="17324D"/>
                </a:solidFill>
                <a:latin typeface="Arial"/>
                <a:ea typeface="Arial"/>
                <a:cs typeface="Arial"/>
              </a:defRPr>
            </a:lvl8pPr>
            <a:lvl9pPr>
              <a:defRPr sz="1650" b="1">
                <a:solidFill>
                  <a:srgbClr val="17324D"/>
                </a:solidFill>
                <a:latin typeface="Arial"/>
                <a:ea typeface="Arial"/>
                <a:cs typeface="Arial"/>
              </a:defRPr>
            </a:lvl9pPr>
          </a:lstStyle>
          <a:p xmlns:a="http://schemas.openxmlformats.org/drawingml/2006/main">
            <a:pPr>
              <a:defRPr sz="1650" b="1">
                <a:solidFill>
                  <a:srgbClr val="17324D"/>
                </a:solidFill>
                <a:latin typeface="Arial"/>
                <a:ea typeface="Arial"/>
                <a:cs typeface="Arial"/>
              </a:defRPr>
            </a:pPr>
            <a:r>
              <a:rPr sz="1650" b="1">
                <a:solidFill>
                  <a:srgbClr val="17324D"/>
                </a:solidFill>
                <a:latin typeface="Arial"/>
                <a:ea typeface="Arial"/>
                <a:cs typeface="Arial"/>
              </a:rPr>
              <a:t>Real G / Predicción G</a:t>
            </a:r>
          </a:p>
        </p:txBody>
      </p:sp>
      <p:sp>
        <p:nvSpPr>
          <p:cNvPr id="19" name="G-error">
            <a:extLst xmlns:a="http://schemas.openxmlformats.org/drawingml/2006/main">
              <a:ext uri="{FF2B5EF4-FFF2-40B4-BE49-F238E27FC236}">
                <a16:creationId xmlns:a16="http://schemas.microsoft.com/office/drawing/2014/main" id="{EDCDEDAB-5BD3-47F1-BA1F-59D82BE8B88D}"/>
              </a:ext>
            </a:extLst>
          </p:cNvPr>
          <p:cNvSpPr>
            <a:spLocks xmlns:a="http://schemas.openxmlformats.org/drawingml/2006/main" noGrp="1"/>
          </p:cNvSpPr>
          <p:nvPr/>
        </p:nvSpPr>
        <p:spPr>
          <a:xfrm xmlns:a="http://schemas.openxmlformats.org/drawingml/2006/main">
            <a:off x="4000500" y="13430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24D"/>
                </a:solidFill>
                <a:latin typeface="Arial"/>
                <a:ea typeface="Arial"/>
                <a:cs typeface="Arial"/>
              </a:defRPr>
            </a:defPPr>
            <a:lvl1pPr>
              <a:defRPr sz="1650" b="1">
                <a:solidFill>
                  <a:srgbClr val="17324D"/>
                </a:solidFill>
                <a:latin typeface="Arial"/>
                <a:ea typeface="Arial"/>
                <a:cs typeface="Arial"/>
              </a:defRPr>
            </a:lvl1pPr>
            <a:lvl2pPr>
              <a:defRPr sz="1650" b="1">
                <a:solidFill>
                  <a:srgbClr val="17324D"/>
                </a:solidFill>
                <a:latin typeface="Arial"/>
                <a:ea typeface="Arial"/>
                <a:cs typeface="Arial"/>
              </a:defRPr>
            </a:lvl2pPr>
            <a:lvl3pPr>
              <a:defRPr sz="1650" b="1">
                <a:solidFill>
                  <a:srgbClr val="17324D"/>
                </a:solidFill>
                <a:latin typeface="Arial"/>
                <a:ea typeface="Arial"/>
                <a:cs typeface="Arial"/>
              </a:defRPr>
            </a:lvl3pPr>
            <a:lvl4pPr>
              <a:defRPr sz="1650" b="1">
                <a:solidFill>
                  <a:srgbClr val="17324D"/>
                </a:solidFill>
                <a:latin typeface="Arial"/>
                <a:ea typeface="Arial"/>
                <a:cs typeface="Arial"/>
              </a:defRPr>
            </a:lvl4pPr>
            <a:lvl5pPr>
              <a:defRPr sz="1650" b="1">
                <a:solidFill>
                  <a:srgbClr val="17324D"/>
                </a:solidFill>
                <a:latin typeface="Arial"/>
                <a:ea typeface="Arial"/>
                <a:cs typeface="Arial"/>
              </a:defRPr>
            </a:lvl5pPr>
            <a:lvl6pPr>
              <a:defRPr sz="1650" b="1">
                <a:solidFill>
                  <a:srgbClr val="17324D"/>
                </a:solidFill>
                <a:latin typeface="Arial"/>
                <a:ea typeface="Arial"/>
                <a:cs typeface="Arial"/>
              </a:defRPr>
            </a:lvl6pPr>
            <a:lvl7pPr>
              <a:defRPr sz="1650" b="1">
                <a:solidFill>
                  <a:srgbClr val="17324D"/>
                </a:solidFill>
                <a:latin typeface="Arial"/>
                <a:ea typeface="Arial"/>
                <a:cs typeface="Arial"/>
              </a:defRPr>
            </a:lvl7pPr>
            <a:lvl8pPr>
              <a:defRPr sz="1650" b="1">
                <a:solidFill>
                  <a:srgbClr val="17324D"/>
                </a:solidFill>
                <a:latin typeface="Arial"/>
                <a:ea typeface="Arial"/>
                <a:cs typeface="Arial"/>
              </a:defRPr>
            </a:lvl8pPr>
            <a:lvl9pPr>
              <a:defRPr sz="1650" b="1">
                <a:solidFill>
                  <a:srgbClr val="17324D"/>
                </a:solidFill>
                <a:latin typeface="Arial"/>
                <a:ea typeface="Arial"/>
                <a:cs typeface="Arial"/>
              </a:defRPr>
            </a:lvl9pPr>
          </a:lstStyle>
          <a:p xmlns:a="http://schemas.openxmlformats.org/drawingml/2006/main">
            <a:pPr>
              <a:defRPr sz="1650" b="1">
                <a:solidFill>
                  <a:srgbClr val="17324D"/>
                </a:solidFill>
                <a:latin typeface="Arial"/>
                <a:ea typeface="Arial"/>
                <a:cs typeface="Arial"/>
              </a:defRPr>
            </a:pPr>
            <a:r>
              <a:rPr sz="1650" b="1">
                <a:solidFill>
                  <a:srgbClr val="17324D"/>
                </a:solidFill>
                <a:latin typeface="Arial"/>
                <a:ea typeface="Arial"/>
                <a:cs typeface="Arial"/>
              </a:rPr>
              <a:t>Real G / Predicción P</a:t>
            </a:r>
          </a:p>
        </p:txBody>
      </p:sp>
      <p:sp>
        <p:nvSpPr>
          <p:cNvPr id="20" name="T-error">
            <a:extLst xmlns:a="http://schemas.openxmlformats.org/drawingml/2006/main">
              <a:ext uri="{FF2B5EF4-FFF2-40B4-BE49-F238E27FC236}">
                <a16:creationId xmlns:a16="http://schemas.microsoft.com/office/drawing/2014/main" id="{8D968AE3-783B-4FE8-997C-58355295AA2E}"/>
              </a:ext>
            </a:extLst>
          </p:cNvPr>
          <p:cNvSpPr>
            <a:spLocks xmlns:a="http://schemas.openxmlformats.org/drawingml/2006/main" noGrp="1"/>
          </p:cNvSpPr>
          <p:nvPr/>
        </p:nvSpPr>
        <p:spPr>
          <a:xfrm xmlns:a="http://schemas.openxmlformats.org/drawingml/2006/main">
            <a:off x="762000" y="37814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24D"/>
                </a:solidFill>
                <a:latin typeface="Arial"/>
                <a:ea typeface="Arial"/>
                <a:cs typeface="Arial"/>
              </a:defRPr>
            </a:defPPr>
            <a:lvl1pPr>
              <a:defRPr sz="1650" b="1">
                <a:solidFill>
                  <a:srgbClr val="17324D"/>
                </a:solidFill>
                <a:latin typeface="Arial"/>
                <a:ea typeface="Arial"/>
                <a:cs typeface="Arial"/>
              </a:defRPr>
            </a:lvl1pPr>
            <a:lvl2pPr>
              <a:defRPr sz="1650" b="1">
                <a:solidFill>
                  <a:srgbClr val="17324D"/>
                </a:solidFill>
                <a:latin typeface="Arial"/>
                <a:ea typeface="Arial"/>
                <a:cs typeface="Arial"/>
              </a:defRPr>
            </a:lvl2pPr>
            <a:lvl3pPr>
              <a:defRPr sz="1650" b="1">
                <a:solidFill>
                  <a:srgbClr val="17324D"/>
                </a:solidFill>
                <a:latin typeface="Arial"/>
                <a:ea typeface="Arial"/>
                <a:cs typeface="Arial"/>
              </a:defRPr>
            </a:lvl3pPr>
            <a:lvl4pPr>
              <a:defRPr sz="1650" b="1">
                <a:solidFill>
                  <a:srgbClr val="17324D"/>
                </a:solidFill>
                <a:latin typeface="Arial"/>
                <a:ea typeface="Arial"/>
                <a:cs typeface="Arial"/>
              </a:defRPr>
            </a:lvl4pPr>
            <a:lvl5pPr>
              <a:defRPr sz="1650" b="1">
                <a:solidFill>
                  <a:srgbClr val="17324D"/>
                </a:solidFill>
                <a:latin typeface="Arial"/>
                <a:ea typeface="Arial"/>
                <a:cs typeface="Arial"/>
              </a:defRPr>
            </a:lvl5pPr>
            <a:lvl6pPr>
              <a:defRPr sz="1650" b="1">
                <a:solidFill>
                  <a:srgbClr val="17324D"/>
                </a:solidFill>
                <a:latin typeface="Arial"/>
                <a:ea typeface="Arial"/>
                <a:cs typeface="Arial"/>
              </a:defRPr>
            </a:lvl6pPr>
            <a:lvl7pPr>
              <a:defRPr sz="1650" b="1">
                <a:solidFill>
                  <a:srgbClr val="17324D"/>
                </a:solidFill>
                <a:latin typeface="Arial"/>
                <a:ea typeface="Arial"/>
                <a:cs typeface="Arial"/>
              </a:defRPr>
            </a:lvl7pPr>
            <a:lvl8pPr>
              <a:defRPr sz="1650" b="1">
                <a:solidFill>
                  <a:srgbClr val="17324D"/>
                </a:solidFill>
                <a:latin typeface="Arial"/>
                <a:ea typeface="Arial"/>
                <a:cs typeface="Arial"/>
              </a:defRPr>
            </a:lvl8pPr>
            <a:lvl9pPr>
              <a:defRPr sz="1650" b="1">
                <a:solidFill>
                  <a:srgbClr val="17324D"/>
                </a:solidFill>
                <a:latin typeface="Arial"/>
                <a:ea typeface="Arial"/>
                <a:cs typeface="Arial"/>
              </a:defRPr>
            </a:lvl9pPr>
          </a:lstStyle>
          <a:p xmlns:a="http://schemas.openxmlformats.org/drawingml/2006/main">
            <a:pPr>
              <a:defRPr sz="1650" b="1">
                <a:solidFill>
                  <a:srgbClr val="17324D"/>
                </a:solidFill>
                <a:latin typeface="Arial"/>
                <a:ea typeface="Arial"/>
                <a:cs typeface="Arial"/>
              </a:defRPr>
            </a:pPr>
            <a:r>
              <a:rPr sz="1650" b="1">
                <a:solidFill>
                  <a:srgbClr val="17324D"/>
                </a:solidFill>
                <a:latin typeface="Arial"/>
                <a:ea typeface="Arial"/>
                <a:cs typeface="Arial"/>
              </a:rPr>
              <a:t>Real T / Predicción X</a:t>
            </a:r>
          </a:p>
        </p:txBody>
      </p:sp>
      <p:sp>
        <p:nvSpPr>
          <p:cNvPr id="21" name="X-error">
            <a:extLst xmlns:a="http://schemas.openxmlformats.org/drawingml/2006/main">
              <a:ext uri="{FF2B5EF4-FFF2-40B4-BE49-F238E27FC236}">
                <a16:creationId xmlns:a16="http://schemas.microsoft.com/office/drawing/2014/main" id="{AD697847-910B-459C-B58F-8904EB228B4A}"/>
              </a:ext>
            </a:extLst>
          </p:cNvPr>
          <p:cNvSpPr>
            <a:spLocks xmlns:a="http://schemas.openxmlformats.org/drawingml/2006/main" noGrp="1"/>
          </p:cNvSpPr>
          <p:nvPr/>
        </p:nvSpPr>
        <p:spPr>
          <a:xfrm xmlns:a="http://schemas.openxmlformats.org/drawingml/2006/main">
            <a:off x="4000500" y="37814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7324D"/>
                </a:solidFill>
                <a:latin typeface="Arial"/>
                <a:ea typeface="Arial"/>
                <a:cs typeface="Arial"/>
              </a:defRPr>
            </a:defPPr>
            <a:lvl1pPr>
              <a:defRPr sz="1650" b="1">
                <a:solidFill>
                  <a:srgbClr val="17324D"/>
                </a:solidFill>
                <a:latin typeface="Arial"/>
                <a:ea typeface="Arial"/>
                <a:cs typeface="Arial"/>
              </a:defRPr>
            </a:lvl1pPr>
            <a:lvl2pPr>
              <a:defRPr sz="1650" b="1">
                <a:solidFill>
                  <a:srgbClr val="17324D"/>
                </a:solidFill>
                <a:latin typeface="Arial"/>
                <a:ea typeface="Arial"/>
                <a:cs typeface="Arial"/>
              </a:defRPr>
            </a:lvl2pPr>
            <a:lvl3pPr>
              <a:defRPr sz="1650" b="1">
                <a:solidFill>
                  <a:srgbClr val="17324D"/>
                </a:solidFill>
                <a:latin typeface="Arial"/>
                <a:ea typeface="Arial"/>
                <a:cs typeface="Arial"/>
              </a:defRPr>
            </a:lvl3pPr>
            <a:lvl4pPr>
              <a:defRPr sz="1650" b="1">
                <a:solidFill>
                  <a:srgbClr val="17324D"/>
                </a:solidFill>
                <a:latin typeface="Arial"/>
                <a:ea typeface="Arial"/>
                <a:cs typeface="Arial"/>
              </a:defRPr>
            </a:lvl4pPr>
            <a:lvl5pPr>
              <a:defRPr sz="1650" b="1">
                <a:solidFill>
                  <a:srgbClr val="17324D"/>
                </a:solidFill>
                <a:latin typeface="Arial"/>
                <a:ea typeface="Arial"/>
                <a:cs typeface="Arial"/>
              </a:defRPr>
            </a:lvl5pPr>
            <a:lvl6pPr>
              <a:defRPr sz="1650" b="1">
                <a:solidFill>
                  <a:srgbClr val="17324D"/>
                </a:solidFill>
                <a:latin typeface="Arial"/>
                <a:ea typeface="Arial"/>
                <a:cs typeface="Arial"/>
              </a:defRPr>
            </a:lvl6pPr>
            <a:lvl7pPr>
              <a:defRPr sz="1650" b="1">
                <a:solidFill>
                  <a:srgbClr val="17324D"/>
                </a:solidFill>
                <a:latin typeface="Arial"/>
                <a:ea typeface="Arial"/>
                <a:cs typeface="Arial"/>
              </a:defRPr>
            </a:lvl7pPr>
            <a:lvl8pPr>
              <a:defRPr sz="1650" b="1">
                <a:solidFill>
                  <a:srgbClr val="17324D"/>
                </a:solidFill>
                <a:latin typeface="Arial"/>
                <a:ea typeface="Arial"/>
                <a:cs typeface="Arial"/>
              </a:defRPr>
            </a:lvl8pPr>
            <a:lvl9pPr>
              <a:defRPr sz="1650" b="1">
                <a:solidFill>
                  <a:srgbClr val="17324D"/>
                </a:solidFill>
                <a:latin typeface="Arial"/>
                <a:ea typeface="Arial"/>
                <a:cs typeface="Arial"/>
              </a:defRPr>
            </a:lvl9pPr>
          </a:lstStyle>
          <a:p xmlns:a="http://schemas.openxmlformats.org/drawingml/2006/main">
            <a:pPr>
              <a:defRPr sz="1650" b="1">
                <a:solidFill>
                  <a:srgbClr val="17324D"/>
                </a:solidFill>
                <a:latin typeface="Arial"/>
                <a:ea typeface="Arial"/>
                <a:cs typeface="Arial"/>
              </a:defRPr>
            </a:pPr>
            <a:r>
              <a:rPr sz="1650" b="1">
                <a:solidFill>
                  <a:srgbClr val="17324D"/>
                </a:solidFill>
                <a:latin typeface="Arial"/>
                <a:ea typeface="Arial"/>
                <a:cs typeface="Arial"/>
              </a:rPr>
              <a:t>Real X / Predicción T</a:t>
            </a:r>
          </a:p>
        </p:txBody>
      </p:sp>
    </p:spTree>
    <p:extLst>
      <p:ext uri="{BB962C8B-B14F-4D97-AF65-F5344CB8AC3E}">
        <p14:creationId xmlns:p14="http://schemas.microsoft.com/office/powerpoint/2010/main" val="199039575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2A7E75E-292A-4649-883B-AEC4FE54CE7C}"/>
              </a:ext>
            </a:extLst>
          </p:cNvPr>
          <p:cNvSpPr>
            <a:spLocks xmlns:a="http://schemas.openxmlformats.org/drawingml/2006/main" noGrp="1"/>
          </p:cNvSpPr>
          <p:nvPr/>
        </p:nvSpPr>
        <p:spPr>
          <a:xfrm xmlns:a="http://schemas.openxmlformats.org/drawingml/2006/main">
            <a:off x="609600" y="3238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7324D"/>
                </a:solidFill>
                <a:latin typeface="Arial"/>
                <a:ea typeface="Arial"/>
                <a:cs typeface="Arial"/>
              </a:defRPr>
            </a:defPPr>
            <a:lvl1pPr algn="l">
              <a:buNone/>
              <a:defRPr sz="3150" b="1">
                <a:solidFill>
                  <a:srgbClr val="17324D"/>
                </a:solidFill>
                <a:latin typeface="Arial"/>
                <a:ea typeface="Arial"/>
                <a:cs typeface="Arial"/>
              </a:defRPr>
            </a:lvl1pPr>
            <a:lvl2pPr algn="l">
              <a:buNone/>
              <a:defRPr sz="3150" b="1">
                <a:solidFill>
                  <a:srgbClr val="17324D"/>
                </a:solidFill>
                <a:latin typeface="Arial"/>
                <a:ea typeface="Arial"/>
                <a:cs typeface="Arial"/>
              </a:defRPr>
            </a:lvl2pPr>
            <a:lvl3pPr algn="l">
              <a:buNone/>
              <a:defRPr sz="3150" b="1">
                <a:solidFill>
                  <a:srgbClr val="17324D"/>
                </a:solidFill>
                <a:latin typeface="Arial"/>
                <a:ea typeface="Arial"/>
                <a:cs typeface="Arial"/>
              </a:defRPr>
            </a:lvl3pPr>
            <a:lvl4pPr algn="l">
              <a:buNone/>
              <a:defRPr sz="3150" b="1">
                <a:solidFill>
                  <a:srgbClr val="17324D"/>
                </a:solidFill>
                <a:latin typeface="Arial"/>
                <a:ea typeface="Arial"/>
                <a:cs typeface="Arial"/>
              </a:defRPr>
            </a:lvl4pPr>
            <a:lvl5pPr algn="l">
              <a:buNone/>
              <a:defRPr sz="3150" b="1">
                <a:solidFill>
                  <a:srgbClr val="17324D"/>
                </a:solidFill>
                <a:latin typeface="Arial"/>
                <a:ea typeface="Arial"/>
                <a:cs typeface="Arial"/>
              </a:defRPr>
            </a:lvl5pPr>
            <a:lvl6pPr algn="l">
              <a:buNone/>
              <a:defRPr sz="3150" b="1">
                <a:solidFill>
                  <a:srgbClr val="17324D"/>
                </a:solidFill>
                <a:latin typeface="Arial"/>
                <a:ea typeface="Arial"/>
                <a:cs typeface="Arial"/>
              </a:defRPr>
            </a:lvl6pPr>
            <a:lvl7pPr algn="l">
              <a:buNone/>
              <a:defRPr sz="3150" b="1">
                <a:solidFill>
                  <a:srgbClr val="17324D"/>
                </a:solidFill>
                <a:latin typeface="Arial"/>
                <a:ea typeface="Arial"/>
                <a:cs typeface="Arial"/>
              </a:defRPr>
            </a:lvl7pPr>
            <a:lvl8pPr algn="l">
              <a:buNone/>
              <a:defRPr sz="3150" b="1">
                <a:solidFill>
                  <a:srgbClr val="17324D"/>
                </a:solidFill>
                <a:latin typeface="Arial"/>
                <a:ea typeface="Arial"/>
                <a:cs typeface="Arial"/>
              </a:defRPr>
            </a:lvl8pPr>
            <a:lvl9pPr algn="l">
              <a:buNone/>
              <a:defRPr sz="3150" b="1">
                <a:solidFill>
                  <a:srgbClr val="17324D"/>
                </a:solidFill>
                <a:latin typeface="Arial"/>
                <a:ea typeface="Arial"/>
                <a:cs typeface="Arial"/>
              </a:defRPr>
            </a:lvl9pPr>
          </a:lstStyle>
          <a:p xmlns:a="http://schemas.openxmlformats.org/drawingml/2006/main">
            <a:pPr algn="l">
              <a:buNone/>
              <a:defRPr sz="3150" b="1">
                <a:solidFill>
                  <a:srgbClr val="17324D"/>
                </a:solidFill>
                <a:latin typeface="Arial"/>
                <a:ea typeface="Arial"/>
                <a:cs typeface="Arial"/>
              </a:defRPr>
            </a:pPr>
            <a:r>
              <a:rPr sz="3150" b="1">
                <a:solidFill>
                  <a:srgbClr val="17324D"/>
                </a:solidFill>
                <a:latin typeface="Arial"/>
                <a:ea typeface="Arial"/>
                <a:cs typeface="Arial"/>
              </a:rPr>
              <a:t>Conclusiones y próximos pasos</a:t>
            </a:r>
          </a:p>
        </p:txBody>
      </p:sp>
      <p:sp>
        <p:nvSpPr>
          <p:cNvPr id="2" name="">
            <a:extLst xmlns:a="http://schemas.openxmlformats.org/drawingml/2006/main">
              <a:ext uri="{FF2B5EF4-FFF2-40B4-BE49-F238E27FC236}">
                <a16:creationId xmlns:a16="http://schemas.microsoft.com/office/drawing/2014/main" id="{833EFB81-2619-462A-B745-C100F2CBAD95}"/>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0">
                <a:solidFill>
                  <a:srgbClr val="4E5C68"/>
                </a:solidFill>
                <a:latin typeface="Arial"/>
                <a:ea typeface="Arial"/>
                <a:cs typeface="Arial"/>
              </a:defRPr>
            </a:defPPr>
            <a:lvl1pPr algn="r">
              <a:buNone/>
              <a:defRPr sz="1200" b="0">
                <a:solidFill>
                  <a:srgbClr val="4E5C68"/>
                </a:solidFill>
                <a:latin typeface="Arial"/>
                <a:ea typeface="Arial"/>
                <a:cs typeface="Arial"/>
              </a:defRPr>
            </a:lvl1pPr>
            <a:lvl2pPr algn="r">
              <a:buNone/>
              <a:defRPr sz="1200" b="0">
                <a:solidFill>
                  <a:srgbClr val="4E5C68"/>
                </a:solidFill>
                <a:latin typeface="Arial"/>
                <a:ea typeface="Arial"/>
                <a:cs typeface="Arial"/>
              </a:defRPr>
            </a:lvl2pPr>
            <a:lvl3pPr algn="r">
              <a:buNone/>
              <a:defRPr sz="1200" b="0">
                <a:solidFill>
                  <a:srgbClr val="4E5C68"/>
                </a:solidFill>
                <a:latin typeface="Arial"/>
                <a:ea typeface="Arial"/>
                <a:cs typeface="Arial"/>
              </a:defRPr>
            </a:lvl3pPr>
            <a:lvl4pPr algn="r">
              <a:buNone/>
              <a:defRPr sz="1200" b="0">
                <a:solidFill>
                  <a:srgbClr val="4E5C68"/>
                </a:solidFill>
                <a:latin typeface="Arial"/>
                <a:ea typeface="Arial"/>
                <a:cs typeface="Arial"/>
              </a:defRPr>
            </a:lvl4pPr>
            <a:lvl5pPr algn="r">
              <a:buNone/>
              <a:defRPr sz="1200" b="0">
                <a:solidFill>
                  <a:srgbClr val="4E5C68"/>
                </a:solidFill>
                <a:latin typeface="Arial"/>
                <a:ea typeface="Arial"/>
                <a:cs typeface="Arial"/>
              </a:defRPr>
            </a:lvl5pPr>
            <a:lvl6pPr algn="r">
              <a:buNone/>
              <a:defRPr sz="1200" b="0">
                <a:solidFill>
                  <a:srgbClr val="4E5C68"/>
                </a:solidFill>
                <a:latin typeface="Arial"/>
                <a:ea typeface="Arial"/>
                <a:cs typeface="Arial"/>
              </a:defRPr>
            </a:lvl6pPr>
            <a:lvl7pPr algn="r">
              <a:buNone/>
              <a:defRPr sz="1200" b="0">
                <a:solidFill>
                  <a:srgbClr val="4E5C68"/>
                </a:solidFill>
                <a:latin typeface="Arial"/>
                <a:ea typeface="Arial"/>
                <a:cs typeface="Arial"/>
              </a:defRPr>
            </a:lvl7pPr>
            <a:lvl8pPr algn="r">
              <a:buNone/>
              <a:defRPr sz="1200" b="0">
                <a:solidFill>
                  <a:srgbClr val="4E5C68"/>
                </a:solidFill>
                <a:latin typeface="Arial"/>
                <a:ea typeface="Arial"/>
                <a:cs typeface="Arial"/>
              </a:defRPr>
            </a:lvl8pPr>
            <a:lvl9pPr algn="r">
              <a:buNone/>
              <a:defRPr sz="1200" b="0">
                <a:solidFill>
                  <a:srgbClr val="4E5C68"/>
                </a:solidFill>
                <a:latin typeface="Arial"/>
                <a:ea typeface="Arial"/>
                <a:cs typeface="Arial"/>
              </a:defRPr>
            </a:lvl9pPr>
          </a:lstStyle>
          <a:p xmlns:a="http://schemas.openxmlformats.org/drawingml/2006/main">
            <a:pPr algn="r">
              <a:buNone/>
              <a:defRPr sz="1200" b="0">
                <a:solidFill>
                  <a:srgbClr val="4E5C68"/>
                </a:solidFill>
                <a:latin typeface="Arial"/>
                <a:ea typeface="Arial"/>
                <a:cs typeface="Arial"/>
              </a:defRPr>
            </a:pPr>
            <a:r>
              <a:rPr sz="1200" b="0">
                <a:solidFill>
                  <a:srgbClr val="4E5C68"/>
                </a:solidFill>
                <a:latin typeface="Arial"/>
                <a:ea typeface="Arial"/>
                <a:cs typeface="Arial"/>
              </a:rPr>
              <a:t>10 / 10</a:t>
            </a:r>
          </a:p>
        </p:txBody>
      </p:sp>
      <p:sp>
        <p:nvSpPr>
          <p:cNvPr id="3" name="">
            <a:extLst xmlns:a="http://schemas.openxmlformats.org/drawingml/2006/main">
              <a:ext uri="{FF2B5EF4-FFF2-40B4-BE49-F238E27FC236}">
                <a16:creationId xmlns:a16="http://schemas.microsoft.com/office/drawing/2014/main" id="{56772341-9C3C-41D8-B454-8AA73034B547}"/>
              </a:ext>
            </a:extLst>
          </p:cNvPr>
          <p:cNvSpPr>
            <a:spLocks xmlns:a="http://schemas.openxmlformats.org/drawingml/2006/main" noGrp="1"/>
          </p:cNvSpPr>
          <p:nvPr/>
        </p:nvSpPr>
        <p:spPr>
          <a:xfrm xmlns:a="http://schemas.openxmlformats.org/drawingml/2006/main">
            <a:off x="666750" y="1476375"/>
            <a:ext cx="323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900" b="1">
                <a:solidFill>
                  <a:srgbClr val="087F8C"/>
                </a:solidFill>
                <a:latin typeface="Arial"/>
                <a:ea typeface="Arial"/>
                <a:cs typeface="Arial"/>
              </a:defRPr>
            </a:defPPr>
            <a:lvl1pPr algn="ctr">
              <a:buNone/>
              <a:defRPr sz="3900" b="1">
                <a:solidFill>
                  <a:srgbClr val="087F8C"/>
                </a:solidFill>
                <a:latin typeface="Arial"/>
                <a:ea typeface="Arial"/>
                <a:cs typeface="Arial"/>
              </a:defRPr>
            </a:lvl1pPr>
            <a:lvl2pPr algn="ctr">
              <a:buNone/>
              <a:defRPr sz="3900" b="1">
                <a:solidFill>
                  <a:srgbClr val="087F8C"/>
                </a:solidFill>
                <a:latin typeface="Arial"/>
                <a:ea typeface="Arial"/>
                <a:cs typeface="Arial"/>
              </a:defRPr>
            </a:lvl2pPr>
            <a:lvl3pPr algn="ctr">
              <a:buNone/>
              <a:defRPr sz="3900" b="1">
                <a:solidFill>
                  <a:srgbClr val="087F8C"/>
                </a:solidFill>
                <a:latin typeface="Arial"/>
                <a:ea typeface="Arial"/>
                <a:cs typeface="Arial"/>
              </a:defRPr>
            </a:lvl3pPr>
            <a:lvl4pPr algn="ctr">
              <a:buNone/>
              <a:defRPr sz="3900" b="1">
                <a:solidFill>
                  <a:srgbClr val="087F8C"/>
                </a:solidFill>
                <a:latin typeface="Arial"/>
                <a:ea typeface="Arial"/>
                <a:cs typeface="Arial"/>
              </a:defRPr>
            </a:lvl4pPr>
            <a:lvl5pPr algn="ctr">
              <a:buNone/>
              <a:defRPr sz="3900" b="1">
                <a:solidFill>
                  <a:srgbClr val="087F8C"/>
                </a:solidFill>
                <a:latin typeface="Arial"/>
                <a:ea typeface="Arial"/>
                <a:cs typeface="Arial"/>
              </a:defRPr>
            </a:lvl5pPr>
            <a:lvl6pPr algn="ctr">
              <a:buNone/>
              <a:defRPr sz="3900" b="1">
                <a:solidFill>
                  <a:srgbClr val="087F8C"/>
                </a:solidFill>
                <a:latin typeface="Arial"/>
                <a:ea typeface="Arial"/>
                <a:cs typeface="Arial"/>
              </a:defRPr>
            </a:lvl6pPr>
            <a:lvl7pPr algn="ctr">
              <a:buNone/>
              <a:defRPr sz="3900" b="1">
                <a:solidFill>
                  <a:srgbClr val="087F8C"/>
                </a:solidFill>
                <a:latin typeface="Arial"/>
                <a:ea typeface="Arial"/>
                <a:cs typeface="Arial"/>
              </a:defRPr>
            </a:lvl7pPr>
            <a:lvl8pPr algn="ctr">
              <a:buNone/>
              <a:defRPr sz="3900" b="1">
                <a:solidFill>
                  <a:srgbClr val="087F8C"/>
                </a:solidFill>
                <a:latin typeface="Arial"/>
                <a:ea typeface="Arial"/>
                <a:cs typeface="Arial"/>
              </a:defRPr>
            </a:lvl8pPr>
            <a:lvl9pPr algn="ctr">
              <a:buNone/>
              <a:defRPr sz="3900" b="1">
                <a:solidFill>
                  <a:srgbClr val="087F8C"/>
                </a:solidFill>
                <a:latin typeface="Arial"/>
                <a:ea typeface="Arial"/>
                <a:cs typeface="Arial"/>
              </a:defRPr>
            </a:lvl9pPr>
          </a:lstStyle>
          <a:p xmlns:a="http://schemas.openxmlformats.org/drawingml/2006/main">
            <a:pPr algn="ctr">
              <a:buNone/>
              <a:defRPr sz="3900" b="1">
                <a:solidFill>
                  <a:srgbClr val="087F8C"/>
                </a:solidFill>
                <a:latin typeface="Arial"/>
                <a:ea typeface="Arial"/>
                <a:cs typeface="Arial"/>
              </a:defRPr>
            </a:pPr>
            <a:r>
              <a:rPr sz="3900" b="1">
                <a:solidFill>
                  <a:srgbClr val="087F8C"/>
                </a:solidFill>
                <a:latin typeface="Arial"/>
                <a:ea typeface="Arial"/>
                <a:cs typeface="Arial"/>
              </a:rPr>
              <a:t>98,03%</a:t>
            </a:r>
          </a:p>
        </p:txBody>
      </p:sp>
      <p:sp>
        <p:nvSpPr>
          <p:cNvPr id="4" name="">
            <a:extLst xmlns:a="http://schemas.openxmlformats.org/drawingml/2006/main">
              <a:ext uri="{FF2B5EF4-FFF2-40B4-BE49-F238E27FC236}">
                <a16:creationId xmlns:a16="http://schemas.microsoft.com/office/drawing/2014/main" id="{30E16E37-4587-4CC2-BACB-DFEBF11EDC74}"/>
              </a:ext>
            </a:extLst>
          </p:cNvPr>
          <p:cNvSpPr>
            <a:spLocks xmlns:a="http://schemas.openxmlformats.org/drawingml/2006/main" noGrp="1"/>
          </p:cNvSpPr>
          <p:nvPr/>
        </p:nvSpPr>
        <p:spPr>
          <a:xfrm xmlns:a="http://schemas.openxmlformats.org/drawingml/2006/main">
            <a:off x="666750" y="21336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7324D"/>
                </a:solidFill>
                <a:latin typeface="Arial"/>
                <a:ea typeface="Arial"/>
                <a:cs typeface="Arial"/>
              </a:defRPr>
            </a:defPPr>
            <a:lvl1pPr algn="ctr">
              <a:buNone/>
              <a:defRPr sz="1500" b="0">
                <a:solidFill>
                  <a:srgbClr val="17324D"/>
                </a:solidFill>
                <a:latin typeface="Arial"/>
                <a:ea typeface="Arial"/>
                <a:cs typeface="Arial"/>
              </a:defRPr>
            </a:lvl1pPr>
            <a:lvl2pPr algn="ctr">
              <a:buNone/>
              <a:defRPr sz="1500" b="0">
                <a:solidFill>
                  <a:srgbClr val="17324D"/>
                </a:solidFill>
                <a:latin typeface="Arial"/>
                <a:ea typeface="Arial"/>
                <a:cs typeface="Arial"/>
              </a:defRPr>
            </a:lvl2pPr>
            <a:lvl3pPr algn="ctr">
              <a:buNone/>
              <a:defRPr sz="1500" b="0">
                <a:solidFill>
                  <a:srgbClr val="17324D"/>
                </a:solidFill>
                <a:latin typeface="Arial"/>
                <a:ea typeface="Arial"/>
                <a:cs typeface="Arial"/>
              </a:defRPr>
            </a:lvl3pPr>
            <a:lvl4pPr algn="ctr">
              <a:buNone/>
              <a:defRPr sz="1500" b="0">
                <a:solidFill>
                  <a:srgbClr val="17324D"/>
                </a:solidFill>
                <a:latin typeface="Arial"/>
                <a:ea typeface="Arial"/>
                <a:cs typeface="Arial"/>
              </a:defRPr>
            </a:lvl4pPr>
            <a:lvl5pPr algn="ctr">
              <a:buNone/>
              <a:defRPr sz="1500" b="0">
                <a:solidFill>
                  <a:srgbClr val="17324D"/>
                </a:solidFill>
                <a:latin typeface="Arial"/>
                <a:ea typeface="Arial"/>
                <a:cs typeface="Arial"/>
              </a:defRPr>
            </a:lvl5pPr>
            <a:lvl6pPr algn="ctr">
              <a:buNone/>
              <a:defRPr sz="1500" b="0">
                <a:solidFill>
                  <a:srgbClr val="17324D"/>
                </a:solidFill>
                <a:latin typeface="Arial"/>
                <a:ea typeface="Arial"/>
                <a:cs typeface="Arial"/>
              </a:defRPr>
            </a:lvl6pPr>
            <a:lvl7pPr algn="ctr">
              <a:buNone/>
              <a:defRPr sz="1500" b="0">
                <a:solidFill>
                  <a:srgbClr val="17324D"/>
                </a:solidFill>
                <a:latin typeface="Arial"/>
                <a:ea typeface="Arial"/>
                <a:cs typeface="Arial"/>
              </a:defRPr>
            </a:lvl7pPr>
            <a:lvl8pPr algn="ctr">
              <a:buNone/>
              <a:defRPr sz="1500" b="0">
                <a:solidFill>
                  <a:srgbClr val="17324D"/>
                </a:solidFill>
                <a:latin typeface="Arial"/>
                <a:ea typeface="Arial"/>
                <a:cs typeface="Arial"/>
              </a:defRPr>
            </a:lvl8pPr>
            <a:lvl9pPr algn="ctr">
              <a:buNone/>
              <a:defRPr sz="1500" b="0">
                <a:solidFill>
                  <a:srgbClr val="17324D"/>
                </a:solidFill>
                <a:latin typeface="Arial"/>
                <a:ea typeface="Arial"/>
                <a:cs typeface="Arial"/>
              </a:defRPr>
            </a:lvl9pPr>
          </a:lstStyle>
          <a:p xmlns:a="http://schemas.openxmlformats.org/drawingml/2006/main">
            <a:pPr algn="ctr">
              <a:buNone/>
              <a:defRPr sz="1500" b="0">
                <a:solidFill>
                  <a:srgbClr val="17324D"/>
                </a:solidFill>
                <a:latin typeface="Arial"/>
                <a:ea typeface="Arial"/>
                <a:cs typeface="Arial"/>
              </a:defRPr>
            </a:pPr>
            <a:r>
              <a:rPr sz="1500" b="0">
                <a:solidFill>
                  <a:srgbClr val="17324D"/>
                </a:solidFill>
                <a:latin typeface="Arial"/>
                <a:ea typeface="Arial"/>
                <a:cs typeface="Arial"/>
              </a:rPr>
              <a:t>accuracy de test</a:t>
            </a:r>
          </a:p>
        </p:txBody>
      </p:sp>
      <p:sp>
        <p:nvSpPr>
          <p:cNvPr id="5" name="">
            <a:extLst xmlns:a="http://schemas.openxmlformats.org/drawingml/2006/main">
              <a:ext uri="{FF2B5EF4-FFF2-40B4-BE49-F238E27FC236}">
                <a16:creationId xmlns:a16="http://schemas.microsoft.com/office/drawing/2014/main" id="{03227325-834B-49AC-9CAF-02C30A15A8D6}"/>
              </a:ext>
            </a:extLst>
          </p:cNvPr>
          <p:cNvSpPr>
            <a:spLocks xmlns:a="http://schemas.openxmlformats.org/drawingml/2006/main" noGrp="1"/>
          </p:cNvSpPr>
          <p:nvPr/>
        </p:nvSpPr>
        <p:spPr>
          <a:xfrm xmlns:a="http://schemas.openxmlformats.org/drawingml/2006/main">
            <a:off x="4762500" y="14287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325" b="1">
                <a:solidFill>
                  <a:srgbClr val="087F8C"/>
                </a:solidFill>
                <a:latin typeface="Arial"/>
                <a:ea typeface="Arial"/>
                <a:cs typeface="Arial"/>
              </a:defRPr>
            </a:defPPr>
            <a:lvl1pPr algn="l">
              <a:buNone/>
              <a:defRPr sz="2325" b="1">
                <a:solidFill>
                  <a:srgbClr val="087F8C"/>
                </a:solidFill>
                <a:latin typeface="Arial"/>
                <a:ea typeface="Arial"/>
                <a:cs typeface="Arial"/>
              </a:defRPr>
            </a:lvl1pPr>
            <a:lvl2pPr algn="l">
              <a:buNone/>
              <a:defRPr sz="2325" b="1">
                <a:solidFill>
                  <a:srgbClr val="087F8C"/>
                </a:solidFill>
                <a:latin typeface="Arial"/>
                <a:ea typeface="Arial"/>
                <a:cs typeface="Arial"/>
              </a:defRPr>
            </a:lvl2pPr>
            <a:lvl3pPr algn="l">
              <a:buNone/>
              <a:defRPr sz="2325" b="1">
                <a:solidFill>
                  <a:srgbClr val="087F8C"/>
                </a:solidFill>
                <a:latin typeface="Arial"/>
                <a:ea typeface="Arial"/>
                <a:cs typeface="Arial"/>
              </a:defRPr>
            </a:lvl3pPr>
            <a:lvl4pPr algn="l">
              <a:buNone/>
              <a:defRPr sz="2325" b="1">
                <a:solidFill>
                  <a:srgbClr val="087F8C"/>
                </a:solidFill>
                <a:latin typeface="Arial"/>
                <a:ea typeface="Arial"/>
                <a:cs typeface="Arial"/>
              </a:defRPr>
            </a:lvl4pPr>
            <a:lvl5pPr algn="l">
              <a:buNone/>
              <a:defRPr sz="2325" b="1">
                <a:solidFill>
                  <a:srgbClr val="087F8C"/>
                </a:solidFill>
                <a:latin typeface="Arial"/>
                <a:ea typeface="Arial"/>
                <a:cs typeface="Arial"/>
              </a:defRPr>
            </a:lvl5pPr>
            <a:lvl6pPr algn="l">
              <a:buNone/>
              <a:defRPr sz="2325" b="1">
                <a:solidFill>
                  <a:srgbClr val="087F8C"/>
                </a:solidFill>
                <a:latin typeface="Arial"/>
                <a:ea typeface="Arial"/>
                <a:cs typeface="Arial"/>
              </a:defRPr>
            </a:lvl6pPr>
            <a:lvl7pPr algn="l">
              <a:buNone/>
              <a:defRPr sz="2325" b="1">
                <a:solidFill>
                  <a:srgbClr val="087F8C"/>
                </a:solidFill>
                <a:latin typeface="Arial"/>
                <a:ea typeface="Arial"/>
                <a:cs typeface="Arial"/>
              </a:defRPr>
            </a:lvl7pPr>
            <a:lvl8pPr algn="l">
              <a:buNone/>
              <a:defRPr sz="2325" b="1">
                <a:solidFill>
                  <a:srgbClr val="087F8C"/>
                </a:solidFill>
                <a:latin typeface="Arial"/>
                <a:ea typeface="Arial"/>
                <a:cs typeface="Arial"/>
              </a:defRPr>
            </a:lvl8pPr>
            <a:lvl9pPr algn="l">
              <a:buNone/>
              <a:defRPr sz="2325" b="1">
                <a:solidFill>
                  <a:srgbClr val="087F8C"/>
                </a:solidFill>
                <a:latin typeface="Arial"/>
                <a:ea typeface="Arial"/>
                <a:cs typeface="Arial"/>
              </a:defRPr>
            </a:lvl9pPr>
          </a:lstStyle>
          <a:p xmlns:a="http://schemas.openxmlformats.org/drawingml/2006/main">
            <a:pPr algn="l">
              <a:buNone/>
              <a:defRPr sz="2325" b="1">
                <a:solidFill>
                  <a:srgbClr val="087F8C"/>
                </a:solidFill>
                <a:latin typeface="Arial"/>
                <a:ea typeface="Arial"/>
                <a:cs typeface="Arial"/>
              </a:defRPr>
            </a:pPr>
            <a:r>
              <a:rPr sz="2325" b="1">
                <a:solidFill>
                  <a:srgbClr val="087F8C"/>
                </a:solidFill>
                <a:latin typeface="Arial"/>
                <a:ea typeface="Arial"/>
                <a:cs typeface="Arial"/>
              </a:rPr>
              <a:t>Mejor resultado en el test oficial</a:t>
            </a:r>
          </a:p>
        </p:txBody>
      </p:sp>
      <p:sp>
        <p:nvSpPr>
          <p:cNvPr id="6" name="">
            <a:extLst xmlns:a="http://schemas.openxmlformats.org/drawingml/2006/main">
              <a:ext uri="{FF2B5EF4-FFF2-40B4-BE49-F238E27FC236}">
                <a16:creationId xmlns:a16="http://schemas.microsoft.com/office/drawing/2014/main" id="{42E0429F-8701-4EB8-8AF1-67D8011A9AA2}"/>
              </a:ext>
            </a:extLst>
          </p:cNvPr>
          <p:cNvSpPr>
            <a:spLocks xmlns:a="http://schemas.openxmlformats.org/drawingml/2006/main" noGrp="1"/>
          </p:cNvSpPr>
          <p:nvPr/>
        </p:nvSpPr>
        <p:spPr>
          <a:xfrm xmlns:a="http://schemas.openxmlformats.org/drawingml/2006/main">
            <a:off x="4762500" y="1905000"/>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263746"/>
                </a:solidFill>
                <a:latin typeface="Arial"/>
                <a:ea typeface="Arial"/>
                <a:cs typeface="Arial"/>
              </a:defRPr>
            </a:defPPr>
            <a:lvl1pPr algn="l">
              <a:buNone/>
              <a:defRPr sz="1875" b="0">
                <a:solidFill>
                  <a:srgbClr val="263746"/>
                </a:solidFill>
                <a:latin typeface="Arial"/>
                <a:ea typeface="Arial"/>
                <a:cs typeface="Arial"/>
              </a:defRPr>
            </a:lvl1pPr>
            <a:lvl2pPr algn="l">
              <a:buNone/>
              <a:defRPr sz="1875" b="0">
                <a:solidFill>
                  <a:srgbClr val="263746"/>
                </a:solidFill>
                <a:latin typeface="Arial"/>
                <a:ea typeface="Arial"/>
                <a:cs typeface="Arial"/>
              </a:defRPr>
            </a:lvl2pPr>
            <a:lvl3pPr algn="l">
              <a:buNone/>
              <a:defRPr sz="1875" b="0">
                <a:solidFill>
                  <a:srgbClr val="263746"/>
                </a:solidFill>
                <a:latin typeface="Arial"/>
                <a:ea typeface="Arial"/>
                <a:cs typeface="Arial"/>
              </a:defRPr>
            </a:lvl3pPr>
            <a:lvl4pPr algn="l">
              <a:buNone/>
              <a:defRPr sz="1875" b="0">
                <a:solidFill>
                  <a:srgbClr val="263746"/>
                </a:solidFill>
                <a:latin typeface="Arial"/>
                <a:ea typeface="Arial"/>
                <a:cs typeface="Arial"/>
              </a:defRPr>
            </a:lvl4pPr>
            <a:lvl5pPr algn="l">
              <a:buNone/>
              <a:defRPr sz="1875" b="0">
                <a:solidFill>
                  <a:srgbClr val="263746"/>
                </a:solidFill>
                <a:latin typeface="Arial"/>
                <a:ea typeface="Arial"/>
                <a:cs typeface="Arial"/>
              </a:defRPr>
            </a:lvl5pPr>
            <a:lvl6pPr algn="l">
              <a:buNone/>
              <a:defRPr sz="1875" b="0">
                <a:solidFill>
                  <a:srgbClr val="263746"/>
                </a:solidFill>
                <a:latin typeface="Arial"/>
                <a:ea typeface="Arial"/>
                <a:cs typeface="Arial"/>
              </a:defRPr>
            </a:lvl6pPr>
            <a:lvl7pPr algn="l">
              <a:buNone/>
              <a:defRPr sz="1875" b="0">
                <a:solidFill>
                  <a:srgbClr val="263746"/>
                </a:solidFill>
                <a:latin typeface="Arial"/>
                <a:ea typeface="Arial"/>
                <a:cs typeface="Arial"/>
              </a:defRPr>
            </a:lvl7pPr>
            <a:lvl8pPr algn="l">
              <a:buNone/>
              <a:defRPr sz="1875" b="0">
                <a:solidFill>
                  <a:srgbClr val="263746"/>
                </a:solidFill>
                <a:latin typeface="Arial"/>
                <a:ea typeface="Arial"/>
                <a:cs typeface="Arial"/>
              </a:defRPr>
            </a:lvl8pPr>
            <a:lvl9pPr algn="l">
              <a:buNone/>
              <a:defRPr sz="1875" b="0">
                <a:solidFill>
                  <a:srgbClr val="263746"/>
                </a:solidFill>
                <a:latin typeface="Arial"/>
                <a:ea typeface="Arial"/>
                <a:cs typeface="Arial"/>
              </a:defRPr>
            </a:lvl9pPr>
          </a:lstStyle>
          <a:p xmlns:a="http://schemas.openxmlformats.org/drawingml/2006/main">
            <a:pPr algn="l">
              <a:buNone/>
              <a:defRPr sz="1875" b="0">
                <a:solidFill>
                  <a:srgbClr val="263746"/>
                </a:solidFill>
                <a:latin typeface="Arial"/>
                <a:ea typeface="Arial"/>
                <a:cs typeface="Arial"/>
              </a:defRPr>
            </a:pPr>
            <a:r>
              <a:rPr sz="1875" b="0">
                <a:solidFill>
                  <a:srgbClr val="263746"/>
                </a:solidFill>
                <a:latin typeface="Arial"/>
                <a:ea typeface="Arial"/>
                <a:cs typeface="Arial"/>
              </a:rPr>
              <a:t>La brecha validación-test cae de 20,29 a 1,97 puntos porcentuales.</a:t>
            </a:r>
          </a:p>
        </p:txBody>
      </p:sp>
      <p:sp>
        <p:nvSpPr>
          <p:cNvPr id="7" name="">
            <a:extLst xmlns:a="http://schemas.openxmlformats.org/drawingml/2006/main">
              <a:ext uri="{FF2B5EF4-FFF2-40B4-BE49-F238E27FC236}">
                <a16:creationId xmlns:a16="http://schemas.microsoft.com/office/drawing/2014/main" id="{F3A41523-292B-47E2-B5D6-66EAFBAB8645}"/>
              </a:ext>
            </a:extLst>
          </p:cNvPr>
          <p:cNvSpPr>
            <a:spLocks xmlns:a="http://schemas.openxmlformats.org/drawingml/2006/main" noGrp="1"/>
          </p:cNvSpPr>
          <p:nvPr/>
        </p:nvSpPr>
        <p:spPr>
          <a:xfrm xmlns:a="http://schemas.openxmlformats.org/drawingml/2006/main">
            <a:off x="4762500" y="285750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325" b="1">
                <a:solidFill>
                  <a:srgbClr val="087F8C"/>
                </a:solidFill>
                <a:latin typeface="Arial"/>
                <a:ea typeface="Arial"/>
                <a:cs typeface="Arial"/>
              </a:defRPr>
            </a:defPPr>
            <a:lvl1pPr algn="l">
              <a:buNone/>
              <a:defRPr sz="2325" b="1">
                <a:solidFill>
                  <a:srgbClr val="087F8C"/>
                </a:solidFill>
                <a:latin typeface="Arial"/>
                <a:ea typeface="Arial"/>
                <a:cs typeface="Arial"/>
              </a:defRPr>
            </a:lvl1pPr>
            <a:lvl2pPr algn="l">
              <a:buNone/>
              <a:defRPr sz="2325" b="1">
                <a:solidFill>
                  <a:srgbClr val="087F8C"/>
                </a:solidFill>
                <a:latin typeface="Arial"/>
                <a:ea typeface="Arial"/>
                <a:cs typeface="Arial"/>
              </a:defRPr>
            </a:lvl2pPr>
            <a:lvl3pPr algn="l">
              <a:buNone/>
              <a:defRPr sz="2325" b="1">
                <a:solidFill>
                  <a:srgbClr val="087F8C"/>
                </a:solidFill>
                <a:latin typeface="Arial"/>
                <a:ea typeface="Arial"/>
                <a:cs typeface="Arial"/>
              </a:defRPr>
            </a:lvl3pPr>
            <a:lvl4pPr algn="l">
              <a:buNone/>
              <a:defRPr sz="2325" b="1">
                <a:solidFill>
                  <a:srgbClr val="087F8C"/>
                </a:solidFill>
                <a:latin typeface="Arial"/>
                <a:ea typeface="Arial"/>
                <a:cs typeface="Arial"/>
              </a:defRPr>
            </a:lvl4pPr>
            <a:lvl5pPr algn="l">
              <a:buNone/>
              <a:defRPr sz="2325" b="1">
                <a:solidFill>
                  <a:srgbClr val="087F8C"/>
                </a:solidFill>
                <a:latin typeface="Arial"/>
                <a:ea typeface="Arial"/>
                <a:cs typeface="Arial"/>
              </a:defRPr>
            </a:lvl5pPr>
            <a:lvl6pPr algn="l">
              <a:buNone/>
              <a:defRPr sz="2325" b="1">
                <a:solidFill>
                  <a:srgbClr val="087F8C"/>
                </a:solidFill>
                <a:latin typeface="Arial"/>
                <a:ea typeface="Arial"/>
                <a:cs typeface="Arial"/>
              </a:defRPr>
            </a:lvl6pPr>
            <a:lvl7pPr algn="l">
              <a:buNone/>
              <a:defRPr sz="2325" b="1">
                <a:solidFill>
                  <a:srgbClr val="087F8C"/>
                </a:solidFill>
                <a:latin typeface="Arial"/>
                <a:ea typeface="Arial"/>
                <a:cs typeface="Arial"/>
              </a:defRPr>
            </a:lvl7pPr>
            <a:lvl8pPr algn="l">
              <a:buNone/>
              <a:defRPr sz="2325" b="1">
                <a:solidFill>
                  <a:srgbClr val="087F8C"/>
                </a:solidFill>
                <a:latin typeface="Arial"/>
                <a:ea typeface="Arial"/>
                <a:cs typeface="Arial"/>
              </a:defRPr>
            </a:lvl8pPr>
            <a:lvl9pPr algn="l">
              <a:buNone/>
              <a:defRPr sz="2325" b="1">
                <a:solidFill>
                  <a:srgbClr val="087F8C"/>
                </a:solidFill>
                <a:latin typeface="Arial"/>
                <a:ea typeface="Arial"/>
                <a:cs typeface="Arial"/>
              </a:defRPr>
            </a:lvl9pPr>
          </a:lstStyle>
          <a:p xmlns:a="http://schemas.openxmlformats.org/drawingml/2006/main">
            <a:pPr algn="l">
              <a:buNone/>
              <a:defRPr sz="2325" b="1">
                <a:solidFill>
                  <a:srgbClr val="087F8C"/>
                </a:solidFill>
                <a:latin typeface="Arial"/>
                <a:ea typeface="Arial"/>
                <a:cs typeface="Arial"/>
              </a:defRPr>
            </a:pPr>
            <a:r>
              <a:rPr sz="2325" b="1">
                <a:solidFill>
                  <a:srgbClr val="087F8C"/>
                </a:solidFill>
                <a:latin typeface="Arial"/>
                <a:ea typeface="Arial"/>
                <a:cs typeface="Arial"/>
              </a:rPr>
              <a:t>Menos parámetros</a:t>
            </a:r>
          </a:p>
        </p:txBody>
      </p:sp>
      <p:sp>
        <p:nvSpPr>
          <p:cNvPr id="8" name="">
            <a:extLst xmlns:a="http://schemas.openxmlformats.org/drawingml/2006/main">
              <a:ext uri="{FF2B5EF4-FFF2-40B4-BE49-F238E27FC236}">
                <a16:creationId xmlns:a16="http://schemas.microsoft.com/office/drawing/2014/main" id="{B267C934-4C3F-46B2-8B47-F601460BF466}"/>
              </a:ext>
            </a:extLst>
          </p:cNvPr>
          <p:cNvSpPr>
            <a:spLocks xmlns:a="http://schemas.openxmlformats.org/drawingml/2006/main" noGrp="1"/>
          </p:cNvSpPr>
          <p:nvPr/>
        </p:nvSpPr>
        <p:spPr>
          <a:xfrm xmlns:a="http://schemas.openxmlformats.org/drawingml/2006/main">
            <a:off x="4762500" y="3333750"/>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263746"/>
                </a:solidFill>
                <a:latin typeface="Arial"/>
                <a:ea typeface="Arial"/>
                <a:cs typeface="Arial"/>
              </a:defRPr>
            </a:defPPr>
            <a:lvl1pPr algn="l">
              <a:buNone/>
              <a:defRPr sz="1875" b="0">
                <a:solidFill>
                  <a:srgbClr val="263746"/>
                </a:solidFill>
                <a:latin typeface="Arial"/>
                <a:ea typeface="Arial"/>
                <a:cs typeface="Arial"/>
              </a:defRPr>
            </a:lvl1pPr>
            <a:lvl2pPr algn="l">
              <a:buNone/>
              <a:defRPr sz="1875" b="0">
                <a:solidFill>
                  <a:srgbClr val="263746"/>
                </a:solidFill>
                <a:latin typeface="Arial"/>
                <a:ea typeface="Arial"/>
                <a:cs typeface="Arial"/>
              </a:defRPr>
            </a:lvl2pPr>
            <a:lvl3pPr algn="l">
              <a:buNone/>
              <a:defRPr sz="1875" b="0">
                <a:solidFill>
                  <a:srgbClr val="263746"/>
                </a:solidFill>
                <a:latin typeface="Arial"/>
                <a:ea typeface="Arial"/>
                <a:cs typeface="Arial"/>
              </a:defRPr>
            </a:lvl3pPr>
            <a:lvl4pPr algn="l">
              <a:buNone/>
              <a:defRPr sz="1875" b="0">
                <a:solidFill>
                  <a:srgbClr val="263746"/>
                </a:solidFill>
                <a:latin typeface="Arial"/>
                <a:ea typeface="Arial"/>
                <a:cs typeface="Arial"/>
              </a:defRPr>
            </a:lvl4pPr>
            <a:lvl5pPr algn="l">
              <a:buNone/>
              <a:defRPr sz="1875" b="0">
                <a:solidFill>
                  <a:srgbClr val="263746"/>
                </a:solidFill>
                <a:latin typeface="Arial"/>
                <a:ea typeface="Arial"/>
                <a:cs typeface="Arial"/>
              </a:defRPr>
            </a:lvl5pPr>
            <a:lvl6pPr algn="l">
              <a:buNone/>
              <a:defRPr sz="1875" b="0">
                <a:solidFill>
                  <a:srgbClr val="263746"/>
                </a:solidFill>
                <a:latin typeface="Arial"/>
                <a:ea typeface="Arial"/>
                <a:cs typeface="Arial"/>
              </a:defRPr>
            </a:lvl6pPr>
            <a:lvl7pPr algn="l">
              <a:buNone/>
              <a:defRPr sz="1875" b="0">
                <a:solidFill>
                  <a:srgbClr val="263746"/>
                </a:solidFill>
                <a:latin typeface="Arial"/>
                <a:ea typeface="Arial"/>
                <a:cs typeface="Arial"/>
              </a:defRPr>
            </a:lvl7pPr>
            <a:lvl8pPr algn="l">
              <a:buNone/>
              <a:defRPr sz="1875" b="0">
                <a:solidFill>
                  <a:srgbClr val="263746"/>
                </a:solidFill>
                <a:latin typeface="Arial"/>
                <a:ea typeface="Arial"/>
                <a:cs typeface="Arial"/>
              </a:defRPr>
            </a:lvl8pPr>
            <a:lvl9pPr algn="l">
              <a:buNone/>
              <a:defRPr sz="1875" b="0">
                <a:solidFill>
                  <a:srgbClr val="263746"/>
                </a:solidFill>
                <a:latin typeface="Arial"/>
                <a:ea typeface="Arial"/>
                <a:cs typeface="Arial"/>
              </a:defRPr>
            </a:lvl9pPr>
          </a:lstStyle>
          <a:p xmlns:a="http://schemas.openxmlformats.org/drawingml/2006/main">
            <a:pPr algn="l">
              <a:buNone/>
              <a:defRPr sz="1875" b="0">
                <a:solidFill>
                  <a:srgbClr val="263746"/>
                </a:solidFill>
                <a:latin typeface="Arial"/>
                <a:ea typeface="Arial"/>
                <a:cs typeface="Arial"/>
              </a:defRPr>
            </a:pPr>
            <a:r>
              <a:rPr sz="1875" b="0">
                <a:solidFill>
                  <a:srgbClr val="263746"/>
                </a:solidFill>
                <a:latin typeface="Arial"/>
                <a:ea typeface="Arial"/>
                <a:cs typeface="Arial"/>
              </a:rPr>
              <a:t>La CNN usa 243.352 parámetros: 57,25% menos que el MLP.</a:t>
            </a:r>
          </a:p>
        </p:txBody>
      </p:sp>
      <p:sp>
        <p:nvSpPr>
          <p:cNvPr id="9" name="">
            <a:extLst xmlns:a="http://schemas.openxmlformats.org/drawingml/2006/main">
              <a:ext uri="{FF2B5EF4-FFF2-40B4-BE49-F238E27FC236}">
                <a16:creationId xmlns:a16="http://schemas.microsoft.com/office/drawing/2014/main" id="{24919573-F7CD-4423-AF7A-1EFB3942F4F3}"/>
              </a:ext>
            </a:extLst>
          </p:cNvPr>
          <p:cNvSpPr>
            <a:spLocks xmlns:a="http://schemas.openxmlformats.org/drawingml/2006/main" noGrp="1"/>
          </p:cNvSpPr>
          <p:nvPr/>
        </p:nvSpPr>
        <p:spPr>
          <a:xfrm xmlns:a="http://schemas.openxmlformats.org/drawingml/2006/main">
            <a:off x="4762500" y="42862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325" b="1">
                <a:solidFill>
                  <a:srgbClr val="087F8C"/>
                </a:solidFill>
                <a:latin typeface="Arial"/>
                <a:ea typeface="Arial"/>
                <a:cs typeface="Arial"/>
              </a:defRPr>
            </a:defPPr>
            <a:lvl1pPr algn="l">
              <a:buNone/>
              <a:defRPr sz="2325" b="1">
                <a:solidFill>
                  <a:srgbClr val="087F8C"/>
                </a:solidFill>
                <a:latin typeface="Arial"/>
                <a:ea typeface="Arial"/>
                <a:cs typeface="Arial"/>
              </a:defRPr>
            </a:lvl1pPr>
            <a:lvl2pPr algn="l">
              <a:buNone/>
              <a:defRPr sz="2325" b="1">
                <a:solidFill>
                  <a:srgbClr val="087F8C"/>
                </a:solidFill>
                <a:latin typeface="Arial"/>
                <a:ea typeface="Arial"/>
                <a:cs typeface="Arial"/>
              </a:defRPr>
            </a:lvl2pPr>
            <a:lvl3pPr algn="l">
              <a:buNone/>
              <a:defRPr sz="2325" b="1">
                <a:solidFill>
                  <a:srgbClr val="087F8C"/>
                </a:solidFill>
                <a:latin typeface="Arial"/>
                <a:ea typeface="Arial"/>
                <a:cs typeface="Arial"/>
              </a:defRPr>
            </a:lvl3pPr>
            <a:lvl4pPr algn="l">
              <a:buNone/>
              <a:defRPr sz="2325" b="1">
                <a:solidFill>
                  <a:srgbClr val="087F8C"/>
                </a:solidFill>
                <a:latin typeface="Arial"/>
                <a:ea typeface="Arial"/>
                <a:cs typeface="Arial"/>
              </a:defRPr>
            </a:lvl4pPr>
            <a:lvl5pPr algn="l">
              <a:buNone/>
              <a:defRPr sz="2325" b="1">
                <a:solidFill>
                  <a:srgbClr val="087F8C"/>
                </a:solidFill>
                <a:latin typeface="Arial"/>
                <a:ea typeface="Arial"/>
                <a:cs typeface="Arial"/>
              </a:defRPr>
            </a:lvl5pPr>
            <a:lvl6pPr algn="l">
              <a:buNone/>
              <a:defRPr sz="2325" b="1">
                <a:solidFill>
                  <a:srgbClr val="087F8C"/>
                </a:solidFill>
                <a:latin typeface="Arial"/>
                <a:ea typeface="Arial"/>
                <a:cs typeface="Arial"/>
              </a:defRPr>
            </a:lvl6pPr>
            <a:lvl7pPr algn="l">
              <a:buNone/>
              <a:defRPr sz="2325" b="1">
                <a:solidFill>
                  <a:srgbClr val="087F8C"/>
                </a:solidFill>
                <a:latin typeface="Arial"/>
                <a:ea typeface="Arial"/>
                <a:cs typeface="Arial"/>
              </a:defRPr>
            </a:lvl7pPr>
            <a:lvl8pPr algn="l">
              <a:buNone/>
              <a:defRPr sz="2325" b="1">
                <a:solidFill>
                  <a:srgbClr val="087F8C"/>
                </a:solidFill>
                <a:latin typeface="Arial"/>
                <a:ea typeface="Arial"/>
                <a:cs typeface="Arial"/>
              </a:defRPr>
            </a:lvl8pPr>
            <a:lvl9pPr algn="l">
              <a:buNone/>
              <a:defRPr sz="2325" b="1">
                <a:solidFill>
                  <a:srgbClr val="087F8C"/>
                </a:solidFill>
                <a:latin typeface="Arial"/>
                <a:ea typeface="Arial"/>
                <a:cs typeface="Arial"/>
              </a:defRPr>
            </a:lvl9pPr>
          </a:lstStyle>
          <a:p xmlns:a="http://schemas.openxmlformats.org/drawingml/2006/main">
            <a:pPr algn="l">
              <a:buNone/>
              <a:defRPr sz="2325" b="1">
                <a:solidFill>
                  <a:srgbClr val="087F8C"/>
                </a:solidFill>
                <a:latin typeface="Arial"/>
                <a:ea typeface="Arial"/>
                <a:cs typeface="Arial"/>
              </a:defRPr>
            </a:pPr>
            <a:r>
              <a:rPr sz="2325" b="1">
                <a:solidFill>
                  <a:srgbClr val="087F8C"/>
                </a:solidFill>
                <a:latin typeface="Arial"/>
                <a:ea typeface="Arial"/>
                <a:cs typeface="Arial"/>
              </a:rPr>
              <a:t>Evaluación externa pendiente</a:t>
            </a:r>
          </a:p>
        </p:txBody>
      </p:sp>
      <p:sp>
        <p:nvSpPr>
          <p:cNvPr id="10" name="">
            <a:extLst xmlns:a="http://schemas.openxmlformats.org/drawingml/2006/main">
              <a:ext uri="{FF2B5EF4-FFF2-40B4-BE49-F238E27FC236}">
                <a16:creationId xmlns:a16="http://schemas.microsoft.com/office/drawing/2014/main" id="{CB9A9202-B7DC-4566-8E7F-9F4B927592FF}"/>
              </a:ext>
            </a:extLst>
          </p:cNvPr>
          <p:cNvSpPr>
            <a:spLocks xmlns:a="http://schemas.openxmlformats.org/drawingml/2006/main" noGrp="1"/>
          </p:cNvSpPr>
          <p:nvPr/>
        </p:nvSpPr>
        <p:spPr>
          <a:xfrm xmlns:a="http://schemas.openxmlformats.org/drawingml/2006/main">
            <a:off x="4762500" y="4762500"/>
            <a:ext cx="619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263746"/>
                </a:solidFill>
                <a:latin typeface="Arial"/>
                <a:ea typeface="Arial"/>
                <a:cs typeface="Arial"/>
              </a:defRPr>
            </a:defPPr>
            <a:lvl1pPr algn="l">
              <a:buNone/>
              <a:defRPr sz="1875" b="0">
                <a:solidFill>
                  <a:srgbClr val="263746"/>
                </a:solidFill>
                <a:latin typeface="Arial"/>
                <a:ea typeface="Arial"/>
                <a:cs typeface="Arial"/>
              </a:defRPr>
            </a:lvl1pPr>
            <a:lvl2pPr algn="l">
              <a:buNone/>
              <a:defRPr sz="1875" b="0">
                <a:solidFill>
                  <a:srgbClr val="263746"/>
                </a:solidFill>
                <a:latin typeface="Arial"/>
                <a:ea typeface="Arial"/>
                <a:cs typeface="Arial"/>
              </a:defRPr>
            </a:lvl2pPr>
            <a:lvl3pPr algn="l">
              <a:buNone/>
              <a:defRPr sz="1875" b="0">
                <a:solidFill>
                  <a:srgbClr val="263746"/>
                </a:solidFill>
                <a:latin typeface="Arial"/>
                <a:ea typeface="Arial"/>
                <a:cs typeface="Arial"/>
              </a:defRPr>
            </a:lvl3pPr>
            <a:lvl4pPr algn="l">
              <a:buNone/>
              <a:defRPr sz="1875" b="0">
                <a:solidFill>
                  <a:srgbClr val="263746"/>
                </a:solidFill>
                <a:latin typeface="Arial"/>
                <a:ea typeface="Arial"/>
                <a:cs typeface="Arial"/>
              </a:defRPr>
            </a:lvl4pPr>
            <a:lvl5pPr algn="l">
              <a:buNone/>
              <a:defRPr sz="1875" b="0">
                <a:solidFill>
                  <a:srgbClr val="263746"/>
                </a:solidFill>
                <a:latin typeface="Arial"/>
                <a:ea typeface="Arial"/>
                <a:cs typeface="Arial"/>
              </a:defRPr>
            </a:lvl5pPr>
            <a:lvl6pPr algn="l">
              <a:buNone/>
              <a:defRPr sz="1875" b="0">
                <a:solidFill>
                  <a:srgbClr val="263746"/>
                </a:solidFill>
                <a:latin typeface="Arial"/>
                <a:ea typeface="Arial"/>
                <a:cs typeface="Arial"/>
              </a:defRPr>
            </a:lvl6pPr>
            <a:lvl7pPr algn="l">
              <a:buNone/>
              <a:defRPr sz="1875" b="0">
                <a:solidFill>
                  <a:srgbClr val="263746"/>
                </a:solidFill>
                <a:latin typeface="Arial"/>
                <a:ea typeface="Arial"/>
                <a:cs typeface="Arial"/>
              </a:defRPr>
            </a:lvl7pPr>
            <a:lvl8pPr algn="l">
              <a:buNone/>
              <a:defRPr sz="1875" b="0">
                <a:solidFill>
                  <a:srgbClr val="263746"/>
                </a:solidFill>
                <a:latin typeface="Arial"/>
                <a:ea typeface="Arial"/>
                <a:cs typeface="Arial"/>
              </a:defRPr>
            </a:lvl8pPr>
            <a:lvl9pPr algn="l">
              <a:buNone/>
              <a:defRPr sz="1875" b="0">
                <a:solidFill>
                  <a:srgbClr val="263746"/>
                </a:solidFill>
                <a:latin typeface="Arial"/>
                <a:ea typeface="Arial"/>
                <a:cs typeface="Arial"/>
              </a:defRPr>
            </a:lvl9pPr>
          </a:lstStyle>
          <a:p xmlns:a="http://schemas.openxmlformats.org/drawingml/2006/main">
            <a:pPr algn="l">
              <a:buNone/>
              <a:defRPr sz="1875" b="0">
                <a:solidFill>
                  <a:srgbClr val="263746"/>
                </a:solidFill>
                <a:latin typeface="Arial"/>
                <a:ea typeface="Arial"/>
                <a:cs typeface="Arial"/>
              </a:defRPr>
            </a:pPr>
            <a:r>
              <a:rPr sz="1875" b="0">
                <a:solidFill>
                  <a:srgbClr val="263746"/>
                </a:solidFill>
                <a:latin typeface="Arial"/>
                <a:ea typeface="Arial"/>
                <a:cs typeface="Arial"/>
              </a:rPr>
              <a:t>Probar aumentación moderada y evaluar personas y condiciones nuevas.</a:t>
            </a:r>
          </a:p>
        </p:txBody>
      </p:sp>
      <p:sp>
        <p:nvSpPr>
          <p:cNvPr id="11" name="">
            <a:extLst xmlns:a="http://schemas.openxmlformats.org/drawingml/2006/main">
              <a:ext uri="{FF2B5EF4-FFF2-40B4-BE49-F238E27FC236}">
                <a16:creationId xmlns:a16="http://schemas.microsoft.com/office/drawing/2014/main" id="{3941627F-5949-469F-9A02-A7ED4D13B2A7}"/>
              </a:ext>
            </a:extLst>
          </p:cNvPr>
          <p:cNvSpPr>
            <a:spLocks xmlns:a="http://schemas.openxmlformats.org/drawingml/2006/main" noGrp="1"/>
          </p:cNvSpPr>
          <p:nvPr/>
        </p:nvSpPr>
        <p:spPr>
          <a:xfrm xmlns:a="http://schemas.openxmlformats.org/drawingml/2006/main">
            <a:off x="609600" y="5915025"/>
            <a:ext cx="10668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0">
                <a:solidFill>
                  <a:srgbClr val="4E5C68"/>
                </a:solidFill>
                <a:latin typeface="Arial"/>
                <a:ea typeface="Arial"/>
                <a:cs typeface="Arial"/>
              </a:defRPr>
            </a:defPPr>
            <a:lvl1pPr algn="l">
              <a:buNone/>
              <a:defRPr sz="1800" b="0">
                <a:solidFill>
                  <a:srgbClr val="4E5C68"/>
                </a:solidFill>
                <a:latin typeface="Arial"/>
                <a:ea typeface="Arial"/>
                <a:cs typeface="Arial"/>
              </a:defRPr>
            </a:lvl1pPr>
            <a:lvl2pPr algn="l">
              <a:buNone/>
              <a:defRPr sz="1800" b="0">
                <a:solidFill>
                  <a:srgbClr val="4E5C68"/>
                </a:solidFill>
                <a:latin typeface="Arial"/>
                <a:ea typeface="Arial"/>
                <a:cs typeface="Arial"/>
              </a:defRPr>
            </a:lvl2pPr>
            <a:lvl3pPr algn="l">
              <a:buNone/>
              <a:defRPr sz="1800" b="0">
                <a:solidFill>
                  <a:srgbClr val="4E5C68"/>
                </a:solidFill>
                <a:latin typeface="Arial"/>
                <a:ea typeface="Arial"/>
                <a:cs typeface="Arial"/>
              </a:defRPr>
            </a:lvl3pPr>
            <a:lvl4pPr algn="l">
              <a:buNone/>
              <a:defRPr sz="1800" b="0">
                <a:solidFill>
                  <a:srgbClr val="4E5C68"/>
                </a:solidFill>
                <a:latin typeface="Arial"/>
                <a:ea typeface="Arial"/>
                <a:cs typeface="Arial"/>
              </a:defRPr>
            </a:lvl4pPr>
            <a:lvl5pPr algn="l">
              <a:buNone/>
              <a:defRPr sz="1800" b="0">
                <a:solidFill>
                  <a:srgbClr val="4E5C68"/>
                </a:solidFill>
                <a:latin typeface="Arial"/>
                <a:ea typeface="Arial"/>
                <a:cs typeface="Arial"/>
              </a:defRPr>
            </a:lvl5pPr>
            <a:lvl6pPr algn="l">
              <a:buNone/>
              <a:defRPr sz="1800" b="0">
                <a:solidFill>
                  <a:srgbClr val="4E5C68"/>
                </a:solidFill>
                <a:latin typeface="Arial"/>
                <a:ea typeface="Arial"/>
                <a:cs typeface="Arial"/>
              </a:defRPr>
            </a:lvl6pPr>
            <a:lvl7pPr algn="l">
              <a:buNone/>
              <a:defRPr sz="1800" b="0">
                <a:solidFill>
                  <a:srgbClr val="4E5C68"/>
                </a:solidFill>
                <a:latin typeface="Arial"/>
                <a:ea typeface="Arial"/>
                <a:cs typeface="Arial"/>
              </a:defRPr>
            </a:lvl7pPr>
            <a:lvl8pPr algn="l">
              <a:buNone/>
              <a:defRPr sz="1800" b="0">
                <a:solidFill>
                  <a:srgbClr val="4E5C68"/>
                </a:solidFill>
                <a:latin typeface="Arial"/>
                <a:ea typeface="Arial"/>
                <a:cs typeface="Arial"/>
              </a:defRPr>
            </a:lvl8pPr>
            <a:lvl9pPr algn="l">
              <a:buNone/>
              <a:defRPr sz="1800" b="0">
                <a:solidFill>
                  <a:srgbClr val="4E5C68"/>
                </a:solidFill>
                <a:latin typeface="Arial"/>
                <a:ea typeface="Arial"/>
                <a:cs typeface="Arial"/>
              </a:defRPr>
            </a:lvl9pPr>
          </a:lstStyle>
          <a:p xmlns:a="http://schemas.openxmlformats.org/drawingml/2006/main">
            <a:pPr algn="l">
              <a:buNone/>
              <a:defRPr sz="1800" b="0">
                <a:solidFill>
                  <a:srgbClr val="4E5C68"/>
                </a:solidFill>
                <a:latin typeface="Arial"/>
                <a:ea typeface="Arial"/>
                <a:cs typeface="Arial"/>
              </a:defRPr>
            </a:pPr>
            <a:r>
              <a:rPr sz="1800" b="0">
                <a:solidFill>
                  <a:srgbClr val="4E5C68"/>
                </a:solidFill>
                <a:latin typeface="Arial"/>
                <a:ea typeface="Arial"/>
                <a:cs typeface="Arial"/>
              </a:rPr>
              <a:t>Alcance: 24 letras estáticas ASL. Sin J, Z ni evaluación con cámaras.</a:t>
            </a:r>
          </a:p>
        </p:txBody>
      </p:sp>
    </p:spTree>
    <p:extLst>
      <p:ext uri="{BB962C8B-B14F-4D97-AF65-F5344CB8AC3E}">
        <p14:creationId xmlns:p14="http://schemas.microsoft.com/office/powerpoint/2010/main" val="17088300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2026-10-19T02:25:46.9470000Z</dcterms:created>
  <dcterms:modified xsi:type="dcterms:W3CDTF">2026-10-19T02:25:46.9470000Z</dcterms:modified>
</coreProperties>
</file>