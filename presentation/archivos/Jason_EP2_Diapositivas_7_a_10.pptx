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a1d64e1ccfc43a4" /><Relationship Type="http://schemas.openxmlformats.org/officeDocument/2006/relationships/extended-properties" Target="/docProps/app.xml" Id="Rd8f9e31aa03643a2" /><Relationship Type="http://schemas.openxmlformats.org/officeDocument/2006/relationships/officeDocument" Target="/ppt/presentation.xml" Id="R3b5c13ac44aa4d7d" /></Relationships>
</file>

<file path=ppt/presentation.xml><?xml version="1.0" encoding="utf-8"?>
<p:presentation xmlns:p="http://schemas.openxmlformats.org/presentationml/2006/main">
  <p:sldMasterIdLst>
    <p:sldMasterId xmlns:r="http://schemas.openxmlformats.org/officeDocument/2006/relationships" id="2147483648" r:id="R4eed0ffdd9ad41d1"/>
  </p:sldMasterIdLst>
  <p:notesMasterIdLst>
    <p:notesMasterId xmlns:r="http://schemas.openxmlformats.org/officeDocument/2006/relationships" r:id="R062084f85381494e"/>
  </p:notesMasterIdLst>
  <p:sldIdLst>
    <p:sldId xmlns:r="http://schemas.openxmlformats.org/officeDocument/2006/relationships" id="256" r:id="Rf03971cdb4874cba"/>
    <p:sldId xmlns:r="http://schemas.openxmlformats.org/officeDocument/2006/relationships" id="257" r:id="R79c1f7c6c53f4b6a"/>
    <p:sldId xmlns:r="http://schemas.openxmlformats.org/officeDocument/2006/relationships" id="258" r:id="R6dc537dc3da14fa9"/>
    <p:sldId xmlns:r="http://schemas.openxmlformats.org/officeDocument/2006/relationships" id="259" r:id="Ree3c0c3bd2d54f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fd455e9b18420a" /><Relationship Type="http://schemas.openxmlformats.org/officeDocument/2006/relationships/slideMaster" Target="/ppt/slideMasters/slideMaster1.xml" Id="R4eed0ffdd9ad41d1" /><Relationship Type="http://schemas.openxmlformats.org/officeDocument/2006/relationships/notesMaster" Target="/ppt/notesMasters/notesMaster1.xml" Id="R062084f85381494e" /><Relationship Type="http://schemas.openxmlformats.org/officeDocument/2006/relationships/presProps" Target="/ppt/presProps.xml" Id="R8cd924fd52ce47cb" /><Relationship Type="http://schemas.openxmlformats.org/officeDocument/2006/relationships/tableStyles" Target="/ppt/tableStyles.xml" Id="Rf4e6fd959cf14d41" /><Relationship Type="http://schemas.openxmlformats.org/officeDocument/2006/relationships/slide" Target="/ppt/slides/slide1.xml" Id="Rf03971cdb4874cba" /><Relationship Type="http://schemas.openxmlformats.org/officeDocument/2006/relationships/slide" Target="/ppt/slides/slide2.xml" Id="R79c1f7c6c53f4b6a" /><Relationship Type="http://schemas.openxmlformats.org/officeDocument/2006/relationships/slide" Target="/ppt/slides/slide3.xml" Id="R6dc537dc3da14fa9" /><Relationship Type="http://schemas.openxmlformats.org/officeDocument/2006/relationships/slide" Target="/ppt/slides/slide4.xml" Id="Ree3c0c3bd2d54f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304cbbad2048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3e1b3678784b7b" /><Relationship Type="http://schemas.openxmlformats.org/officeDocument/2006/relationships/notesMaster" Target="/ppt/notesMasters/notesMaster1.xml" Id="R98433ee5774e42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04396aa00a47ca" /><Relationship Type="http://schemas.openxmlformats.org/officeDocument/2006/relationships/notesMaster" Target="/ppt/notesMasters/notesMaster1.xml" Id="R8a3117b843e545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4c6dcd4a874f78" /><Relationship Type="http://schemas.openxmlformats.org/officeDocument/2006/relationships/notesMaster" Target="/ppt/notesMasters/notesMaster1.xml" Id="Rd6358d245dc44a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ef5cda74de44b4" /><Relationship Type="http://schemas.openxmlformats.org/officeDocument/2006/relationships/notesMaster" Target="/ppt/notesMasters/notesMaster1.xml" Id="R1a20120ada0245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Aguilera. Diapositiva 7. 06:00–07:00, 60 segundos.</a:t>
            </a:r>
          </a:p>
          <a:p xmlns:a="http://schemas.openxmlformats.org/drawingml/2006/main">
            <a:r>
              <a:t/>
            </a:r>
          </a:p>
          <a:p xmlns:a="http://schemas.openxmlformats.org/drawingml/2006/main">
            <a:r>
              <a:t>La evaluación utiliza las siete mil ciento setenta y dos imágenes del test oficial, separadas del entrenamiento. La CNN logró noventa y ocho coma cero tres por ciento de accuracy: siete mil treinta y un aciertos y ciento cuarenta y un errores. La precisión macro fue cero coma nueve ocho cero cuatro, el recall macro cero coma nueve siete siete tres y el F1 macro cero coma nueve siete ocho seis. Las métricas macro dan el mismo peso a cada letra, aunque tengan cantidades distintas de ejemplos. En la matriz, las filas son las clases reales y las columnas las predicciones. La diagonal concentra los aciertos. Verificamos las métricas usando nuevamente el modelo guardado, sin volver a entrenarlo.</a:t>
            </a:r>
          </a:p>
          <a:p xmlns:a="http://schemas.openxmlformats.org/drawingml/2006/main">
            <a:r>
              <a:t/>
            </a:r>
          </a:p>
          <a:p xmlns:a="http://schemas.openxmlformats.org/drawingml/2006/main">
            <a:r>
              <a:t>Fuentes: output/jason_ep2/reports/cnn_metrics.json; jason_evaluacion_verificada.json; cnn_confusion_matrix.csv; cnn_per_class_metrics.csv; mlp_cnn_comparison_exact.csv. Figuras de output/jason_ep2/images/.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Aguilera. Diapositiva 8. 07:00–08:15, 75 segundos.</a:t>
            </a:r>
          </a:p>
          <a:p xmlns:a="http://schemas.openxmlformats.org/drawingml/2006/main">
            <a:r>
              <a:t/>
            </a:r>
          </a:p>
          <a:p xmlns:a="http://schemas.openxmlformats.org/drawingml/2006/main">
            <a:r>
              <a:t>Ambos modelos utilizan los mismos datos, clases y partición con semilla cuarenta y dos. El MLP obtuvo setenta y nueve coma setenta y uno por ciento de accuracy y la CNN noventa y ocho coma cero tres. La mejora es de dieciocho coma treinta y dos puntos porcentuales. El F1 macro sube de cero coma siete siete seis cero a cero coma nueve siete ocho seis. La CNN utiliza aproximadamente doscientos cuarenta y tres mil parámetros frente a quinientos sesenta y nueve mil del MLP: cincuenta y siete coma veinticinco por ciento menos. La brecha entre validación y test baja de veinte coma veintinueve a uno coma noventa y siete puntos. Esto respalda mejor generalización al test oficial. El entrenamiento de esta CNN duró ciento treinta y siete segundos. Los tiempos pertenecen a entornos distintos y no permiten comparar velocidad de forma controlada. También cambian decisiones de regularización y selección de pesos.</a:t>
            </a:r>
          </a:p>
          <a:p xmlns:a="http://schemas.openxmlformats.org/drawingml/2006/main">
            <a:r>
              <a:t/>
            </a:r>
          </a:p>
          <a:p xmlns:a="http://schemas.openxmlformats.org/drawingml/2006/main">
            <a:r>
              <a:t>Fuentes: output/jason_ep2/reports/cnn_metrics.json; jason_evaluacion_verificada.json; cnn_confusion_matrix.csv; cnn_per_class_metrics.csv; mlp_cnn_comparison_exact.csv. Figuras de output/jason_ep2/images/.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Aguilera. Diapositiva 9. 08:15–09:10, 55 segundos.</a:t>
            </a:r>
          </a:p>
          <a:p xmlns:a="http://schemas.openxmlformats.org/drawingml/2006/main">
            <a:r>
              <a:t/>
            </a:r>
          </a:p>
          <a:p xmlns:a="http://schemas.openxmlformats.org/drawingml/2006/main">
            <a:r>
              <a:t>Ahora mostramos una G correctamente reconocida y otra G confundida con P. También vemos una T clasificada como X y una X clasificada como T. Los conteos de toda la evaluación muestran veintidós casos de T como X, veintiuno de R como V y veintiuno de X como T. La clase T tiene el menor F1, cero coma nueve cero seis cinco, seguida por R y X. Esto permite identificar dónde concentrar una próxima revisión. Las siluetas y posiciones parecidas de los dedos son explicaciones posibles, aunque estas figuras y la matriz por sí solas no demuestran la causa de los errores.</a:t>
            </a:r>
          </a:p>
          <a:p xmlns:a="http://schemas.openxmlformats.org/drawingml/2006/main">
            <a:r>
              <a:t/>
            </a:r>
          </a:p>
          <a:p xmlns:a="http://schemas.openxmlformats.org/drawingml/2006/main">
            <a:r>
              <a:t>Fuentes: output/jason_ep2/reports/cnn_metrics.json; jason_evaluacion_verificada.json; cnn_confusion_matrix.csv; cnn_per_class_metrics.csv; mlp_cnn_comparison_exact.csv. Figuras de output/jason_ep2/images/.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Aguilera. Diapositiva 10. 09:10–10:00, 50 segundos.</a:t>
            </a:r>
          </a:p>
          <a:p xmlns:a="http://schemas.openxmlformats.org/drawingml/2006/main">
            <a:r>
              <a:t/>
            </a:r>
          </a:p>
          <a:p xmlns:a="http://schemas.openxmlformats.org/drawingml/2006/main">
            <a:r>
              <a:t>Concluimos que esta CNN mejora el rendimiento sobre el test oficial y utiliza menos parámetros que el MLP. Su estructura aprovecha patrones locales de la imagen, lo que es coherente con la mejora observada. El alcance sigue siendo reconocer veinticuatro letras estáticas ASL. No evaluamos cámaras ni personas externas, y no reconocemos J, Z ni secuencias de video. Proponemos probar aumentación moderada y evaluar imágenes externas reservadas. Los ajustes deben elegirse con validación, conservando una evaluación independiente para comprobar si la mejora se mantiene. Muchas gracias.</a:t>
            </a:r>
          </a:p>
          <a:p xmlns:a="http://schemas.openxmlformats.org/drawingml/2006/main">
            <a:r>
              <a:t/>
            </a:r>
          </a:p>
          <a:p xmlns:a="http://schemas.openxmlformats.org/drawingml/2006/main">
            <a:r>
              <a:t>Fuentes: output/jason_ep2/reports/cnn_metrics.json; jason_evaluacion_verificada.json; cnn_confusion_matrix.csv; cnn_per_class_metrics.csv; mlp_cnn_comparison_exact.csv. Figuras de output/jason_ep2/images/.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a15ced4ee742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1c131a92634f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ab0cdb9b49466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f7bc8dd88842d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212ec48c284a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9b4d3ace324b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D2E35F-A5AE-434E-A12F-02AAB48526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A67E81-E854-493C-B437-252FA1DA376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5CDDC2F-5079-47C5-8F08-FB32EC8E95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AD0534-871B-4A59-80D8-6FEEC95A0F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0506865-9E7D-460C-AB71-3ABD3B1140A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48D9C75-1046-4CE5-8497-817EF267BC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8E08D7-27DF-4F44-A0F2-4566797FD5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0173CFE-12CA-4548-9152-B640ED47D1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957040-FF61-4736-88E5-1B460D4E02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B58E13-99CA-4EF8-ABE8-67EEB4C24E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b6db65c509466a" /><Relationship Type="http://schemas.openxmlformats.org/officeDocument/2006/relationships/slideLayout" Target="/ppt/slideLayouts/slideLayout1.xml" Id="R48687c26ed154487" /><Relationship Type="http://schemas.openxmlformats.org/officeDocument/2006/relationships/slideLayout" Target="/ppt/slideLayouts/slideLayout2.xml" Id="R57bc701df6d7471d" /><Relationship Type="http://schemas.openxmlformats.org/officeDocument/2006/relationships/slideLayout" Target="/ppt/slideLayouts/slideLayout3.xml" Id="Ra74cdfe1e1d84d76" /><Relationship Type="http://schemas.openxmlformats.org/officeDocument/2006/relationships/slideLayout" Target="/ppt/slideLayouts/slideLayout4.xml" Id="R40b7ebbb294b4cab" /><Relationship Type="http://schemas.openxmlformats.org/officeDocument/2006/relationships/slideLayout" Target="/ppt/slideLayouts/slideLayout5.xml" Id="Rd13b22379234461f" /><Relationship Type="http://schemas.openxmlformats.org/officeDocument/2006/relationships/slideLayout" Target="/ppt/slideLayouts/slideLayout6.xml" Id="Rdd85dc9ce06544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687c26ed154487"/>
    <p:sldLayoutId xmlns:r="http://schemas.openxmlformats.org/officeDocument/2006/relationships" id="2147483650" r:id="R57bc701df6d7471d"/>
    <p:sldLayoutId xmlns:r="http://schemas.openxmlformats.org/officeDocument/2006/relationships" id="2147483651" r:id="Ra74cdfe1e1d84d76"/>
    <p:sldLayoutId xmlns:r="http://schemas.openxmlformats.org/officeDocument/2006/relationships" id="2147483652" r:id="R40b7ebbb294b4cab"/>
    <p:sldLayoutId xmlns:r="http://schemas.openxmlformats.org/officeDocument/2006/relationships" id="2147483653" r:id="Rd13b22379234461f"/>
    <p:sldLayoutId xmlns:r="http://schemas.openxmlformats.org/officeDocument/2006/relationships" id="2147483654" r:id="Rdd85dc9ce06544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25eea51d6b1420f" /><Relationship Type="http://schemas.openxmlformats.org/officeDocument/2006/relationships/image" Target="/ppt/media/image.png" Id="Rd0574eabb1e146bb" /><Relationship Type="http://schemas.openxmlformats.org/officeDocument/2006/relationships/notesSlide" Target="/ppt/notesSlides/notesSlide1.xml" Id="Reaf4cdda3a384c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b5b36a052c4795" /><Relationship Type="http://schemas.openxmlformats.org/officeDocument/2006/relationships/chart" Target="/ppt/slides/charts/chart1.xml" Id="Rf3718635de084e73" /><Relationship Type="http://schemas.openxmlformats.org/officeDocument/2006/relationships/notesSlide" Target="/ppt/notesSlides/notesSlide2.xml" Id="R6be5027921b443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69eb810f0841dd" /><Relationship Type="http://schemas.openxmlformats.org/officeDocument/2006/relationships/image" Target="/ppt/media/image2.png" Id="R97ab40fcc93043b0" /><Relationship Type="http://schemas.openxmlformats.org/officeDocument/2006/relationships/image" Target="/ppt/media/image3.png" Id="Raf50ead3194749f9" /><Relationship Type="http://schemas.openxmlformats.org/officeDocument/2006/relationships/image" Target="/ppt/media/image4.png" Id="R560972927d4746de" /><Relationship Type="http://schemas.openxmlformats.org/officeDocument/2006/relationships/image" Target="/ppt/media/image5.png" Id="R0fd4d95ec2b44658" /><Relationship Type="http://schemas.openxmlformats.org/officeDocument/2006/relationships/notesSlide" Target="/ppt/notesSlides/notesSlide3.xml" Id="R0aec61918dbf4a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9752287df384afc" /><Relationship Type="http://schemas.openxmlformats.org/officeDocument/2006/relationships/notesSlide" Target="/ppt/notesSlides/notesSlide4.xml" Id="R356ea18f094a4f3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a="http://schemas.openxmlformats.org/drawingml/2006/main" xmlns:c="http://schemas.openxmlformats.org/drawingml/2006/chart" xmlns:r="http://schemas.openxmlformats.org/officeDocument/2006/relationships">
  <c:lang val="en-US"/>
  <c:chart>
    <c:plotArea>
      <c:barChart>
        <c:barDir val="col"/>
        <c:grouping val="clustered"/>
        <c:varyColors val="0"/>
        <c:ser>
          <c:idx val="0"/>
          <c:order val="0"/>
          <c:tx>
            <c:v>Accuracy test</c:v>
          </c:tx>
          <c:spPr>
            <a:solidFill>
              <a:srgbClr val="087F8C"/>
            </a:solidFill>
          </c:spPr>
          <c:invertIfNegative val="0"/>
          <c:cat>
            <c:strRef>
              <c:f>'Chart Data'!$A$2:$A$3</c:f>
              <c:strCache>
                <c:ptCount val="2"/>
                <c:pt idx="0">
                  <c:v>MLP EP1</c:v>
                </c:pt>
                <c:pt idx="1">
                  <c:v>CNN EP2</c:v>
                </c:pt>
              </c:strCache>
            </c:strRef>
          </c:cat>
          <c:val>
            <c:numRef>
              <c:f>'Chart Data'!$B$2:$B$3</c:f>
              <c:numCache>
                <c:formatCode>0"%"</c:formatCode>
                <c:ptCount val="2"/>
                <c:pt idx="0">
                  <c:v>79.71277236938477</c:v>
                </c:pt>
                <c:pt idx="1">
                  <c:v>98.03402119353039</c:v>
                </c:pt>
              </c:numCache>
            </c:numRef>
          </c:val>
        </c:ser>
        <c:ser>
          <c:idx val="1"/>
          <c:order val="1"/>
          <c:tx>
            <c:v>F1 macro test</c:v>
          </c:tx>
          <c:spPr>
            <a:solidFill>
              <a:srgbClr val="17324D"/>
            </a:solidFill>
          </c:spPr>
          <c:invertIfNegative val="0"/>
          <c:cat>
            <c:strRef>
              <c:f>'Chart Data'!$C$2:$C$3</c:f>
              <c:strCache>
                <c:ptCount val="2"/>
                <c:pt idx="0">
                  <c:v>MLP EP1</c:v>
                </c:pt>
                <c:pt idx="1">
                  <c:v>CNN EP2</c:v>
                </c:pt>
              </c:strCache>
            </c:strRef>
          </c:cat>
          <c:val>
            <c:numRef>
              <c:f>'Chart Data'!$D$2:$D$3</c:f>
              <c:numCache>
                <c:formatCode>0"%"</c:formatCode>
                <c:ptCount val="2"/>
                <c:pt idx="0">
                  <c:v>77.60310431989058</c:v>
                </c:pt>
                <c:pt idx="1">
                  <c:v>97.85805445318475</c:v>
                </c:pt>
              </c:numCache>
            </c:numRef>
          </c:val>
        </c:ser>
        <c:dLbls>
          <c:numFmt formatCode="0.00&quot;%&quot;" sourceLinked="0"/>
          <c:txPr>
            <a:bodyPr anchorCtr="1"/>
            <a:lstStyle/>
            <a:p>
              <a:pPr>
                <a:defRPr sz="1125" b="1">
                  <a:solidFill>
                    <a:srgbClr val="17324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275" b="1">
                <a:solidFill>
                  <a:srgbClr val="17324D"/>
                </a:solidFill>
                <a:latin typeface="Arial"/>
                <a:ea typeface="Arial"/>
                <a:cs typeface="Arial"/>
              </a:defRPr>
            </a:pPr>
          </a:p>
        </c:txPr>
        <c:crossAx val="48672768"/>
      </c:catAx>
      <c:valAx>
        <c:axId val="48672768"/>
        <c:scaling>
          <c:orientation val="minMax"/>
          <c:max val="105"/>
          <c:min val="0"/>
        </c:scaling>
        <c:delete val="0"/>
        <c:axPos val="l"/>
        <c:majorGridlines>
          <c:spPr>
            <a:ln w="9525">
              <a:solidFill>
                <a:srgbClr val="DCE4E9"/>
              </a:solidFill>
              <a:prstDash val="solid"/>
            </a:ln>
          </c:spPr>
        </c:majorGridlines>
        <c:numFmt formatCode="0&quot;%&quot;"/>
        <c:majorTickMark val="none"/>
        <c:minorTickMark val="none"/>
        <c:spPr>
          <a:ln w="9525">
            <a:solidFill>
              <a:srgbClr val="D4D4D4"/>
            </a:solidFill>
            <a:prstDash val="solid"/>
          </a:ln>
        </c:spPr>
        <c:txPr>
          <a:bodyPr anchorCtr="1"/>
          <a:lstStyle/>
          <a:p>
            <a:pPr>
              <a:defRPr sz="1050">
                <a:solidFill>
                  <a:srgbClr val="4E5C68"/>
                </a:solidFill>
                <a:latin typeface="Arial"/>
                <a:ea typeface="Arial"/>
                <a:cs typeface="Arial"/>
              </a:defRPr>
            </a:pPr>
          </a:p>
        </c:txPr>
        <c:crossAx val="48650112"/>
        <c:crossBetween val="between"/>
        <c:majorUnit val="20"/>
      </c:valAx>
      <c:spPr>
        <a:solidFill>
          <a:srgbClr val="FFFFFF"/>
        </a:solidFill>
        <a:ln w="0">
          <a:noFill/>
          <a:prstDash val="solid"/>
        </a:ln>
      </c:spPr>
    </c:plotArea>
    <c:legend>
      <c:legendPos val="b"/>
      <c:overlay val="0"/>
      <c:txPr>
        <a:bodyPr anchorCtr="1"/>
        <a:lstStyle/>
        <a:p>
          <a:pPr>
            <a:defRPr sz="1200">
              <a:solidFill>
                <a:srgbClr val="4E5C68"/>
              </a:solidFill>
              <a:latin typeface="Arial"/>
              <a:ea typeface="Arial"/>
              <a:cs typeface="Arial"/>
            </a:defRPr>
          </a:pPr>
        </a:p>
      </c:txPr>
    </c:legend>
    <c:plotVisOnly val="1"/>
  </c:chart>
  <c:spPr>
    <a:solidFill>
      <a:srgbClr val="FFFFFF"/>
    </a:solidFill>
    <a:l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DC11615-6179-40AF-9C6D-0B5CD03C4B86}"/>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buNone/>
              <a:defRPr sz="3150" b="1">
                <a:solidFill>
                  <a:srgbClr val="17324D"/>
                </a:solidFill>
                <a:latin typeface="Arial"/>
                <a:ea typeface="Arial"/>
                <a:cs typeface="Arial"/>
              </a:defRPr>
            </a:lvl1pPr>
            <a:lvl2pPr algn="l">
              <a:buNone/>
              <a:defRPr sz="3150" b="1">
                <a:solidFill>
                  <a:srgbClr val="17324D"/>
                </a:solidFill>
                <a:latin typeface="Arial"/>
                <a:ea typeface="Arial"/>
                <a:cs typeface="Arial"/>
              </a:defRPr>
            </a:lvl2pPr>
            <a:lvl3pPr algn="l">
              <a:buNone/>
              <a:defRPr sz="3150" b="1">
                <a:solidFill>
                  <a:srgbClr val="17324D"/>
                </a:solidFill>
                <a:latin typeface="Arial"/>
                <a:ea typeface="Arial"/>
                <a:cs typeface="Arial"/>
              </a:defRPr>
            </a:lvl3pPr>
            <a:lvl4pPr algn="l">
              <a:buNone/>
              <a:defRPr sz="3150" b="1">
                <a:solidFill>
                  <a:srgbClr val="17324D"/>
                </a:solidFill>
                <a:latin typeface="Arial"/>
                <a:ea typeface="Arial"/>
                <a:cs typeface="Arial"/>
              </a:defRPr>
            </a:lvl4pPr>
            <a:lvl5pPr algn="l">
              <a:buNone/>
              <a:defRPr sz="3150" b="1">
                <a:solidFill>
                  <a:srgbClr val="17324D"/>
                </a:solidFill>
                <a:latin typeface="Arial"/>
                <a:ea typeface="Arial"/>
                <a:cs typeface="Arial"/>
              </a:defRPr>
            </a:lvl5pPr>
            <a:lvl6pPr algn="l">
              <a:buNone/>
              <a:defRPr sz="3150" b="1">
                <a:solidFill>
                  <a:srgbClr val="17324D"/>
                </a:solidFill>
                <a:latin typeface="Arial"/>
                <a:ea typeface="Arial"/>
                <a:cs typeface="Arial"/>
              </a:defRPr>
            </a:lvl6pPr>
            <a:lvl7pPr algn="l">
              <a:buNone/>
              <a:defRPr sz="3150" b="1">
                <a:solidFill>
                  <a:srgbClr val="17324D"/>
                </a:solidFill>
                <a:latin typeface="Arial"/>
                <a:ea typeface="Arial"/>
                <a:cs typeface="Arial"/>
              </a:defRPr>
            </a:lvl7pPr>
            <a:lvl8pPr algn="l">
              <a:buNone/>
              <a:defRPr sz="3150" b="1">
                <a:solidFill>
                  <a:srgbClr val="17324D"/>
                </a:solidFill>
                <a:latin typeface="Arial"/>
                <a:ea typeface="Arial"/>
                <a:cs typeface="Arial"/>
              </a:defRPr>
            </a:lvl8pPr>
            <a:lvl9pPr algn="l">
              <a:buNone/>
              <a:defRPr sz="3150" b="1">
                <a:solidFill>
                  <a:srgbClr val="17324D"/>
                </a:solidFill>
                <a:latin typeface="Arial"/>
                <a:ea typeface="Arial"/>
                <a:cs typeface="Arial"/>
              </a:defRPr>
            </a:lvl9pPr>
          </a:lstStyle>
          <a:p xmlns:a="http://schemas.openxmlformats.org/drawingml/2006/main">
            <a:pPr algn="l">
              <a:buNone/>
              <a:defRPr sz="3150" b="1">
                <a:solidFill>
                  <a:srgbClr val="17324D"/>
                </a:solidFill>
                <a:latin typeface="Arial"/>
                <a:ea typeface="Arial"/>
                <a:cs typeface="Arial"/>
              </a:defRPr>
            </a:pPr>
            <a:r>
              <a:rPr sz="3150" b="1">
                <a:solidFill>
                  <a:srgbClr val="17324D"/>
                </a:solidFill>
                <a:latin typeface="Arial"/>
                <a:ea typeface="Arial"/>
                <a:cs typeface="Arial"/>
              </a:rPr>
              <a:t>Resultados de test de la CNN</a:t>
            </a:r>
          </a:p>
        </p:txBody>
      </p:sp>
      <p:sp>
        <p:nvSpPr>
          <p:cNvPr id="2" name="">
            <a:extLst xmlns:a="http://schemas.openxmlformats.org/drawingml/2006/main">
              <a:ext uri="{FF2B5EF4-FFF2-40B4-BE49-F238E27FC236}">
                <a16:creationId xmlns:a16="http://schemas.microsoft.com/office/drawing/2014/main" id="{214DBA04-8152-4CA5-9C86-A9F74FA0F547}"/>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buNone/>
              <a:defRPr sz="1200" b="0">
                <a:solidFill>
                  <a:srgbClr val="4E5C68"/>
                </a:solidFill>
                <a:latin typeface="Arial"/>
                <a:ea typeface="Arial"/>
                <a:cs typeface="Arial"/>
              </a:defRPr>
            </a:lvl1pPr>
            <a:lvl2pPr algn="r">
              <a:buNone/>
              <a:defRPr sz="1200" b="0">
                <a:solidFill>
                  <a:srgbClr val="4E5C68"/>
                </a:solidFill>
                <a:latin typeface="Arial"/>
                <a:ea typeface="Arial"/>
                <a:cs typeface="Arial"/>
              </a:defRPr>
            </a:lvl2pPr>
            <a:lvl3pPr algn="r">
              <a:buNone/>
              <a:defRPr sz="1200" b="0">
                <a:solidFill>
                  <a:srgbClr val="4E5C68"/>
                </a:solidFill>
                <a:latin typeface="Arial"/>
                <a:ea typeface="Arial"/>
                <a:cs typeface="Arial"/>
              </a:defRPr>
            </a:lvl3pPr>
            <a:lvl4pPr algn="r">
              <a:buNone/>
              <a:defRPr sz="1200" b="0">
                <a:solidFill>
                  <a:srgbClr val="4E5C68"/>
                </a:solidFill>
                <a:latin typeface="Arial"/>
                <a:ea typeface="Arial"/>
                <a:cs typeface="Arial"/>
              </a:defRPr>
            </a:lvl4pPr>
            <a:lvl5pPr algn="r">
              <a:buNone/>
              <a:defRPr sz="1200" b="0">
                <a:solidFill>
                  <a:srgbClr val="4E5C68"/>
                </a:solidFill>
                <a:latin typeface="Arial"/>
                <a:ea typeface="Arial"/>
                <a:cs typeface="Arial"/>
              </a:defRPr>
            </a:lvl5pPr>
            <a:lvl6pPr algn="r">
              <a:buNone/>
              <a:defRPr sz="1200" b="0">
                <a:solidFill>
                  <a:srgbClr val="4E5C68"/>
                </a:solidFill>
                <a:latin typeface="Arial"/>
                <a:ea typeface="Arial"/>
                <a:cs typeface="Arial"/>
              </a:defRPr>
            </a:lvl6pPr>
            <a:lvl7pPr algn="r">
              <a:buNone/>
              <a:defRPr sz="1200" b="0">
                <a:solidFill>
                  <a:srgbClr val="4E5C68"/>
                </a:solidFill>
                <a:latin typeface="Arial"/>
                <a:ea typeface="Arial"/>
                <a:cs typeface="Arial"/>
              </a:defRPr>
            </a:lvl7pPr>
            <a:lvl8pPr algn="r">
              <a:buNone/>
              <a:defRPr sz="1200" b="0">
                <a:solidFill>
                  <a:srgbClr val="4E5C68"/>
                </a:solidFill>
                <a:latin typeface="Arial"/>
                <a:ea typeface="Arial"/>
                <a:cs typeface="Arial"/>
              </a:defRPr>
            </a:lvl8pPr>
            <a:lvl9pPr algn="r">
              <a:buNone/>
              <a:defRPr sz="1200" b="0">
                <a:solidFill>
                  <a:srgbClr val="4E5C68"/>
                </a:solidFill>
                <a:latin typeface="Arial"/>
                <a:ea typeface="Arial"/>
                <a:cs typeface="Arial"/>
              </a:defRPr>
            </a:lvl9pPr>
          </a:lstStyle>
          <a:p xmlns:a="http://schemas.openxmlformats.org/drawingml/2006/main">
            <a:pPr algn="r">
              <a:buNone/>
              <a:defRPr sz="1200" b="0">
                <a:solidFill>
                  <a:srgbClr val="4E5C68"/>
                </a:solidFill>
                <a:latin typeface="Arial"/>
                <a:ea typeface="Arial"/>
                <a:cs typeface="Arial"/>
              </a:defRPr>
            </a:pPr>
            <a:r>
              <a:rPr sz="1200" b="0">
                <a:solidFill>
                  <a:srgbClr val="4E5C68"/>
                </a:solidFill>
                <a:latin typeface="Arial"/>
                <a:ea typeface="Arial"/>
                <a:cs typeface="Arial"/>
              </a:rPr>
              <a:t>7 / 10</a:t>
            </a:r>
          </a:p>
        </p:txBody>
      </p:sp>
      <p:sp>
        <p:nvSpPr>
          <p:cNvPr id="3" name="">
            <a:extLst xmlns:a="http://schemas.openxmlformats.org/drawingml/2006/main">
              <a:ext uri="{FF2B5EF4-FFF2-40B4-BE49-F238E27FC236}">
                <a16:creationId xmlns:a16="http://schemas.microsoft.com/office/drawing/2014/main" id="{D7F7042F-BFA2-4140-9CF9-19D315372BBB}"/>
              </a:ext>
            </a:extLst>
          </p:cNvPr>
          <p:cNvSpPr>
            <a:spLocks xmlns:a="http://schemas.openxmlformats.org/drawingml/2006/main" noGrp="1"/>
          </p:cNvSpPr>
          <p:nvPr/>
        </p:nvSpPr>
        <p:spPr>
          <a:xfrm xmlns:a="http://schemas.openxmlformats.org/drawingml/2006/main">
            <a:off x="609600" y="152400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buNone/>
              <a:defRPr sz="3900" b="1">
                <a:solidFill>
                  <a:srgbClr val="087F8C"/>
                </a:solidFill>
                <a:latin typeface="Arial"/>
                <a:ea typeface="Arial"/>
                <a:cs typeface="Arial"/>
              </a:defRPr>
            </a:lvl1pPr>
            <a:lvl2pPr algn="ctr">
              <a:buNone/>
              <a:defRPr sz="3900" b="1">
                <a:solidFill>
                  <a:srgbClr val="087F8C"/>
                </a:solidFill>
                <a:latin typeface="Arial"/>
                <a:ea typeface="Arial"/>
                <a:cs typeface="Arial"/>
              </a:defRPr>
            </a:lvl2pPr>
            <a:lvl3pPr algn="ctr">
              <a:buNone/>
              <a:defRPr sz="3900" b="1">
                <a:solidFill>
                  <a:srgbClr val="087F8C"/>
                </a:solidFill>
                <a:latin typeface="Arial"/>
                <a:ea typeface="Arial"/>
                <a:cs typeface="Arial"/>
              </a:defRPr>
            </a:lvl3pPr>
            <a:lvl4pPr algn="ctr">
              <a:buNone/>
              <a:defRPr sz="3900" b="1">
                <a:solidFill>
                  <a:srgbClr val="087F8C"/>
                </a:solidFill>
                <a:latin typeface="Arial"/>
                <a:ea typeface="Arial"/>
                <a:cs typeface="Arial"/>
              </a:defRPr>
            </a:lvl4pPr>
            <a:lvl5pPr algn="ctr">
              <a:buNone/>
              <a:defRPr sz="3900" b="1">
                <a:solidFill>
                  <a:srgbClr val="087F8C"/>
                </a:solidFill>
                <a:latin typeface="Arial"/>
                <a:ea typeface="Arial"/>
                <a:cs typeface="Arial"/>
              </a:defRPr>
            </a:lvl5pPr>
            <a:lvl6pPr algn="ctr">
              <a:buNone/>
              <a:defRPr sz="3900" b="1">
                <a:solidFill>
                  <a:srgbClr val="087F8C"/>
                </a:solidFill>
                <a:latin typeface="Arial"/>
                <a:ea typeface="Arial"/>
                <a:cs typeface="Arial"/>
              </a:defRPr>
            </a:lvl6pPr>
            <a:lvl7pPr algn="ctr">
              <a:buNone/>
              <a:defRPr sz="3900" b="1">
                <a:solidFill>
                  <a:srgbClr val="087F8C"/>
                </a:solidFill>
                <a:latin typeface="Arial"/>
                <a:ea typeface="Arial"/>
                <a:cs typeface="Arial"/>
              </a:defRPr>
            </a:lvl7pPr>
            <a:lvl8pPr algn="ctr">
              <a:buNone/>
              <a:defRPr sz="3900" b="1">
                <a:solidFill>
                  <a:srgbClr val="087F8C"/>
                </a:solidFill>
                <a:latin typeface="Arial"/>
                <a:ea typeface="Arial"/>
                <a:cs typeface="Arial"/>
              </a:defRPr>
            </a:lvl8pPr>
            <a:lvl9pPr algn="ctr">
              <a:buNone/>
              <a:defRPr sz="3900" b="1">
                <a:solidFill>
                  <a:srgbClr val="087F8C"/>
                </a:solidFill>
                <a:latin typeface="Arial"/>
                <a:ea typeface="Arial"/>
                <a:cs typeface="Arial"/>
              </a:defRPr>
            </a:lvl9pPr>
          </a:lstStyle>
          <a:p xmlns:a="http://schemas.openxmlformats.org/drawingml/2006/main">
            <a:pPr algn="ctr">
              <a:buNone/>
              <a:defRPr sz="3900" b="1">
                <a:solidFill>
                  <a:srgbClr val="087F8C"/>
                </a:solidFill>
                <a:latin typeface="Arial"/>
                <a:ea typeface="Arial"/>
                <a:cs typeface="Arial"/>
              </a:defRPr>
            </a:pPr>
            <a:r>
              <a:rPr sz="3900" b="1">
                <a:solidFill>
                  <a:srgbClr val="087F8C"/>
                </a:solidFill>
                <a:latin typeface="Arial"/>
                <a:ea typeface="Arial"/>
                <a:cs typeface="Arial"/>
              </a:rPr>
              <a:t>98,03%</a:t>
            </a:r>
          </a:p>
        </p:txBody>
      </p:sp>
      <p:sp>
        <p:nvSpPr>
          <p:cNvPr id="4" name="">
            <a:extLst xmlns:a="http://schemas.openxmlformats.org/drawingml/2006/main">
              <a:ext uri="{FF2B5EF4-FFF2-40B4-BE49-F238E27FC236}">
                <a16:creationId xmlns:a16="http://schemas.microsoft.com/office/drawing/2014/main" id="{3094C02E-0F18-4771-AC99-06D2CD89FD3D}"/>
              </a:ext>
            </a:extLst>
          </p:cNvPr>
          <p:cNvSpPr>
            <a:spLocks xmlns:a="http://schemas.openxmlformats.org/drawingml/2006/main" noGrp="1"/>
          </p:cNvSpPr>
          <p:nvPr/>
        </p:nvSpPr>
        <p:spPr>
          <a:xfrm xmlns:a="http://schemas.openxmlformats.org/drawingml/2006/main">
            <a:off x="609600" y="21812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Accuracy test</a:t>
            </a:r>
          </a:p>
        </p:txBody>
      </p:sp>
      <p:sp>
        <p:nvSpPr>
          <p:cNvPr id="5" name="">
            <a:extLst xmlns:a="http://schemas.openxmlformats.org/drawingml/2006/main">
              <a:ext uri="{FF2B5EF4-FFF2-40B4-BE49-F238E27FC236}">
                <a16:creationId xmlns:a16="http://schemas.microsoft.com/office/drawing/2014/main" id="{ABCED778-F1DA-486F-A6AE-D54CC2469B29}"/>
              </a:ext>
            </a:extLst>
          </p:cNvPr>
          <p:cNvSpPr>
            <a:spLocks xmlns:a="http://schemas.openxmlformats.org/drawingml/2006/main" noGrp="1"/>
          </p:cNvSpPr>
          <p:nvPr/>
        </p:nvSpPr>
        <p:spPr>
          <a:xfrm xmlns:a="http://schemas.openxmlformats.org/drawingml/2006/main">
            <a:off x="609600" y="2905125"/>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buNone/>
              <a:defRPr sz="3900" b="1">
                <a:solidFill>
                  <a:srgbClr val="17324D"/>
                </a:solidFill>
                <a:latin typeface="Arial"/>
                <a:ea typeface="Arial"/>
                <a:cs typeface="Arial"/>
              </a:defRPr>
            </a:lvl1pPr>
            <a:lvl2pPr algn="ctr">
              <a:buNone/>
              <a:defRPr sz="3900" b="1">
                <a:solidFill>
                  <a:srgbClr val="17324D"/>
                </a:solidFill>
                <a:latin typeface="Arial"/>
                <a:ea typeface="Arial"/>
                <a:cs typeface="Arial"/>
              </a:defRPr>
            </a:lvl2pPr>
            <a:lvl3pPr algn="ctr">
              <a:buNone/>
              <a:defRPr sz="3900" b="1">
                <a:solidFill>
                  <a:srgbClr val="17324D"/>
                </a:solidFill>
                <a:latin typeface="Arial"/>
                <a:ea typeface="Arial"/>
                <a:cs typeface="Arial"/>
              </a:defRPr>
            </a:lvl3pPr>
            <a:lvl4pPr algn="ctr">
              <a:buNone/>
              <a:defRPr sz="3900" b="1">
                <a:solidFill>
                  <a:srgbClr val="17324D"/>
                </a:solidFill>
                <a:latin typeface="Arial"/>
                <a:ea typeface="Arial"/>
                <a:cs typeface="Arial"/>
              </a:defRPr>
            </a:lvl4pPr>
            <a:lvl5pPr algn="ctr">
              <a:buNone/>
              <a:defRPr sz="3900" b="1">
                <a:solidFill>
                  <a:srgbClr val="17324D"/>
                </a:solidFill>
                <a:latin typeface="Arial"/>
                <a:ea typeface="Arial"/>
                <a:cs typeface="Arial"/>
              </a:defRPr>
            </a:lvl5pPr>
            <a:lvl6pPr algn="ctr">
              <a:buNone/>
              <a:defRPr sz="3900" b="1">
                <a:solidFill>
                  <a:srgbClr val="17324D"/>
                </a:solidFill>
                <a:latin typeface="Arial"/>
                <a:ea typeface="Arial"/>
                <a:cs typeface="Arial"/>
              </a:defRPr>
            </a:lvl6pPr>
            <a:lvl7pPr algn="ctr">
              <a:buNone/>
              <a:defRPr sz="3900" b="1">
                <a:solidFill>
                  <a:srgbClr val="17324D"/>
                </a:solidFill>
                <a:latin typeface="Arial"/>
                <a:ea typeface="Arial"/>
                <a:cs typeface="Arial"/>
              </a:defRPr>
            </a:lvl7pPr>
            <a:lvl8pPr algn="ctr">
              <a:buNone/>
              <a:defRPr sz="3900" b="1">
                <a:solidFill>
                  <a:srgbClr val="17324D"/>
                </a:solidFill>
                <a:latin typeface="Arial"/>
                <a:ea typeface="Arial"/>
                <a:cs typeface="Arial"/>
              </a:defRPr>
            </a:lvl8pPr>
            <a:lvl9pPr algn="ctr">
              <a:buNone/>
              <a:defRPr sz="3900" b="1">
                <a:solidFill>
                  <a:srgbClr val="17324D"/>
                </a:solidFill>
                <a:latin typeface="Arial"/>
                <a:ea typeface="Arial"/>
                <a:cs typeface="Arial"/>
              </a:defRPr>
            </a:lvl9pPr>
          </a:lstStyle>
          <a:p xmlns:a="http://schemas.openxmlformats.org/drawingml/2006/main">
            <a:pPr algn="ctr">
              <a:buNone/>
              <a:defRPr sz="3900" b="1">
                <a:solidFill>
                  <a:srgbClr val="17324D"/>
                </a:solidFill>
                <a:latin typeface="Arial"/>
                <a:ea typeface="Arial"/>
                <a:cs typeface="Arial"/>
              </a:defRPr>
            </a:pPr>
            <a:r>
              <a:rPr sz="3900" b="1">
                <a:solidFill>
                  <a:srgbClr val="17324D"/>
                </a:solidFill>
                <a:latin typeface="Arial"/>
                <a:ea typeface="Arial"/>
                <a:cs typeface="Arial"/>
              </a:rPr>
              <a:t>0,9804</a:t>
            </a:r>
          </a:p>
        </p:txBody>
      </p:sp>
      <p:sp>
        <p:nvSpPr>
          <p:cNvPr id="6" name="">
            <a:extLst xmlns:a="http://schemas.openxmlformats.org/drawingml/2006/main">
              <a:ext uri="{FF2B5EF4-FFF2-40B4-BE49-F238E27FC236}">
                <a16:creationId xmlns:a16="http://schemas.microsoft.com/office/drawing/2014/main" id="{E8CB0BA3-9200-4F8A-A60B-E712D7AAFC45}"/>
              </a:ext>
            </a:extLst>
          </p:cNvPr>
          <p:cNvSpPr>
            <a:spLocks xmlns:a="http://schemas.openxmlformats.org/drawingml/2006/main" noGrp="1"/>
          </p:cNvSpPr>
          <p:nvPr/>
        </p:nvSpPr>
        <p:spPr>
          <a:xfrm xmlns:a="http://schemas.openxmlformats.org/drawingml/2006/main">
            <a:off x="609600" y="3562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Precisión macro</a:t>
            </a:r>
          </a:p>
        </p:txBody>
      </p:sp>
      <p:sp>
        <p:nvSpPr>
          <p:cNvPr id="7" name="">
            <a:extLst xmlns:a="http://schemas.openxmlformats.org/drawingml/2006/main">
              <a:ext uri="{FF2B5EF4-FFF2-40B4-BE49-F238E27FC236}">
                <a16:creationId xmlns:a16="http://schemas.microsoft.com/office/drawing/2014/main" id="{F688535D-2265-479F-B1F8-28C86CFF65F5}"/>
              </a:ext>
            </a:extLst>
          </p:cNvPr>
          <p:cNvSpPr>
            <a:spLocks xmlns:a="http://schemas.openxmlformats.org/drawingml/2006/main" noGrp="1"/>
          </p:cNvSpPr>
          <p:nvPr/>
        </p:nvSpPr>
        <p:spPr>
          <a:xfrm xmlns:a="http://schemas.openxmlformats.org/drawingml/2006/main">
            <a:off x="609600" y="428625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buNone/>
              <a:defRPr sz="3900" b="1">
                <a:solidFill>
                  <a:srgbClr val="17324D"/>
                </a:solidFill>
                <a:latin typeface="Arial"/>
                <a:ea typeface="Arial"/>
                <a:cs typeface="Arial"/>
              </a:defRPr>
            </a:lvl1pPr>
            <a:lvl2pPr algn="ctr">
              <a:buNone/>
              <a:defRPr sz="3900" b="1">
                <a:solidFill>
                  <a:srgbClr val="17324D"/>
                </a:solidFill>
                <a:latin typeface="Arial"/>
                <a:ea typeface="Arial"/>
                <a:cs typeface="Arial"/>
              </a:defRPr>
            </a:lvl2pPr>
            <a:lvl3pPr algn="ctr">
              <a:buNone/>
              <a:defRPr sz="3900" b="1">
                <a:solidFill>
                  <a:srgbClr val="17324D"/>
                </a:solidFill>
                <a:latin typeface="Arial"/>
                <a:ea typeface="Arial"/>
                <a:cs typeface="Arial"/>
              </a:defRPr>
            </a:lvl3pPr>
            <a:lvl4pPr algn="ctr">
              <a:buNone/>
              <a:defRPr sz="3900" b="1">
                <a:solidFill>
                  <a:srgbClr val="17324D"/>
                </a:solidFill>
                <a:latin typeface="Arial"/>
                <a:ea typeface="Arial"/>
                <a:cs typeface="Arial"/>
              </a:defRPr>
            </a:lvl4pPr>
            <a:lvl5pPr algn="ctr">
              <a:buNone/>
              <a:defRPr sz="3900" b="1">
                <a:solidFill>
                  <a:srgbClr val="17324D"/>
                </a:solidFill>
                <a:latin typeface="Arial"/>
                <a:ea typeface="Arial"/>
                <a:cs typeface="Arial"/>
              </a:defRPr>
            </a:lvl5pPr>
            <a:lvl6pPr algn="ctr">
              <a:buNone/>
              <a:defRPr sz="3900" b="1">
                <a:solidFill>
                  <a:srgbClr val="17324D"/>
                </a:solidFill>
                <a:latin typeface="Arial"/>
                <a:ea typeface="Arial"/>
                <a:cs typeface="Arial"/>
              </a:defRPr>
            </a:lvl6pPr>
            <a:lvl7pPr algn="ctr">
              <a:buNone/>
              <a:defRPr sz="3900" b="1">
                <a:solidFill>
                  <a:srgbClr val="17324D"/>
                </a:solidFill>
                <a:latin typeface="Arial"/>
                <a:ea typeface="Arial"/>
                <a:cs typeface="Arial"/>
              </a:defRPr>
            </a:lvl7pPr>
            <a:lvl8pPr algn="ctr">
              <a:buNone/>
              <a:defRPr sz="3900" b="1">
                <a:solidFill>
                  <a:srgbClr val="17324D"/>
                </a:solidFill>
                <a:latin typeface="Arial"/>
                <a:ea typeface="Arial"/>
                <a:cs typeface="Arial"/>
              </a:defRPr>
            </a:lvl8pPr>
            <a:lvl9pPr algn="ctr">
              <a:buNone/>
              <a:defRPr sz="3900" b="1">
                <a:solidFill>
                  <a:srgbClr val="17324D"/>
                </a:solidFill>
                <a:latin typeface="Arial"/>
                <a:ea typeface="Arial"/>
                <a:cs typeface="Arial"/>
              </a:defRPr>
            </a:lvl9pPr>
          </a:lstStyle>
          <a:p xmlns:a="http://schemas.openxmlformats.org/drawingml/2006/main">
            <a:pPr algn="ctr">
              <a:buNone/>
              <a:defRPr sz="3900" b="1">
                <a:solidFill>
                  <a:srgbClr val="17324D"/>
                </a:solidFill>
                <a:latin typeface="Arial"/>
                <a:ea typeface="Arial"/>
                <a:cs typeface="Arial"/>
              </a:defRPr>
            </a:pPr>
            <a:r>
              <a:rPr sz="3900" b="1">
                <a:solidFill>
                  <a:srgbClr val="17324D"/>
                </a:solidFill>
                <a:latin typeface="Arial"/>
                <a:ea typeface="Arial"/>
                <a:cs typeface="Arial"/>
              </a:rPr>
              <a:t>0,9773</a:t>
            </a:r>
          </a:p>
        </p:txBody>
      </p:sp>
      <p:sp>
        <p:nvSpPr>
          <p:cNvPr id="8" name="">
            <a:extLst xmlns:a="http://schemas.openxmlformats.org/drawingml/2006/main">
              <a:ext uri="{FF2B5EF4-FFF2-40B4-BE49-F238E27FC236}">
                <a16:creationId xmlns:a16="http://schemas.microsoft.com/office/drawing/2014/main" id="{D33DAE8E-64DD-4299-A940-64FF3EF819F8}"/>
              </a:ext>
            </a:extLst>
          </p:cNvPr>
          <p:cNvSpPr>
            <a:spLocks xmlns:a="http://schemas.openxmlformats.org/drawingml/2006/main" noGrp="1"/>
          </p:cNvSpPr>
          <p:nvPr/>
        </p:nvSpPr>
        <p:spPr>
          <a:xfrm xmlns:a="http://schemas.openxmlformats.org/drawingml/2006/main">
            <a:off x="609600" y="49434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Recall macro</a:t>
            </a:r>
          </a:p>
        </p:txBody>
      </p:sp>
      <p:sp>
        <p:nvSpPr>
          <p:cNvPr id="9" name="">
            <a:extLst xmlns:a="http://schemas.openxmlformats.org/drawingml/2006/main">
              <a:ext uri="{FF2B5EF4-FFF2-40B4-BE49-F238E27FC236}">
                <a16:creationId xmlns:a16="http://schemas.microsoft.com/office/drawing/2014/main" id="{0E40266D-4E1A-48D7-9780-3D33E1236DCE}"/>
              </a:ext>
            </a:extLst>
          </p:cNvPr>
          <p:cNvSpPr>
            <a:spLocks xmlns:a="http://schemas.openxmlformats.org/drawingml/2006/main" noGrp="1"/>
          </p:cNvSpPr>
          <p:nvPr/>
        </p:nvSpPr>
        <p:spPr>
          <a:xfrm xmlns:a="http://schemas.openxmlformats.org/drawingml/2006/main">
            <a:off x="609600" y="5476875"/>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buNone/>
              <a:defRPr sz="3900" b="1">
                <a:solidFill>
                  <a:srgbClr val="087F8C"/>
                </a:solidFill>
                <a:latin typeface="Arial"/>
                <a:ea typeface="Arial"/>
                <a:cs typeface="Arial"/>
              </a:defRPr>
            </a:lvl1pPr>
            <a:lvl2pPr algn="ctr">
              <a:buNone/>
              <a:defRPr sz="3900" b="1">
                <a:solidFill>
                  <a:srgbClr val="087F8C"/>
                </a:solidFill>
                <a:latin typeface="Arial"/>
                <a:ea typeface="Arial"/>
                <a:cs typeface="Arial"/>
              </a:defRPr>
            </a:lvl2pPr>
            <a:lvl3pPr algn="ctr">
              <a:buNone/>
              <a:defRPr sz="3900" b="1">
                <a:solidFill>
                  <a:srgbClr val="087F8C"/>
                </a:solidFill>
                <a:latin typeface="Arial"/>
                <a:ea typeface="Arial"/>
                <a:cs typeface="Arial"/>
              </a:defRPr>
            </a:lvl3pPr>
            <a:lvl4pPr algn="ctr">
              <a:buNone/>
              <a:defRPr sz="3900" b="1">
                <a:solidFill>
                  <a:srgbClr val="087F8C"/>
                </a:solidFill>
                <a:latin typeface="Arial"/>
                <a:ea typeface="Arial"/>
                <a:cs typeface="Arial"/>
              </a:defRPr>
            </a:lvl4pPr>
            <a:lvl5pPr algn="ctr">
              <a:buNone/>
              <a:defRPr sz="3900" b="1">
                <a:solidFill>
                  <a:srgbClr val="087F8C"/>
                </a:solidFill>
                <a:latin typeface="Arial"/>
                <a:ea typeface="Arial"/>
                <a:cs typeface="Arial"/>
              </a:defRPr>
            </a:lvl5pPr>
            <a:lvl6pPr algn="ctr">
              <a:buNone/>
              <a:defRPr sz="3900" b="1">
                <a:solidFill>
                  <a:srgbClr val="087F8C"/>
                </a:solidFill>
                <a:latin typeface="Arial"/>
                <a:ea typeface="Arial"/>
                <a:cs typeface="Arial"/>
              </a:defRPr>
            </a:lvl6pPr>
            <a:lvl7pPr algn="ctr">
              <a:buNone/>
              <a:defRPr sz="3900" b="1">
                <a:solidFill>
                  <a:srgbClr val="087F8C"/>
                </a:solidFill>
                <a:latin typeface="Arial"/>
                <a:ea typeface="Arial"/>
                <a:cs typeface="Arial"/>
              </a:defRPr>
            </a:lvl7pPr>
            <a:lvl8pPr algn="ctr">
              <a:buNone/>
              <a:defRPr sz="3900" b="1">
                <a:solidFill>
                  <a:srgbClr val="087F8C"/>
                </a:solidFill>
                <a:latin typeface="Arial"/>
                <a:ea typeface="Arial"/>
                <a:cs typeface="Arial"/>
              </a:defRPr>
            </a:lvl8pPr>
            <a:lvl9pPr algn="ctr">
              <a:buNone/>
              <a:defRPr sz="3900" b="1">
                <a:solidFill>
                  <a:srgbClr val="087F8C"/>
                </a:solidFill>
                <a:latin typeface="Arial"/>
                <a:ea typeface="Arial"/>
                <a:cs typeface="Arial"/>
              </a:defRPr>
            </a:lvl9pPr>
          </a:lstStyle>
          <a:p xmlns:a="http://schemas.openxmlformats.org/drawingml/2006/main">
            <a:pPr algn="ctr">
              <a:buNone/>
              <a:defRPr sz="3900" b="1">
                <a:solidFill>
                  <a:srgbClr val="087F8C"/>
                </a:solidFill>
                <a:latin typeface="Arial"/>
                <a:ea typeface="Arial"/>
                <a:cs typeface="Arial"/>
              </a:defRPr>
            </a:pPr>
            <a:r>
              <a:rPr sz="3900" b="1">
                <a:solidFill>
                  <a:srgbClr val="087F8C"/>
                </a:solidFill>
                <a:latin typeface="Arial"/>
                <a:ea typeface="Arial"/>
                <a:cs typeface="Arial"/>
              </a:rPr>
              <a:t>0,9786</a:t>
            </a:r>
          </a:p>
        </p:txBody>
      </p:sp>
      <p:sp>
        <p:nvSpPr>
          <p:cNvPr id="10" name="">
            <a:extLst xmlns:a="http://schemas.openxmlformats.org/drawingml/2006/main">
              <a:ext uri="{FF2B5EF4-FFF2-40B4-BE49-F238E27FC236}">
                <a16:creationId xmlns:a16="http://schemas.microsoft.com/office/drawing/2014/main" id="{DE5BD29A-0146-4E9C-A32E-45C87FAF5B4B}"/>
              </a:ext>
            </a:extLst>
          </p:cNvPr>
          <p:cNvSpPr>
            <a:spLocks xmlns:a="http://schemas.openxmlformats.org/drawingml/2006/main" noGrp="1"/>
          </p:cNvSpPr>
          <p:nvPr/>
        </p:nvSpPr>
        <p:spPr>
          <a:xfrm xmlns:a="http://schemas.openxmlformats.org/drawingml/2006/main">
            <a:off x="609600" y="6134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F1 macro</a:t>
            </a:r>
          </a:p>
        </p:txBody>
      </p:sp>
      <p:pic>
        <p:nvPicPr>
          <p:cNvPr id="11" name="">
            <a:extLst xmlns:a="http://schemas.openxmlformats.org/drawingml/2006/main">
              <a:ext uri="{FF2B5EF4-FFF2-40B4-BE49-F238E27FC236}">
                <a16:creationId xmlns:a16="http://schemas.microsoft.com/office/drawing/2014/main" id="{70B89F86-E4AE-44B4-B55B-47379DB85737}"/>
              </a:ext>
            </a:extLst>
          </p:cNvPr>
          <p:cNvPicPr>
            <a:picLocks xmlns:a="http://schemas.openxmlformats.org/drawingml/2006/main" noChangeAspect="1"/>
          </p:cNvPicPr>
          <p:nvPr/>
        </p:nvPicPr>
        <p:blipFill>
          <a:blip xmlns:r="http://schemas.openxmlformats.org/officeDocument/2006/relationships" xmlns:a="http://schemas.openxmlformats.org/drawingml/2006/main" r:embed="Rd0574eabb1e146bb"/>
          <a:srcRect xmlns:a="http://schemas.openxmlformats.org/drawingml/2006/main" l="0" t="0" r="0" b="0"/>
          <a:stretch xmlns:a="http://schemas.openxmlformats.org/drawingml/2006/main">
            <a:fillRect l="0" t="0" r="0" b="0"/>
          </a:stretch>
        </p:blipFill>
        <p:spPr>
          <a:xfrm xmlns:a="http://schemas.openxmlformats.org/drawingml/2006/main">
            <a:off x="4486284" y="1190625"/>
            <a:ext cx="6172181" cy="5000625"/>
          </a:xfrm>
          <a:prstGeom xmlns:a="http://schemas.openxmlformats.org/drawingml/2006/main" prst="rect">
            <a:avLst/>
          </a:prstGeom>
        </p:spPr>
      </p:pic>
    </p:spTree>
    <p:extLst>
      <p:ext uri="{BB962C8B-B14F-4D97-AF65-F5344CB8AC3E}">
        <p14:creationId xmlns:p14="http://schemas.microsoft.com/office/powerpoint/2010/main" val="13228265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84BE4B-7CC1-47AE-A5C8-C6A1A121AC64}"/>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buNone/>
              <a:defRPr sz="3150" b="1">
                <a:solidFill>
                  <a:srgbClr val="17324D"/>
                </a:solidFill>
                <a:latin typeface="Arial"/>
                <a:ea typeface="Arial"/>
                <a:cs typeface="Arial"/>
              </a:defRPr>
            </a:lvl1pPr>
            <a:lvl2pPr algn="l">
              <a:buNone/>
              <a:defRPr sz="3150" b="1">
                <a:solidFill>
                  <a:srgbClr val="17324D"/>
                </a:solidFill>
                <a:latin typeface="Arial"/>
                <a:ea typeface="Arial"/>
                <a:cs typeface="Arial"/>
              </a:defRPr>
            </a:lvl2pPr>
            <a:lvl3pPr algn="l">
              <a:buNone/>
              <a:defRPr sz="3150" b="1">
                <a:solidFill>
                  <a:srgbClr val="17324D"/>
                </a:solidFill>
                <a:latin typeface="Arial"/>
                <a:ea typeface="Arial"/>
                <a:cs typeface="Arial"/>
              </a:defRPr>
            </a:lvl3pPr>
            <a:lvl4pPr algn="l">
              <a:buNone/>
              <a:defRPr sz="3150" b="1">
                <a:solidFill>
                  <a:srgbClr val="17324D"/>
                </a:solidFill>
                <a:latin typeface="Arial"/>
                <a:ea typeface="Arial"/>
                <a:cs typeface="Arial"/>
              </a:defRPr>
            </a:lvl4pPr>
            <a:lvl5pPr algn="l">
              <a:buNone/>
              <a:defRPr sz="3150" b="1">
                <a:solidFill>
                  <a:srgbClr val="17324D"/>
                </a:solidFill>
                <a:latin typeface="Arial"/>
                <a:ea typeface="Arial"/>
                <a:cs typeface="Arial"/>
              </a:defRPr>
            </a:lvl5pPr>
            <a:lvl6pPr algn="l">
              <a:buNone/>
              <a:defRPr sz="3150" b="1">
                <a:solidFill>
                  <a:srgbClr val="17324D"/>
                </a:solidFill>
                <a:latin typeface="Arial"/>
                <a:ea typeface="Arial"/>
                <a:cs typeface="Arial"/>
              </a:defRPr>
            </a:lvl6pPr>
            <a:lvl7pPr algn="l">
              <a:buNone/>
              <a:defRPr sz="3150" b="1">
                <a:solidFill>
                  <a:srgbClr val="17324D"/>
                </a:solidFill>
                <a:latin typeface="Arial"/>
                <a:ea typeface="Arial"/>
                <a:cs typeface="Arial"/>
              </a:defRPr>
            </a:lvl7pPr>
            <a:lvl8pPr algn="l">
              <a:buNone/>
              <a:defRPr sz="3150" b="1">
                <a:solidFill>
                  <a:srgbClr val="17324D"/>
                </a:solidFill>
                <a:latin typeface="Arial"/>
                <a:ea typeface="Arial"/>
                <a:cs typeface="Arial"/>
              </a:defRPr>
            </a:lvl8pPr>
            <a:lvl9pPr algn="l">
              <a:buNone/>
              <a:defRPr sz="3150" b="1">
                <a:solidFill>
                  <a:srgbClr val="17324D"/>
                </a:solidFill>
                <a:latin typeface="Arial"/>
                <a:ea typeface="Arial"/>
                <a:cs typeface="Arial"/>
              </a:defRPr>
            </a:lvl9pPr>
          </a:lstStyle>
          <a:p xmlns:a="http://schemas.openxmlformats.org/drawingml/2006/main">
            <a:pPr algn="l">
              <a:buNone/>
              <a:defRPr sz="3150" b="1">
                <a:solidFill>
                  <a:srgbClr val="17324D"/>
                </a:solidFill>
                <a:latin typeface="Arial"/>
                <a:ea typeface="Arial"/>
                <a:cs typeface="Arial"/>
              </a:defRPr>
            </a:pPr>
            <a:r>
              <a:rPr sz="3150" b="1">
                <a:solidFill>
                  <a:srgbClr val="17324D"/>
                </a:solidFill>
                <a:latin typeface="Arial"/>
                <a:ea typeface="Arial"/>
                <a:cs typeface="Arial"/>
              </a:rPr>
              <a:t>Comparación MLP y CNN en test</a:t>
            </a:r>
          </a:p>
        </p:txBody>
      </p:sp>
      <p:sp>
        <p:nvSpPr>
          <p:cNvPr id="2" name="">
            <a:extLst xmlns:a="http://schemas.openxmlformats.org/drawingml/2006/main">
              <a:ext uri="{FF2B5EF4-FFF2-40B4-BE49-F238E27FC236}">
                <a16:creationId xmlns:a16="http://schemas.microsoft.com/office/drawing/2014/main" id="{105664F6-104D-4313-B44E-08CEA98E724D}"/>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buNone/>
              <a:defRPr sz="1200" b="0">
                <a:solidFill>
                  <a:srgbClr val="4E5C68"/>
                </a:solidFill>
                <a:latin typeface="Arial"/>
                <a:ea typeface="Arial"/>
                <a:cs typeface="Arial"/>
              </a:defRPr>
            </a:lvl1pPr>
            <a:lvl2pPr algn="r">
              <a:buNone/>
              <a:defRPr sz="1200" b="0">
                <a:solidFill>
                  <a:srgbClr val="4E5C68"/>
                </a:solidFill>
                <a:latin typeface="Arial"/>
                <a:ea typeface="Arial"/>
                <a:cs typeface="Arial"/>
              </a:defRPr>
            </a:lvl2pPr>
            <a:lvl3pPr algn="r">
              <a:buNone/>
              <a:defRPr sz="1200" b="0">
                <a:solidFill>
                  <a:srgbClr val="4E5C68"/>
                </a:solidFill>
                <a:latin typeface="Arial"/>
                <a:ea typeface="Arial"/>
                <a:cs typeface="Arial"/>
              </a:defRPr>
            </a:lvl3pPr>
            <a:lvl4pPr algn="r">
              <a:buNone/>
              <a:defRPr sz="1200" b="0">
                <a:solidFill>
                  <a:srgbClr val="4E5C68"/>
                </a:solidFill>
                <a:latin typeface="Arial"/>
                <a:ea typeface="Arial"/>
                <a:cs typeface="Arial"/>
              </a:defRPr>
            </a:lvl4pPr>
            <a:lvl5pPr algn="r">
              <a:buNone/>
              <a:defRPr sz="1200" b="0">
                <a:solidFill>
                  <a:srgbClr val="4E5C68"/>
                </a:solidFill>
                <a:latin typeface="Arial"/>
                <a:ea typeface="Arial"/>
                <a:cs typeface="Arial"/>
              </a:defRPr>
            </a:lvl5pPr>
            <a:lvl6pPr algn="r">
              <a:buNone/>
              <a:defRPr sz="1200" b="0">
                <a:solidFill>
                  <a:srgbClr val="4E5C68"/>
                </a:solidFill>
                <a:latin typeface="Arial"/>
                <a:ea typeface="Arial"/>
                <a:cs typeface="Arial"/>
              </a:defRPr>
            </a:lvl6pPr>
            <a:lvl7pPr algn="r">
              <a:buNone/>
              <a:defRPr sz="1200" b="0">
                <a:solidFill>
                  <a:srgbClr val="4E5C68"/>
                </a:solidFill>
                <a:latin typeface="Arial"/>
                <a:ea typeface="Arial"/>
                <a:cs typeface="Arial"/>
              </a:defRPr>
            </a:lvl7pPr>
            <a:lvl8pPr algn="r">
              <a:buNone/>
              <a:defRPr sz="1200" b="0">
                <a:solidFill>
                  <a:srgbClr val="4E5C68"/>
                </a:solidFill>
                <a:latin typeface="Arial"/>
                <a:ea typeface="Arial"/>
                <a:cs typeface="Arial"/>
              </a:defRPr>
            </a:lvl8pPr>
            <a:lvl9pPr algn="r">
              <a:buNone/>
              <a:defRPr sz="1200" b="0">
                <a:solidFill>
                  <a:srgbClr val="4E5C68"/>
                </a:solidFill>
                <a:latin typeface="Arial"/>
                <a:ea typeface="Arial"/>
                <a:cs typeface="Arial"/>
              </a:defRPr>
            </a:lvl9pPr>
          </a:lstStyle>
          <a:p xmlns:a="http://schemas.openxmlformats.org/drawingml/2006/main">
            <a:pPr algn="r">
              <a:buNone/>
              <a:defRPr sz="1200" b="0">
                <a:solidFill>
                  <a:srgbClr val="4E5C68"/>
                </a:solidFill>
                <a:latin typeface="Arial"/>
                <a:ea typeface="Arial"/>
                <a:cs typeface="Arial"/>
              </a:defRPr>
            </a:pPr>
            <a:r>
              <a:rPr sz="1200" b="0">
                <a:solidFill>
                  <a:srgbClr val="4E5C68"/>
                </a:solidFill>
                <a:latin typeface="Arial"/>
                <a:ea typeface="Arial"/>
                <a:cs typeface="Arial"/>
              </a:rPr>
              <a:t>8 / 10</a:t>
            </a:r>
          </a:p>
        </p:txBody>
      </p:sp>
      <p:graphicFrame>
        <p:nvGraphicFramePr>
          <p:cNvPr id="3" name="Chart">
            <a:extLst xmlns:a="http://schemas.openxmlformats.org/drawingml/2006/main">
              <a:ext uri="{FF2B5EF4-FFF2-40B4-BE49-F238E27FC236}">
                <a16:creationId xmlns:a16="http://schemas.microsoft.com/office/drawing/2014/main" id="{EA9F2043-C3CB-416B-9720-B22F2AC99AC6}"/>
              </a:ext>
            </a:extLst>
          </p:cNvPr>
          <p:cNvGraphicFramePr/>
          <p:nvPr/>
        </p:nvGraphicFramePr>
        <p:xfrm>
          <a:off xmlns:a="http://schemas.openxmlformats.org/drawingml/2006/main" x="609600" y="1381125"/>
          <a:ext xmlns:a="http://schemas.openxmlformats.org/drawingml/2006/main" cx="6715125" cy="3857625"/>
        </p:xfrm>
        <a:graphic xmlns:a="http://schemas.openxmlformats.org/drawingml/2006/main">
          <a:graphicData uri="http://schemas.openxmlformats.org/drawingml/2006/chart">
            <c:chart xmlns:r="http://schemas.openxmlformats.org/officeDocument/2006/relationships" xmlns:c="http://schemas.openxmlformats.org/drawingml/2006/chart" r:id="Rf3718635de084e73"/>
          </a:graphicData>
        </a:graphic>
      </p:graphicFrame>
      <p:sp>
        <p:nvSpPr>
          <p:cNvPr id="4" name="">
            <a:extLst xmlns:a="http://schemas.openxmlformats.org/drawingml/2006/main">
              <a:ext uri="{FF2B5EF4-FFF2-40B4-BE49-F238E27FC236}">
                <a16:creationId xmlns:a16="http://schemas.microsoft.com/office/drawing/2014/main" id="{AF007C5E-C845-4894-B1D4-7391B51302BF}"/>
              </a:ext>
            </a:extLst>
          </p:cNvPr>
          <p:cNvSpPr>
            <a:spLocks xmlns:a="http://schemas.openxmlformats.org/drawingml/2006/main" noGrp="1"/>
          </p:cNvSpPr>
          <p:nvPr/>
        </p:nvSpPr>
        <p:spPr>
          <a:xfrm xmlns:a="http://schemas.openxmlformats.org/drawingml/2006/main">
            <a:off x="7858125" y="1476375"/>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buNone/>
              <a:defRPr sz="3900" b="1">
                <a:solidFill>
                  <a:srgbClr val="087F8C"/>
                </a:solidFill>
                <a:latin typeface="Arial"/>
                <a:ea typeface="Arial"/>
                <a:cs typeface="Arial"/>
              </a:defRPr>
            </a:lvl1pPr>
            <a:lvl2pPr algn="ctr">
              <a:buNone/>
              <a:defRPr sz="3900" b="1">
                <a:solidFill>
                  <a:srgbClr val="087F8C"/>
                </a:solidFill>
                <a:latin typeface="Arial"/>
                <a:ea typeface="Arial"/>
                <a:cs typeface="Arial"/>
              </a:defRPr>
            </a:lvl2pPr>
            <a:lvl3pPr algn="ctr">
              <a:buNone/>
              <a:defRPr sz="3900" b="1">
                <a:solidFill>
                  <a:srgbClr val="087F8C"/>
                </a:solidFill>
                <a:latin typeface="Arial"/>
                <a:ea typeface="Arial"/>
                <a:cs typeface="Arial"/>
              </a:defRPr>
            </a:lvl3pPr>
            <a:lvl4pPr algn="ctr">
              <a:buNone/>
              <a:defRPr sz="3900" b="1">
                <a:solidFill>
                  <a:srgbClr val="087F8C"/>
                </a:solidFill>
                <a:latin typeface="Arial"/>
                <a:ea typeface="Arial"/>
                <a:cs typeface="Arial"/>
              </a:defRPr>
            </a:lvl4pPr>
            <a:lvl5pPr algn="ctr">
              <a:buNone/>
              <a:defRPr sz="3900" b="1">
                <a:solidFill>
                  <a:srgbClr val="087F8C"/>
                </a:solidFill>
                <a:latin typeface="Arial"/>
                <a:ea typeface="Arial"/>
                <a:cs typeface="Arial"/>
              </a:defRPr>
            </a:lvl5pPr>
            <a:lvl6pPr algn="ctr">
              <a:buNone/>
              <a:defRPr sz="3900" b="1">
                <a:solidFill>
                  <a:srgbClr val="087F8C"/>
                </a:solidFill>
                <a:latin typeface="Arial"/>
                <a:ea typeface="Arial"/>
                <a:cs typeface="Arial"/>
              </a:defRPr>
            </a:lvl6pPr>
            <a:lvl7pPr algn="ctr">
              <a:buNone/>
              <a:defRPr sz="3900" b="1">
                <a:solidFill>
                  <a:srgbClr val="087F8C"/>
                </a:solidFill>
                <a:latin typeface="Arial"/>
                <a:ea typeface="Arial"/>
                <a:cs typeface="Arial"/>
              </a:defRPr>
            </a:lvl7pPr>
            <a:lvl8pPr algn="ctr">
              <a:buNone/>
              <a:defRPr sz="3900" b="1">
                <a:solidFill>
                  <a:srgbClr val="087F8C"/>
                </a:solidFill>
                <a:latin typeface="Arial"/>
                <a:ea typeface="Arial"/>
                <a:cs typeface="Arial"/>
              </a:defRPr>
            </a:lvl8pPr>
            <a:lvl9pPr algn="ctr">
              <a:buNone/>
              <a:defRPr sz="3900" b="1">
                <a:solidFill>
                  <a:srgbClr val="087F8C"/>
                </a:solidFill>
                <a:latin typeface="Arial"/>
                <a:ea typeface="Arial"/>
                <a:cs typeface="Arial"/>
              </a:defRPr>
            </a:lvl9pPr>
          </a:lstStyle>
          <a:p xmlns:a="http://schemas.openxmlformats.org/drawingml/2006/main">
            <a:pPr algn="ctr">
              <a:buNone/>
              <a:defRPr sz="3900" b="1">
                <a:solidFill>
                  <a:srgbClr val="087F8C"/>
                </a:solidFill>
                <a:latin typeface="Arial"/>
                <a:ea typeface="Arial"/>
                <a:cs typeface="Arial"/>
              </a:defRPr>
            </a:pPr>
            <a:r>
              <a:rPr sz="3900" b="1">
                <a:solidFill>
                  <a:srgbClr val="087F8C"/>
                </a:solidFill>
                <a:latin typeface="Arial"/>
                <a:ea typeface="Arial"/>
                <a:cs typeface="Arial"/>
              </a:rPr>
              <a:t>+18,32 pp</a:t>
            </a:r>
          </a:p>
        </p:txBody>
      </p:sp>
      <p:sp>
        <p:nvSpPr>
          <p:cNvPr id="5" name="">
            <a:extLst xmlns:a="http://schemas.openxmlformats.org/drawingml/2006/main">
              <a:ext uri="{FF2B5EF4-FFF2-40B4-BE49-F238E27FC236}">
                <a16:creationId xmlns:a16="http://schemas.microsoft.com/office/drawing/2014/main" id="{5C995626-F305-4913-AE39-82E09257FE32}"/>
              </a:ext>
            </a:extLst>
          </p:cNvPr>
          <p:cNvSpPr>
            <a:spLocks xmlns:a="http://schemas.openxmlformats.org/drawingml/2006/main" noGrp="1"/>
          </p:cNvSpPr>
          <p:nvPr/>
        </p:nvSpPr>
        <p:spPr>
          <a:xfrm xmlns:a="http://schemas.openxmlformats.org/drawingml/2006/main">
            <a:off x="7858125" y="21336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accuracy test</a:t>
            </a:r>
          </a:p>
        </p:txBody>
      </p:sp>
      <p:sp>
        <p:nvSpPr>
          <p:cNvPr id="6" name="">
            <a:extLst xmlns:a="http://schemas.openxmlformats.org/drawingml/2006/main">
              <a:ext uri="{FF2B5EF4-FFF2-40B4-BE49-F238E27FC236}">
                <a16:creationId xmlns:a16="http://schemas.microsoft.com/office/drawing/2014/main" id="{6F784187-39EA-4ED3-B969-F46D03016AF5}"/>
              </a:ext>
            </a:extLst>
          </p:cNvPr>
          <p:cNvSpPr>
            <a:spLocks xmlns:a="http://schemas.openxmlformats.org/drawingml/2006/main" noGrp="1"/>
          </p:cNvSpPr>
          <p:nvPr/>
        </p:nvSpPr>
        <p:spPr>
          <a:xfrm xmlns:a="http://schemas.openxmlformats.org/drawingml/2006/main">
            <a:off x="7858125" y="2857500"/>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buNone/>
              <a:defRPr sz="3900" b="1">
                <a:solidFill>
                  <a:srgbClr val="17324D"/>
                </a:solidFill>
                <a:latin typeface="Arial"/>
                <a:ea typeface="Arial"/>
                <a:cs typeface="Arial"/>
              </a:defRPr>
            </a:lvl1pPr>
            <a:lvl2pPr algn="ctr">
              <a:buNone/>
              <a:defRPr sz="3900" b="1">
                <a:solidFill>
                  <a:srgbClr val="17324D"/>
                </a:solidFill>
                <a:latin typeface="Arial"/>
                <a:ea typeface="Arial"/>
                <a:cs typeface="Arial"/>
              </a:defRPr>
            </a:lvl2pPr>
            <a:lvl3pPr algn="ctr">
              <a:buNone/>
              <a:defRPr sz="3900" b="1">
                <a:solidFill>
                  <a:srgbClr val="17324D"/>
                </a:solidFill>
                <a:latin typeface="Arial"/>
                <a:ea typeface="Arial"/>
                <a:cs typeface="Arial"/>
              </a:defRPr>
            </a:lvl3pPr>
            <a:lvl4pPr algn="ctr">
              <a:buNone/>
              <a:defRPr sz="3900" b="1">
                <a:solidFill>
                  <a:srgbClr val="17324D"/>
                </a:solidFill>
                <a:latin typeface="Arial"/>
                <a:ea typeface="Arial"/>
                <a:cs typeface="Arial"/>
              </a:defRPr>
            </a:lvl4pPr>
            <a:lvl5pPr algn="ctr">
              <a:buNone/>
              <a:defRPr sz="3900" b="1">
                <a:solidFill>
                  <a:srgbClr val="17324D"/>
                </a:solidFill>
                <a:latin typeface="Arial"/>
                <a:ea typeface="Arial"/>
                <a:cs typeface="Arial"/>
              </a:defRPr>
            </a:lvl5pPr>
            <a:lvl6pPr algn="ctr">
              <a:buNone/>
              <a:defRPr sz="3900" b="1">
                <a:solidFill>
                  <a:srgbClr val="17324D"/>
                </a:solidFill>
                <a:latin typeface="Arial"/>
                <a:ea typeface="Arial"/>
                <a:cs typeface="Arial"/>
              </a:defRPr>
            </a:lvl6pPr>
            <a:lvl7pPr algn="ctr">
              <a:buNone/>
              <a:defRPr sz="3900" b="1">
                <a:solidFill>
                  <a:srgbClr val="17324D"/>
                </a:solidFill>
                <a:latin typeface="Arial"/>
                <a:ea typeface="Arial"/>
                <a:cs typeface="Arial"/>
              </a:defRPr>
            </a:lvl7pPr>
            <a:lvl8pPr algn="ctr">
              <a:buNone/>
              <a:defRPr sz="3900" b="1">
                <a:solidFill>
                  <a:srgbClr val="17324D"/>
                </a:solidFill>
                <a:latin typeface="Arial"/>
                <a:ea typeface="Arial"/>
                <a:cs typeface="Arial"/>
              </a:defRPr>
            </a:lvl8pPr>
            <a:lvl9pPr algn="ctr">
              <a:buNone/>
              <a:defRPr sz="3900" b="1">
                <a:solidFill>
                  <a:srgbClr val="17324D"/>
                </a:solidFill>
                <a:latin typeface="Arial"/>
                <a:ea typeface="Arial"/>
                <a:cs typeface="Arial"/>
              </a:defRPr>
            </a:lvl9pPr>
          </a:lstStyle>
          <a:p xmlns:a="http://schemas.openxmlformats.org/drawingml/2006/main">
            <a:pPr algn="ctr">
              <a:buNone/>
              <a:defRPr sz="3900" b="1">
                <a:solidFill>
                  <a:srgbClr val="17324D"/>
                </a:solidFill>
                <a:latin typeface="Arial"/>
                <a:ea typeface="Arial"/>
                <a:cs typeface="Arial"/>
              </a:defRPr>
            </a:pPr>
            <a:r>
              <a:rPr sz="3900" b="1">
                <a:solidFill>
                  <a:srgbClr val="17324D"/>
                </a:solidFill>
                <a:latin typeface="Arial"/>
                <a:ea typeface="Arial"/>
                <a:cs typeface="Arial"/>
              </a:rPr>
              <a:t>−57,25%</a:t>
            </a:r>
          </a:p>
        </p:txBody>
      </p:sp>
      <p:sp>
        <p:nvSpPr>
          <p:cNvPr id="7" name="">
            <a:extLst xmlns:a="http://schemas.openxmlformats.org/drawingml/2006/main">
              <a:ext uri="{FF2B5EF4-FFF2-40B4-BE49-F238E27FC236}">
                <a16:creationId xmlns:a16="http://schemas.microsoft.com/office/drawing/2014/main" id="{8AB84A62-324E-4508-AEF3-1A66ED5811E9}"/>
              </a:ext>
            </a:extLst>
          </p:cNvPr>
          <p:cNvSpPr>
            <a:spLocks xmlns:a="http://schemas.openxmlformats.org/drawingml/2006/main" noGrp="1"/>
          </p:cNvSpPr>
          <p:nvPr/>
        </p:nvSpPr>
        <p:spPr>
          <a:xfrm xmlns:a="http://schemas.openxmlformats.org/drawingml/2006/main">
            <a:off x="7858125" y="351472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parámetros</a:t>
            </a:r>
          </a:p>
        </p:txBody>
      </p:sp>
      <p:sp>
        <p:nvSpPr>
          <p:cNvPr id="8" name="">
            <a:extLst xmlns:a="http://schemas.openxmlformats.org/drawingml/2006/main">
              <a:ext uri="{FF2B5EF4-FFF2-40B4-BE49-F238E27FC236}">
                <a16:creationId xmlns:a16="http://schemas.microsoft.com/office/drawing/2014/main" id="{7B90C5F8-D298-4820-B1F0-333C92C376A0}"/>
              </a:ext>
            </a:extLst>
          </p:cNvPr>
          <p:cNvSpPr>
            <a:spLocks xmlns:a="http://schemas.openxmlformats.org/drawingml/2006/main" noGrp="1"/>
          </p:cNvSpPr>
          <p:nvPr/>
        </p:nvSpPr>
        <p:spPr>
          <a:xfrm xmlns:a="http://schemas.openxmlformats.org/drawingml/2006/main">
            <a:off x="7858125" y="4238625"/>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buNone/>
              <a:defRPr sz="3900" b="1">
                <a:solidFill>
                  <a:srgbClr val="087F8C"/>
                </a:solidFill>
                <a:latin typeface="Arial"/>
                <a:ea typeface="Arial"/>
                <a:cs typeface="Arial"/>
              </a:defRPr>
            </a:lvl1pPr>
            <a:lvl2pPr algn="ctr">
              <a:buNone/>
              <a:defRPr sz="3900" b="1">
                <a:solidFill>
                  <a:srgbClr val="087F8C"/>
                </a:solidFill>
                <a:latin typeface="Arial"/>
                <a:ea typeface="Arial"/>
                <a:cs typeface="Arial"/>
              </a:defRPr>
            </a:lvl2pPr>
            <a:lvl3pPr algn="ctr">
              <a:buNone/>
              <a:defRPr sz="3900" b="1">
                <a:solidFill>
                  <a:srgbClr val="087F8C"/>
                </a:solidFill>
                <a:latin typeface="Arial"/>
                <a:ea typeface="Arial"/>
                <a:cs typeface="Arial"/>
              </a:defRPr>
            </a:lvl3pPr>
            <a:lvl4pPr algn="ctr">
              <a:buNone/>
              <a:defRPr sz="3900" b="1">
                <a:solidFill>
                  <a:srgbClr val="087F8C"/>
                </a:solidFill>
                <a:latin typeface="Arial"/>
                <a:ea typeface="Arial"/>
                <a:cs typeface="Arial"/>
              </a:defRPr>
            </a:lvl4pPr>
            <a:lvl5pPr algn="ctr">
              <a:buNone/>
              <a:defRPr sz="3900" b="1">
                <a:solidFill>
                  <a:srgbClr val="087F8C"/>
                </a:solidFill>
                <a:latin typeface="Arial"/>
                <a:ea typeface="Arial"/>
                <a:cs typeface="Arial"/>
              </a:defRPr>
            </a:lvl5pPr>
            <a:lvl6pPr algn="ctr">
              <a:buNone/>
              <a:defRPr sz="3900" b="1">
                <a:solidFill>
                  <a:srgbClr val="087F8C"/>
                </a:solidFill>
                <a:latin typeface="Arial"/>
                <a:ea typeface="Arial"/>
                <a:cs typeface="Arial"/>
              </a:defRPr>
            </a:lvl6pPr>
            <a:lvl7pPr algn="ctr">
              <a:buNone/>
              <a:defRPr sz="3900" b="1">
                <a:solidFill>
                  <a:srgbClr val="087F8C"/>
                </a:solidFill>
                <a:latin typeface="Arial"/>
                <a:ea typeface="Arial"/>
                <a:cs typeface="Arial"/>
              </a:defRPr>
            </a:lvl7pPr>
            <a:lvl8pPr algn="ctr">
              <a:buNone/>
              <a:defRPr sz="3900" b="1">
                <a:solidFill>
                  <a:srgbClr val="087F8C"/>
                </a:solidFill>
                <a:latin typeface="Arial"/>
                <a:ea typeface="Arial"/>
                <a:cs typeface="Arial"/>
              </a:defRPr>
            </a:lvl8pPr>
            <a:lvl9pPr algn="ctr">
              <a:buNone/>
              <a:defRPr sz="3900" b="1">
                <a:solidFill>
                  <a:srgbClr val="087F8C"/>
                </a:solidFill>
                <a:latin typeface="Arial"/>
                <a:ea typeface="Arial"/>
                <a:cs typeface="Arial"/>
              </a:defRPr>
            </a:lvl9pPr>
          </a:lstStyle>
          <a:p xmlns:a="http://schemas.openxmlformats.org/drawingml/2006/main">
            <a:pPr algn="ctr">
              <a:buNone/>
              <a:defRPr sz="3900" b="1">
                <a:solidFill>
                  <a:srgbClr val="087F8C"/>
                </a:solidFill>
                <a:latin typeface="Arial"/>
                <a:ea typeface="Arial"/>
                <a:cs typeface="Arial"/>
              </a:defRPr>
            </a:pPr>
            <a:r>
              <a:rPr sz="3900" b="1">
                <a:solidFill>
                  <a:srgbClr val="087F8C"/>
                </a:solidFill>
                <a:latin typeface="Arial"/>
                <a:ea typeface="Arial"/>
                <a:cs typeface="Arial"/>
              </a:rPr>
              <a:t>1,97 pp</a:t>
            </a:r>
          </a:p>
        </p:txBody>
      </p:sp>
      <p:sp>
        <p:nvSpPr>
          <p:cNvPr id="9" name="">
            <a:extLst xmlns:a="http://schemas.openxmlformats.org/drawingml/2006/main">
              <a:ext uri="{FF2B5EF4-FFF2-40B4-BE49-F238E27FC236}">
                <a16:creationId xmlns:a16="http://schemas.microsoft.com/office/drawing/2014/main" id="{FCF6A643-E815-436C-AD99-7DE1E7044484}"/>
              </a:ext>
            </a:extLst>
          </p:cNvPr>
          <p:cNvSpPr>
            <a:spLocks xmlns:a="http://schemas.openxmlformats.org/drawingml/2006/main" noGrp="1"/>
          </p:cNvSpPr>
          <p:nvPr/>
        </p:nvSpPr>
        <p:spPr>
          <a:xfrm xmlns:a="http://schemas.openxmlformats.org/drawingml/2006/main">
            <a:off x="7858125" y="4895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brecha validación-test</a:t>
            </a:r>
          </a:p>
        </p:txBody>
      </p:sp>
      <p:sp>
        <p:nvSpPr>
          <p:cNvPr id="10" name="">
            <a:extLst xmlns:a="http://schemas.openxmlformats.org/drawingml/2006/main">
              <a:ext uri="{FF2B5EF4-FFF2-40B4-BE49-F238E27FC236}">
                <a16:creationId xmlns:a16="http://schemas.microsoft.com/office/drawing/2014/main" id="{97A4D2D3-C8D3-4FD3-AB3F-20211ABE6BC7}"/>
              </a:ext>
            </a:extLst>
          </p:cNvPr>
          <p:cNvSpPr>
            <a:spLocks xmlns:a="http://schemas.openxmlformats.org/drawingml/2006/main" noGrp="1"/>
          </p:cNvSpPr>
          <p:nvPr/>
        </p:nvSpPr>
        <p:spPr>
          <a:xfrm xmlns:a="http://schemas.openxmlformats.org/drawingml/2006/main">
            <a:off x="7667625" y="5534025"/>
            <a:ext cx="381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0">
                <a:solidFill>
                  <a:srgbClr val="4E5C68"/>
                </a:solidFill>
                <a:latin typeface="Arial"/>
                <a:ea typeface="Arial"/>
                <a:cs typeface="Arial"/>
              </a:defRPr>
            </a:defPPr>
            <a:lvl1pPr algn="ctr">
              <a:buNone/>
              <a:defRPr sz="1500" b="0">
                <a:solidFill>
                  <a:srgbClr val="4E5C68"/>
                </a:solidFill>
                <a:latin typeface="Arial"/>
                <a:ea typeface="Arial"/>
                <a:cs typeface="Arial"/>
              </a:defRPr>
            </a:lvl1pPr>
            <a:lvl2pPr algn="ctr">
              <a:buNone/>
              <a:defRPr sz="1500" b="0">
                <a:solidFill>
                  <a:srgbClr val="4E5C68"/>
                </a:solidFill>
                <a:latin typeface="Arial"/>
                <a:ea typeface="Arial"/>
                <a:cs typeface="Arial"/>
              </a:defRPr>
            </a:lvl2pPr>
            <a:lvl3pPr algn="ctr">
              <a:buNone/>
              <a:defRPr sz="1500" b="0">
                <a:solidFill>
                  <a:srgbClr val="4E5C68"/>
                </a:solidFill>
                <a:latin typeface="Arial"/>
                <a:ea typeface="Arial"/>
                <a:cs typeface="Arial"/>
              </a:defRPr>
            </a:lvl3pPr>
            <a:lvl4pPr algn="ctr">
              <a:buNone/>
              <a:defRPr sz="1500" b="0">
                <a:solidFill>
                  <a:srgbClr val="4E5C68"/>
                </a:solidFill>
                <a:latin typeface="Arial"/>
                <a:ea typeface="Arial"/>
                <a:cs typeface="Arial"/>
              </a:defRPr>
            </a:lvl4pPr>
            <a:lvl5pPr algn="ctr">
              <a:buNone/>
              <a:defRPr sz="1500" b="0">
                <a:solidFill>
                  <a:srgbClr val="4E5C68"/>
                </a:solidFill>
                <a:latin typeface="Arial"/>
                <a:ea typeface="Arial"/>
                <a:cs typeface="Arial"/>
              </a:defRPr>
            </a:lvl5pPr>
            <a:lvl6pPr algn="ctr">
              <a:buNone/>
              <a:defRPr sz="1500" b="0">
                <a:solidFill>
                  <a:srgbClr val="4E5C68"/>
                </a:solidFill>
                <a:latin typeface="Arial"/>
                <a:ea typeface="Arial"/>
                <a:cs typeface="Arial"/>
              </a:defRPr>
            </a:lvl6pPr>
            <a:lvl7pPr algn="ctr">
              <a:buNone/>
              <a:defRPr sz="1500" b="0">
                <a:solidFill>
                  <a:srgbClr val="4E5C68"/>
                </a:solidFill>
                <a:latin typeface="Arial"/>
                <a:ea typeface="Arial"/>
                <a:cs typeface="Arial"/>
              </a:defRPr>
            </a:lvl7pPr>
            <a:lvl8pPr algn="ctr">
              <a:buNone/>
              <a:defRPr sz="1500" b="0">
                <a:solidFill>
                  <a:srgbClr val="4E5C68"/>
                </a:solidFill>
                <a:latin typeface="Arial"/>
                <a:ea typeface="Arial"/>
                <a:cs typeface="Arial"/>
              </a:defRPr>
            </a:lvl8pPr>
            <a:lvl9pPr algn="ctr">
              <a:buNone/>
              <a:defRPr sz="1500" b="0">
                <a:solidFill>
                  <a:srgbClr val="4E5C68"/>
                </a:solidFill>
                <a:latin typeface="Arial"/>
                <a:ea typeface="Arial"/>
                <a:cs typeface="Arial"/>
              </a:defRPr>
            </a:lvl9pPr>
          </a:lstStyle>
          <a:p xmlns:a="http://schemas.openxmlformats.org/drawingml/2006/main">
            <a:pPr algn="ctr">
              <a:buNone/>
              <a:defRPr sz="1425" b="0">
                <a:solidFill>
                  <a:srgbClr val="4E5C68"/>
                </a:solidFill>
                <a:latin typeface="Arial"/>
                <a:ea typeface="Arial"/>
                <a:cs typeface="Arial"/>
              </a:defRPr>
            </a:pPr>
            <a:r>
              <a:rPr sz="1425" b="0">
                <a:solidFill>
                  <a:srgbClr val="4E5C68"/>
                </a:solidFill>
                <a:latin typeface="Arial"/>
                <a:ea typeface="Arial"/>
                <a:cs typeface="Arial"/>
              </a:rPr>
              <a:t>CNN 137,20 s / MLP 31,45 s</a:t>
            </a:r>
          </a:p>
          <a:p xmlns:a="http://schemas.openxmlformats.org/drawingml/2006/main">
            <a:pPr algn="ctr">
              <a:buNone/>
              <a:defRPr sz="1425" b="0">
                <a:solidFill>
                  <a:srgbClr val="4E5C68"/>
                </a:solidFill>
                <a:latin typeface="Arial"/>
                <a:ea typeface="Arial"/>
                <a:cs typeface="Arial"/>
              </a:defRPr>
            </a:pPr>
            <a:r>
              <a:rPr sz="1425" b="0">
                <a:solidFill>
                  <a:srgbClr val="4E5C68"/>
                </a:solidFill>
                <a:latin typeface="Arial"/>
                <a:ea typeface="Arial"/>
                <a:cs typeface="Arial"/>
              </a:rPr>
              <a:t>Entornos distintos</a:t>
            </a:r>
          </a:p>
        </p:txBody>
      </p:sp>
    </p:spTree>
    <p:extLst>
      <p:ext uri="{BB962C8B-B14F-4D97-AF65-F5344CB8AC3E}">
        <p14:creationId xmlns:p14="http://schemas.microsoft.com/office/powerpoint/2010/main" val="2037767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FDAEAD3-51E0-4BC5-A732-0304C17F3703}"/>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buNone/>
              <a:defRPr sz="3150" b="1">
                <a:solidFill>
                  <a:srgbClr val="17324D"/>
                </a:solidFill>
                <a:latin typeface="Arial"/>
                <a:ea typeface="Arial"/>
                <a:cs typeface="Arial"/>
              </a:defRPr>
            </a:lvl1pPr>
            <a:lvl2pPr algn="l">
              <a:buNone/>
              <a:defRPr sz="3150" b="1">
                <a:solidFill>
                  <a:srgbClr val="17324D"/>
                </a:solidFill>
                <a:latin typeface="Arial"/>
                <a:ea typeface="Arial"/>
                <a:cs typeface="Arial"/>
              </a:defRPr>
            </a:lvl2pPr>
            <a:lvl3pPr algn="l">
              <a:buNone/>
              <a:defRPr sz="3150" b="1">
                <a:solidFill>
                  <a:srgbClr val="17324D"/>
                </a:solidFill>
                <a:latin typeface="Arial"/>
                <a:ea typeface="Arial"/>
                <a:cs typeface="Arial"/>
              </a:defRPr>
            </a:lvl3pPr>
            <a:lvl4pPr algn="l">
              <a:buNone/>
              <a:defRPr sz="3150" b="1">
                <a:solidFill>
                  <a:srgbClr val="17324D"/>
                </a:solidFill>
                <a:latin typeface="Arial"/>
                <a:ea typeface="Arial"/>
                <a:cs typeface="Arial"/>
              </a:defRPr>
            </a:lvl4pPr>
            <a:lvl5pPr algn="l">
              <a:buNone/>
              <a:defRPr sz="3150" b="1">
                <a:solidFill>
                  <a:srgbClr val="17324D"/>
                </a:solidFill>
                <a:latin typeface="Arial"/>
                <a:ea typeface="Arial"/>
                <a:cs typeface="Arial"/>
              </a:defRPr>
            </a:lvl5pPr>
            <a:lvl6pPr algn="l">
              <a:buNone/>
              <a:defRPr sz="3150" b="1">
                <a:solidFill>
                  <a:srgbClr val="17324D"/>
                </a:solidFill>
                <a:latin typeface="Arial"/>
                <a:ea typeface="Arial"/>
                <a:cs typeface="Arial"/>
              </a:defRPr>
            </a:lvl6pPr>
            <a:lvl7pPr algn="l">
              <a:buNone/>
              <a:defRPr sz="3150" b="1">
                <a:solidFill>
                  <a:srgbClr val="17324D"/>
                </a:solidFill>
                <a:latin typeface="Arial"/>
                <a:ea typeface="Arial"/>
                <a:cs typeface="Arial"/>
              </a:defRPr>
            </a:lvl7pPr>
            <a:lvl8pPr algn="l">
              <a:buNone/>
              <a:defRPr sz="3150" b="1">
                <a:solidFill>
                  <a:srgbClr val="17324D"/>
                </a:solidFill>
                <a:latin typeface="Arial"/>
                <a:ea typeface="Arial"/>
                <a:cs typeface="Arial"/>
              </a:defRPr>
            </a:lvl8pPr>
            <a:lvl9pPr algn="l">
              <a:buNone/>
              <a:defRPr sz="3150" b="1">
                <a:solidFill>
                  <a:srgbClr val="17324D"/>
                </a:solidFill>
                <a:latin typeface="Arial"/>
                <a:ea typeface="Arial"/>
                <a:cs typeface="Arial"/>
              </a:defRPr>
            </a:lvl9pPr>
          </a:lstStyle>
          <a:p xmlns:a="http://schemas.openxmlformats.org/drawingml/2006/main">
            <a:pPr algn="l">
              <a:buNone/>
              <a:defRPr sz="3150" b="1">
                <a:solidFill>
                  <a:srgbClr val="17324D"/>
                </a:solidFill>
                <a:latin typeface="Arial"/>
                <a:ea typeface="Arial"/>
                <a:cs typeface="Arial"/>
              </a:defRPr>
            </a:pPr>
            <a:r>
              <a:rPr sz="3150" b="1">
                <a:solidFill>
                  <a:srgbClr val="17324D"/>
                </a:solidFill>
                <a:latin typeface="Arial"/>
                <a:ea typeface="Arial"/>
                <a:cs typeface="Arial"/>
              </a:rPr>
              <a:t>Aciertos y errores de la CNN</a:t>
            </a:r>
          </a:p>
        </p:txBody>
      </p:sp>
      <p:sp>
        <p:nvSpPr>
          <p:cNvPr id="2" name="">
            <a:extLst xmlns:a="http://schemas.openxmlformats.org/drawingml/2006/main">
              <a:ext uri="{FF2B5EF4-FFF2-40B4-BE49-F238E27FC236}">
                <a16:creationId xmlns:a16="http://schemas.microsoft.com/office/drawing/2014/main" id="{8C5781CF-1A51-403F-AC00-CF3930C6E054}"/>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buNone/>
              <a:defRPr sz="1200" b="0">
                <a:solidFill>
                  <a:srgbClr val="4E5C68"/>
                </a:solidFill>
                <a:latin typeface="Arial"/>
                <a:ea typeface="Arial"/>
                <a:cs typeface="Arial"/>
              </a:defRPr>
            </a:lvl1pPr>
            <a:lvl2pPr algn="r">
              <a:buNone/>
              <a:defRPr sz="1200" b="0">
                <a:solidFill>
                  <a:srgbClr val="4E5C68"/>
                </a:solidFill>
                <a:latin typeface="Arial"/>
                <a:ea typeface="Arial"/>
                <a:cs typeface="Arial"/>
              </a:defRPr>
            </a:lvl2pPr>
            <a:lvl3pPr algn="r">
              <a:buNone/>
              <a:defRPr sz="1200" b="0">
                <a:solidFill>
                  <a:srgbClr val="4E5C68"/>
                </a:solidFill>
                <a:latin typeface="Arial"/>
                <a:ea typeface="Arial"/>
                <a:cs typeface="Arial"/>
              </a:defRPr>
            </a:lvl3pPr>
            <a:lvl4pPr algn="r">
              <a:buNone/>
              <a:defRPr sz="1200" b="0">
                <a:solidFill>
                  <a:srgbClr val="4E5C68"/>
                </a:solidFill>
                <a:latin typeface="Arial"/>
                <a:ea typeface="Arial"/>
                <a:cs typeface="Arial"/>
              </a:defRPr>
            </a:lvl4pPr>
            <a:lvl5pPr algn="r">
              <a:buNone/>
              <a:defRPr sz="1200" b="0">
                <a:solidFill>
                  <a:srgbClr val="4E5C68"/>
                </a:solidFill>
                <a:latin typeface="Arial"/>
                <a:ea typeface="Arial"/>
                <a:cs typeface="Arial"/>
              </a:defRPr>
            </a:lvl5pPr>
            <a:lvl6pPr algn="r">
              <a:buNone/>
              <a:defRPr sz="1200" b="0">
                <a:solidFill>
                  <a:srgbClr val="4E5C68"/>
                </a:solidFill>
                <a:latin typeface="Arial"/>
                <a:ea typeface="Arial"/>
                <a:cs typeface="Arial"/>
              </a:defRPr>
            </a:lvl6pPr>
            <a:lvl7pPr algn="r">
              <a:buNone/>
              <a:defRPr sz="1200" b="0">
                <a:solidFill>
                  <a:srgbClr val="4E5C68"/>
                </a:solidFill>
                <a:latin typeface="Arial"/>
                <a:ea typeface="Arial"/>
                <a:cs typeface="Arial"/>
              </a:defRPr>
            </a:lvl7pPr>
            <a:lvl8pPr algn="r">
              <a:buNone/>
              <a:defRPr sz="1200" b="0">
                <a:solidFill>
                  <a:srgbClr val="4E5C68"/>
                </a:solidFill>
                <a:latin typeface="Arial"/>
                <a:ea typeface="Arial"/>
                <a:cs typeface="Arial"/>
              </a:defRPr>
            </a:lvl8pPr>
            <a:lvl9pPr algn="r">
              <a:buNone/>
              <a:defRPr sz="1200" b="0">
                <a:solidFill>
                  <a:srgbClr val="4E5C68"/>
                </a:solidFill>
                <a:latin typeface="Arial"/>
                <a:ea typeface="Arial"/>
                <a:cs typeface="Arial"/>
              </a:defRPr>
            </a:lvl9pPr>
          </a:lstStyle>
          <a:p xmlns:a="http://schemas.openxmlformats.org/drawingml/2006/main">
            <a:pPr algn="r">
              <a:buNone/>
              <a:defRPr sz="1200" b="0">
                <a:solidFill>
                  <a:srgbClr val="4E5C68"/>
                </a:solidFill>
                <a:latin typeface="Arial"/>
                <a:ea typeface="Arial"/>
                <a:cs typeface="Arial"/>
              </a:defRPr>
            </a:pPr>
            <a:r>
              <a:rPr sz="1200" b="0">
                <a:solidFill>
                  <a:srgbClr val="4E5C68"/>
                </a:solidFill>
                <a:latin typeface="Arial"/>
                <a:ea typeface="Arial"/>
                <a:cs typeface="Arial"/>
              </a:rPr>
              <a:t>9 / 10</a:t>
            </a:r>
          </a:p>
        </p:txBody>
      </p:sp>
      <p:sp>
        <p:nvSpPr>
          <p:cNvPr id="4" name="">
            <a:extLst xmlns:a="http://schemas.openxmlformats.org/drawingml/2006/main">
              <a:ext uri="{FF2B5EF4-FFF2-40B4-BE49-F238E27FC236}">
                <a16:creationId xmlns:a16="http://schemas.microsoft.com/office/drawing/2014/main" id="{81C0A27B-76D7-4222-9E68-D61A93EC8510}"/>
              </a:ext>
            </a:extLst>
          </p:cNvPr>
          <p:cNvSpPr>
            <a:spLocks xmlns:a="http://schemas.openxmlformats.org/drawingml/2006/main" noGrp="1"/>
          </p:cNvSpPr>
          <p:nvPr/>
        </p:nvSpPr>
        <p:spPr>
          <a:xfrm xmlns:a="http://schemas.openxmlformats.org/drawingml/2006/main">
            <a:off x="7953375" y="1476375"/>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087F8C"/>
                </a:solidFill>
                <a:latin typeface="Arial"/>
                <a:ea typeface="Arial"/>
                <a:cs typeface="Arial"/>
              </a:defRPr>
            </a:defPPr>
            <a:lvl1pPr algn="l">
              <a:buNone/>
              <a:defRPr sz="2175" b="1">
                <a:solidFill>
                  <a:srgbClr val="087F8C"/>
                </a:solidFill>
                <a:latin typeface="Arial"/>
                <a:ea typeface="Arial"/>
                <a:cs typeface="Arial"/>
              </a:defRPr>
            </a:lvl1pPr>
            <a:lvl2pPr algn="l">
              <a:buNone/>
              <a:defRPr sz="2175" b="1">
                <a:solidFill>
                  <a:srgbClr val="087F8C"/>
                </a:solidFill>
                <a:latin typeface="Arial"/>
                <a:ea typeface="Arial"/>
                <a:cs typeface="Arial"/>
              </a:defRPr>
            </a:lvl2pPr>
            <a:lvl3pPr algn="l">
              <a:buNone/>
              <a:defRPr sz="2175" b="1">
                <a:solidFill>
                  <a:srgbClr val="087F8C"/>
                </a:solidFill>
                <a:latin typeface="Arial"/>
                <a:ea typeface="Arial"/>
                <a:cs typeface="Arial"/>
              </a:defRPr>
            </a:lvl3pPr>
            <a:lvl4pPr algn="l">
              <a:buNone/>
              <a:defRPr sz="2175" b="1">
                <a:solidFill>
                  <a:srgbClr val="087F8C"/>
                </a:solidFill>
                <a:latin typeface="Arial"/>
                <a:ea typeface="Arial"/>
                <a:cs typeface="Arial"/>
              </a:defRPr>
            </a:lvl4pPr>
            <a:lvl5pPr algn="l">
              <a:buNone/>
              <a:defRPr sz="2175" b="1">
                <a:solidFill>
                  <a:srgbClr val="087F8C"/>
                </a:solidFill>
                <a:latin typeface="Arial"/>
                <a:ea typeface="Arial"/>
                <a:cs typeface="Arial"/>
              </a:defRPr>
            </a:lvl5pPr>
            <a:lvl6pPr algn="l">
              <a:buNone/>
              <a:defRPr sz="2175" b="1">
                <a:solidFill>
                  <a:srgbClr val="087F8C"/>
                </a:solidFill>
                <a:latin typeface="Arial"/>
                <a:ea typeface="Arial"/>
                <a:cs typeface="Arial"/>
              </a:defRPr>
            </a:lvl6pPr>
            <a:lvl7pPr algn="l">
              <a:buNone/>
              <a:defRPr sz="2175" b="1">
                <a:solidFill>
                  <a:srgbClr val="087F8C"/>
                </a:solidFill>
                <a:latin typeface="Arial"/>
                <a:ea typeface="Arial"/>
                <a:cs typeface="Arial"/>
              </a:defRPr>
            </a:lvl7pPr>
            <a:lvl8pPr algn="l">
              <a:buNone/>
              <a:defRPr sz="2175" b="1">
                <a:solidFill>
                  <a:srgbClr val="087F8C"/>
                </a:solidFill>
                <a:latin typeface="Arial"/>
                <a:ea typeface="Arial"/>
                <a:cs typeface="Arial"/>
              </a:defRPr>
            </a:lvl8pPr>
            <a:lvl9pPr algn="l">
              <a:buNone/>
              <a:defRPr sz="2175" b="1">
                <a:solidFill>
                  <a:srgbClr val="087F8C"/>
                </a:solidFill>
                <a:latin typeface="Arial"/>
                <a:ea typeface="Arial"/>
                <a:cs typeface="Arial"/>
              </a:defRPr>
            </a:lvl9pPr>
          </a:lstStyle>
          <a:p xmlns:a="http://schemas.openxmlformats.org/drawingml/2006/main">
            <a:pPr algn="l">
              <a:buNone/>
              <a:defRPr sz="2175" b="1">
                <a:solidFill>
                  <a:srgbClr val="087F8C"/>
                </a:solidFill>
                <a:latin typeface="Arial"/>
                <a:ea typeface="Arial"/>
                <a:cs typeface="Arial"/>
              </a:defRPr>
            </a:pPr>
            <a:r>
              <a:rPr sz="2175" b="1">
                <a:solidFill>
                  <a:srgbClr val="087F8C"/>
                </a:solidFill>
                <a:latin typeface="Arial"/>
                <a:ea typeface="Arial"/>
                <a:cs typeface="Arial"/>
              </a:rPr>
              <a:t>Confusiones frecuentes</a:t>
            </a:r>
          </a:p>
        </p:txBody>
      </p:sp>
      <p:sp>
        <p:nvSpPr>
          <p:cNvPr id="5" name="">
            <a:extLst xmlns:a="http://schemas.openxmlformats.org/drawingml/2006/main">
              <a:ext uri="{FF2B5EF4-FFF2-40B4-BE49-F238E27FC236}">
                <a16:creationId xmlns:a16="http://schemas.microsoft.com/office/drawing/2014/main" id="{4472052A-D42F-4132-BD0A-B9DA4D701047}"/>
              </a:ext>
            </a:extLst>
          </p:cNvPr>
          <p:cNvSpPr>
            <a:spLocks xmlns:a="http://schemas.openxmlformats.org/drawingml/2006/main" noGrp="1"/>
          </p:cNvSpPr>
          <p:nvPr/>
        </p:nvSpPr>
        <p:spPr>
          <a:xfrm xmlns:a="http://schemas.openxmlformats.org/drawingml/2006/main">
            <a:off x="8143875" y="20764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buNone/>
              <a:defRPr sz="1725" b="1">
                <a:solidFill>
                  <a:srgbClr val="17324D"/>
                </a:solidFill>
                <a:latin typeface="Arial"/>
                <a:ea typeface="Arial"/>
                <a:cs typeface="Arial"/>
              </a:defRPr>
            </a:lvl1pPr>
            <a:lvl2pPr algn="l">
              <a:buNone/>
              <a:defRPr sz="1725" b="1">
                <a:solidFill>
                  <a:srgbClr val="17324D"/>
                </a:solidFill>
                <a:latin typeface="Arial"/>
                <a:ea typeface="Arial"/>
                <a:cs typeface="Arial"/>
              </a:defRPr>
            </a:lvl2pPr>
            <a:lvl3pPr algn="l">
              <a:buNone/>
              <a:defRPr sz="1725" b="1">
                <a:solidFill>
                  <a:srgbClr val="17324D"/>
                </a:solidFill>
                <a:latin typeface="Arial"/>
                <a:ea typeface="Arial"/>
                <a:cs typeface="Arial"/>
              </a:defRPr>
            </a:lvl3pPr>
            <a:lvl4pPr algn="l">
              <a:buNone/>
              <a:defRPr sz="1725" b="1">
                <a:solidFill>
                  <a:srgbClr val="17324D"/>
                </a:solidFill>
                <a:latin typeface="Arial"/>
                <a:ea typeface="Arial"/>
                <a:cs typeface="Arial"/>
              </a:defRPr>
            </a:lvl4pPr>
            <a:lvl5pPr algn="l">
              <a:buNone/>
              <a:defRPr sz="1725" b="1">
                <a:solidFill>
                  <a:srgbClr val="17324D"/>
                </a:solidFill>
                <a:latin typeface="Arial"/>
                <a:ea typeface="Arial"/>
                <a:cs typeface="Arial"/>
              </a:defRPr>
            </a:lvl5pPr>
            <a:lvl6pPr algn="l">
              <a:buNone/>
              <a:defRPr sz="1725" b="1">
                <a:solidFill>
                  <a:srgbClr val="17324D"/>
                </a:solidFill>
                <a:latin typeface="Arial"/>
                <a:ea typeface="Arial"/>
                <a:cs typeface="Arial"/>
              </a:defRPr>
            </a:lvl6pPr>
            <a:lvl7pPr algn="l">
              <a:buNone/>
              <a:defRPr sz="1725" b="1">
                <a:solidFill>
                  <a:srgbClr val="17324D"/>
                </a:solidFill>
                <a:latin typeface="Arial"/>
                <a:ea typeface="Arial"/>
                <a:cs typeface="Arial"/>
              </a:defRPr>
            </a:lvl7pPr>
            <a:lvl8pPr algn="l">
              <a:buNone/>
              <a:defRPr sz="1725" b="1">
                <a:solidFill>
                  <a:srgbClr val="17324D"/>
                </a:solidFill>
                <a:latin typeface="Arial"/>
                <a:ea typeface="Arial"/>
                <a:cs typeface="Arial"/>
              </a:defRPr>
            </a:lvl8pPr>
            <a:lvl9pPr algn="l">
              <a:buNone/>
              <a:defRPr sz="1725" b="1">
                <a:solidFill>
                  <a:srgbClr val="17324D"/>
                </a:solidFill>
                <a:latin typeface="Arial"/>
                <a:ea typeface="Arial"/>
                <a:cs typeface="Arial"/>
              </a:defRPr>
            </a:lvl9pPr>
          </a:lstStyle>
          <a:p xmlns:a="http://schemas.openxmlformats.org/drawingml/2006/main">
            <a:pPr algn="l">
              <a:buNone/>
              <a:defRPr sz="1725" b="1">
                <a:solidFill>
                  <a:srgbClr val="17324D"/>
                </a:solidFill>
                <a:latin typeface="Arial"/>
                <a:ea typeface="Arial"/>
                <a:cs typeface="Arial"/>
              </a:defRPr>
            </a:pPr>
            <a:r>
              <a:rPr sz="1725" b="1">
                <a:solidFill>
                  <a:srgbClr val="17324D"/>
                </a:solidFill>
                <a:latin typeface="Arial"/>
                <a:ea typeface="Arial"/>
                <a:cs typeface="Arial"/>
              </a:rPr>
              <a:t>T a X: 22</a:t>
            </a:r>
          </a:p>
        </p:txBody>
      </p:sp>
      <p:sp>
        <p:nvSpPr>
          <p:cNvPr id="6" name="">
            <a:extLst xmlns:a="http://schemas.openxmlformats.org/drawingml/2006/main">
              <a:ext uri="{FF2B5EF4-FFF2-40B4-BE49-F238E27FC236}">
                <a16:creationId xmlns:a16="http://schemas.microsoft.com/office/drawing/2014/main" id="{E1A5A828-9016-46E1-8B62-44582660761D}"/>
              </a:ext>
            </a:extLst>
          </p:cNvPr>
          <p:cNvSpPr>
            <a:spLocks xmlns:a="http://schemas.openxmlformats.org/drawingml/2006/main" noGrp="1"/>
          </p:cNvSpPr>
          <p:nvPr/>
        </p:nvSpPr>
        <p:spPr>
          <a:xfrm xmlns:a="http://schemas.openxmlformats.org/drawingml/2006/main">
            <a:off x="8143875" y="25527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buNone/>
              <a:defRPr sz="1725" b="1">
                <a:solidFill>
                  <a:srgbClr val="17324D"/>
                </a:solidFill>
                <a:latin typeface="Arial"/>
                <a:ea typeface="Arial"/>
                <a:cs typeface="Arial"/>
              </a:defRPr>
            </a:lvl1pPr>
            <a:lvl2pPr algn="l">
              <a:buNone/>
              <a:defRPr sz="1725" b="1">
                <a:solidFill>
                  <a:srgbClr val="17324D"/>
                </a:solidFill>
                <a:latin typeface="Arial"/>
                <a:ea typeface="Arial"/>
                <a:cs typeface="Arial"/>
              </a:defRPr>
            </a:lvl2pPr>
            <a:lvl3pPr algn="l">
              <a:buNone/>
              <a:defRPr sz="1725" b="1">
                <a:solidFill>
                  <a:srgbClr val="17324D"/>
                </a:solidFill>
                <a:latin typeface="Arial"/>
                <a:ea typeface="Arial"/>
                <a:cs typeface="Arial"/>
              </a:defRPr>
            </a:lvl3pPr>
            <a:lvl4pPr algn="l">
              <a:buNone/>
              <a:defRPr sz="1725" b="1">
                <a:solidFill>
                  <a:srgbClr val="17324D"/>
                </a:solidFill>
                <a:latin typeface="Arial"/>
                <a:ea typeface="Arial"/>
                <a:cs typeface="Arial"/>
              </a:defRPr>
            </a:lvl4pPr>
            <a:lvl5pPr algn="l">
              <a:buNone/>
              <a:defRPr sz="1725" b="1">
                <a:solidFill>
                  <a:srgbClr val="17324D"/>
                </a:solidFill>
                <a:latin typeface="Arial"/>
                <a:ea typeface="Arial"/>
                <a:cs typeface="Arial"/>
              </a:defRPr>
            </a:lvl5pPr>
            <a:lvl6pPr algn="l">
              <a:buNone/>
              <a:defRPr sz="1725" b="1">
                <a:solidFill>
                  <a:srgbClr val="17324D"/>
                </a:solidFill>
                <a:latin typeface="Arial"/>
                <a:ea typeface="Arial"/>
                <a:cs typeface="Arial"/>
              </a:defRPr>
            </a:lvl6pPr>
            <a:lvl7pPr algn="l">
              <a:buNone/>
              <a:defRPr sz="1725" b="1">
                <a:solidFill>
                  <a:srgbClr val="17324D"/>
                </a:solidFill>
                <a:latin typeface="Arial"/>
                <a:ea typeface="Arial"/>
                <a:cs typeface="Arial"/>
              </a:defRPr>
            </a:lvl7pPr>
            <a:lvl8pPr algn="l">
              <a:buNone/>
              <a:defRPr sz="1725" b="1">
                <a:solidFill>
                  <a:srgbClr val="17324D"/>
                </a:solidFill>
                <a:latin typeface="Arial"/>
                <a:ea typeface="Arial"/>
                <a:cs typeface="Arial"/>
              </a:defRPr>
            </a:lvl8pPr>
            <a:lvl9pPr algn="l">
              <a:buNone/>
              <a:defRPr sz="1725" b="1">
                <a:solidFill>
                  <a:srgbClr val="17324D"/>
                </a:solidFill>
                <a:latin typeface="Arial"/>
                <a:ea typeface="Arial"/>
                <a:cs typeface="Arial"/>
              </a:defRPr>
            </a:lvl9pPr>
          </a:lstStyle>
          <a:p xmlns:a="http://schemas.openxmlformats.org/drawingml/2006/main">
            <a:pPr algn="l">
              <a:buNone/>
              <a:defRPr sz="1725" b="1">
                <a:solidFill>
                  <a:srgbClr val="17324D"/>
                </a:solidFill>
                <a:latin typeface="Arial"/>
                <a:ea typeface="Arial"/>
                <a:cs typeface="Arial"/>
              </a:defRPr>
            </a:pPr>
            <a:r>
              <a:rPr sz="1725" b="1">
                <a:solidFill>
                  <a:srgbClr val="17324D"/>
                </a:solidFill>
                <a:latin typeface="Arial"/>
                <a:ea typeface="Arial"/>
                <a:cs typeface="Arial"/>
              </a:rPr>
              <a:t>R a V: 21</a:t>
            </a:r>
          </a:p>
        </p:txBody>
      </p:sp>
      <p:sp>
        <p:nvSpPr>
          <p:cNvPr id="7" name="">
            <a:extLst xmlns:a="http://schemas.openxmlformats.org/drawingml/2006/main">
              <a:ext uri="{FF2B5EF4-FFF2-40B4-BE49-F238E27FC236}">
                <a16:creationId xmlns:a16="http://schemas.microsoft.com/office/drawing/2014/main" id="{81882263-10EB-4D1F-A5A7-18238B5BF2C6}"/>
              </a:ext>
            </a:extLst>
          </p:cNvPr>
          <p:cNvSpPr>
            <a:spLocks xmlns:a="http://schemas.openxmlformats.org/drawingml/2006/main" noGrp="1"/>
          </p:cNvSpPr>
          <p:nvPr/>
        </p:nvSpPr>
        <p:spPr>
          <a:xfrm xmlns:a="http://schemas.openxmlformats.org/drawingml/2006/main">
            <a:off x="8143875" y="30289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buNone/>
              <a:defRPr sz="1725" b="1">
                <a:solidFill>
                  <a:srgbClr val="17324D"/>
                </a:solidFill>
                <a:latin typeface="Arial"/>
                <a:ea typeface="Arial"/>
                <a:cs typeface="Arial"/>
              </a:defRPr>
            </a:lvl1pPr>
            <a:lvl2pPr algn="l">
              <a:buNone/>
              <a:defRPr sz="1725" b="1">
                <a:solidFill>
                  <a:srgbClr val="17324D"/>
                </a:solidFill>
                <a:latin typeface="Arial"/>
                <a:ea typeface="Arial"/>
                <a:cs typeface="Arial"/>
              </a:defRPr>
            </a:lvl2pPr>
            <a:lvl3pPr algn="l">
              <a:buNone/>
              <a:defRPr sz="1725" b="1">
                <a:solidFill>
                  <a:srgbClr val="17324D"/>
                </a:solidFill>
                <a:latin typeface="Arial"/>
                <a:ea typeface="Arial"/>
                <a:cs typeface="Arial"/>
              </a:defRPr>
            </a:lvl3pPr>
            <a:lvl4pPr algn="l">
              <a:buNone/>
              <a:defRPr sz="1725" b="1">
                <a:solidFill>
                  <a:srgbClr val="17324D"/>
                </a:solidFill>
                <a:latin typeface="Arial"/>
                <a:ea typeface="Arial"/>
                <a:cs typeface="Arial"/>
              </a:defRPr>
            </a:lvl4pPr>
            <a:lvl5pPr algn="l">
              <a:buNone/>
              <a:defRPr sz="1725" b="1">
                <a:solidFill>
                  <a:srgbClr val="17324D"/>
                </a:solidFill>
                <a:latin typeface="Arial"/>
                <a:ea typeface="Arial"/>
                <a:cs typeface="Arial"/>
              </a:defRPr>
            </a:lvl5pPr>
            <a:lvl6pPr algn="l">
              <a:buNone/>
              <a:defRPr sz="1725" b="1">
                <a:solidFill>
                  <a:srgbClr val="17324D"/>
                </a:solidFill>
                <a:latin typeface="Arial"/>
                <a:ea typeface="Arial"/>
                <a:cs typeface="Arial"/>
              </a:defRPr>
            </a:lvl6pPr>
            <a:lvl7pPr algn="l">
              <a:buNone/>
              <a:defRPr sz="1725" b="1">
                <a:solidFill>
                  <a:srgbClr val="17324D"/>
                </a:solidFill>
                <a:latin typeface="Arial"/>
                <a:ea typeface="Arial"/>
                <a:cs typeface="Arial"/>
              </a:defRPr>
            </a:lvl7pPr>
            <a:lvl8pPr algn="l">
              <a:buNone/>
              <a:defRPr sz="1725" b="1">
                <a:solidFill>
                  <a:srgbClr val="17324D"/>
                </a:solidFill>
                <a:latin typeface="Arial"/>
                <a:ea typeface="Arial"/>
                <a:cs typeface="Arial"/>
              </a:defRPr>
            </a:lvl8pPr>
            <a:lvl9pPr algn="l">
              <a:buNone/>
              <a:defRPr sz="1725" b="1">
                <a:solidFill>
                  <a:srgbClr val="17324D"/>
                </a:solidFill>
                <a:latin typeface="Arial"/>
                <a:ea typeface="Arial"/>
                <a:cs typeface="Arial"/>
              </a:defRPr>
            </a:lvl9pPr>
          </a:lstStyle>
          <a:p xmlns:a="http://schemas.openxmlformats.org/drawingml/2006/main">
            <a:pPr algn="l">
              <a:buNone/>
              <a:defRPr sz="1725" b="1">
                <a:solidFill>
                  <a:srgbClr val="17324D"/>
                </a:solidFill>
                <a:latin typeface="Arial"/>
                <a:ea typeface="Arial"/>
                <a:cs typeface="Arial"/>
              </a:defRPr>
            </a:pPr>
            <a:r>
              <a:rPr sz="1725" b="1">
                <a:solidFill>
                  <a:srgbClr val="17324D"/>
                </a:solidFill>
                <a:latin typeface="Arial"/>
                <a:ea typeface="Arial"/>
                <a:cs typeface="Arial"/>
              </a:rPr>
              <a:t>X a T: 21</a:t>
            </a:r>
          </a:p>
        </p:txBody>
      </p:sp>
      <p:sp>
        <p:nvSpPr>
          <p:cNvPr id="8" name="">
            <a:extLst xmlns:a="http://schemas.openxmlformats.org/drawingml/2006/main">
              <a:ext uri="{FF2B5EF4-FFF2-40B4-BE49-F238E27FC236}">
                <a16:creationId xmlns:a16="http://schemas.microsoft.com/office/drawing/2014/main" id="{A5C50BAC-EB2C-4475-8D6C-B24514EF0879}"/>
              </a:ext>
            </a:extLst>
          </p:cNvPr>
          <p:cNvSpPr>
            <a:spLocks xmlns:a="http://schemas.openxmlformats.org/drawingml/2006/main" noGrp="1"/>
          </p:cNvSpPr>
          <p:nvPr/>
        </p:nvSpPr>
        <p:spPr>
          <a:xfrm xmlns:a="http://schemas.openxmlformats.org/drawingml/2006/main">
            <a:off x="8143875" y="35052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buNone/>
              <a:defRPr sz="1725" b="1">
                <a:solidFill>
                  <a:srgbClr val="17324D"/>
                </a:solidFill>
                <a:latin typeface="Arial"/>
                <a:ea typeface="Arial"/>
                <a:cs typeface="Arial"/>
              </a:defRPr>
            </a:lvl1pPr>
            <a:lvl2pPr algn="l">
              <a:buNone/>
              <a:defRPr sz="1725" b="1">
                <a:solidFill>
                  <a:srgbClr val="17324D"/>
                </a:solidFill>
                <a:latin typeface="Arial"/>
                <a:ea typeface="Arial"/>
                <a:cs typeface="Arial"/>
              </a:defRPr>
            </a:lvl2pPr>
            <a:lvl3pPr algn="l">
              <a:buNone/>
              <a:defRPr sz="1725" b="1">
                <a:solidFill>
                  <a:srgbClr val="17324D"/>
                </a:solidFill>
                <a:latin typeface="Arial"/>
                <a:ea typeface="Arial"/>
                <a:cs typeface="Arial"/>
              </a:defRPr>
            </a:lvl3pPr>
            <a:lvl4pPr algn="l">
              <a:buNone/>
              <a:defRPr sz="1725" b="1">
                <a:solidFill>
                  <a:srgbClr val="17324D"/>
                </a:solidFill>
                <a:latin typeface="Arial"/>
                <a:ea typeface="Arial"/>
                <a:cs typeface="Arial"/>
              </a:defRPr>
            </a:lvl4pPr>
            <a:lvl5pPr algn="l">
              <a:buNone/>
              <a:defRPr sz="1725" b="1">
                <a:solidFill>
                  <a:srgbClr val="17324D"/>
                </a:solidFill>
                <a:latin typeface="Arial"/>
                <a:ea typeface="Arial"/>
                <a:cs typeface="Arial"/>
              </a:defRPr>
            </a:lvl5pPr>
            <a:lvl6pPr algn="l">
              <a:buNone/>
              <a:defRPr sz="1725" b="1">
                <a:solidFill>
                  <a:srgbClr val="17324D"/>
                </a:solidFill>
                <a:latin typeface="Arial"/>
                <a:ea typeface="Arial"/>
                <a:cs typeface="Arial"/>
              </a:defRPr>
            </a:lvl6pPr>
            <a:lvl7pPr algn="l">
              <a:buNone/>
              <a:defRPr sz="1725" b="1">
                <a:solidFill>
                  <a:srgbClr val="17324D"/>
                </a:solidFill>
                <a:latin typeface="Arial"/>
                <a:ea typeface="Arial"/>
                <a:cs typeface="Arial"/>
              </a:defRPr>
            </a:lvl7pPr>
            <a:lvl8pPr algn="l">
              <a:buNone/>
              <a:defRPr sz="1725" b="1">
                <a:solidFill>
                  <a:srgbClr val="17324D"/>
                </a:solidFill>
                <a:latin typeface="Arial"/>
                <a:ea typeface="Arial"/>
                <a:cs typeface="Arial"/>
              </a:defRPr>
            </a:lvl8pPr>
            <a:lvl9pPr algn="l">
              <a:buNone/>
              <a:defRPr sz="1725" b="1">
                <a:solidFill>
                  <a:srgbClr val="17324D"/>
                </a:solidFill>
                <a:latin typeface="Arial"/>
                <a:ea typeface="Arial"/>
                <a:cs typeface="Arial"/>
              </a:defRPr>
            </a:lvl9pPr>
          </a:lstStyle>
          <a:p xmlns:a="http://schemas.openxmlformats.org/drawingml/2006/main">
            <a:pPr algn="l">
              <a:buNone/>
              <a:defRPr sz="1725" b="1">
                <a:solidFill>
                  <a:srgbClr val="17324D"/>
                </a:solidFill>
                <a:latin typeface="Arial"/>
                <a:ea typeface="Arial"/>
                <a:cs typeface="Arial"/>
              </a:defRPr>
            </a:pPr>
            <a:r>
              <a:rPr sz="1725" b="1">
                <a:solidFill>
                  <a:srgbClr val="17324D"/>
                </a:solidFill>
                <a:latin typeface="Arial"/>
                <a:ea typeface="Arial"/>
                <a:cs typeface="Arial"/>
              </a:rPr>
              <a:t>H a G: 20</a:t>
            </a:r>
          </a:p>
        </p:txBody>
      </p:sp>
      <p:sp>
        <p:nvSpPr>
          <p:cNvPr id="9" name="">
            <a:extLst xmlns:a="http://schemas.openxmlformats.org/drawingml/2006/main">
              <a:ext uri="{FF2B5EF4-FFF2-40B4-BE49-F238E27FC236}">
                <a16:creationId xmlns:a16="http://schemas.microsoft.com/office/drawing/2014/main" id="{20A45DBB-13C0-424C-9E30-84905ADECB6E}"/>
              </a:ext>
            </a:extLst>
          </p:cNvPr>
          <p:cNvSpPr>
            <a:spLocks xmlns:a="http://schemas.openxmlformats.org/drawingml/2006/main" noGrp="1"/>
          </p:cNvSpPr>
          <p:nvPr/>
        </p:nvSpPr>
        <p:spPr>
          <a:xfrm xmlns:a="http://schemas.openxmlformats.org/drawingml/2006/main">
            <a:off x="8143875" y="39814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buNone/>
              <a:defRPr sz="1725" b="1">
                <a:solidFill>
                  <a:srgbClr val="17324D"/>
                </a:solidFill>
                <a:latin typeface="Arial"/>
                <a:ea typeface="Arial"/>
                <a:cs typeface="Arial"/>
              </a:defRPr>
            </a:lvl1pPr>
            <a:lvl2pPr algn="l">
              <a:buNone/>
              <a:defRPr sz="1725" b="1">
                <a:solidFill>
                  <a:srgbClr val="17324D"/>
                </a:solidFill>
                <a:latin typeface="Arial"/>
                <a:ea typeface="Arial"/>
                <a:cs typeface="Arial"/>
              </a:defRPr>
            </a:lvl2pPr>
            <a:lvl3pPr algn="l">
              <a:buNone/>
              <a:defRPr sz="1725" b="1">
                <a:solidFill>
                  <a:srgbClr val="17324D"/>
                </a:solidFill>
                <a:latin typeface="Arial"/>
                <a:ea typeface="Arial"/>
                <a:cs typeface="Arial"/>
              </a:defRPr>
            </a:lvl3pPr>
            <a:lvl4pPr algn="l">
              <a:buNone/>
              <a:defRPr sz="1725" b="1">
                <a:solidFill>
                  <a:srgbClr val="17324D"/>
                </a:solidFill>
                <a:latin typeface="Arial"/>
                <a:ea typeface="Arial"/>
                <a:cs typeface="Arial"/>
              </a:defRPr>
            </a:lvl4pPr>
            <a:lvl5pPr algn="l">
              <a:buNone/>
              <a:defRPr sz="1725" b="1">
                <a:solidFill>
                  <a:srgbClr val="17324D"/>
                </a:solidFill>
                <a:latin typeface="Arial"/>
                <a:ea typeface="Arial"/>
                <a:cs typeface="Arial"/>
              </a:defRPr>
            </a:lvl5pPr>
            <a:lvl6pPr algn="l">
              <a:buNone/>
              <a:defRPr sz="1725" b="1">
                <a:solidFill>
                  <a:srgbClr val="17324D"/>
                </a:solidFill>
                <a:latin typeface="Arial"/>
                <a:ea typeface="Arial"/>
                <a:cs typeface="Arial"/>
              </a:defRPr>
            </a:lvl6pPr>
            <a:lvl7pPr algn="l">
              <a:buNone/>
              <a:defRPr sz="1725" b="1">
                <a:solidFill>
                  <a:srgbClr val="17324D"/>
                </a:solidFill>
                <a:latin typeface="Arial"/>
                <a:ea typeface="Arial"/>
                <a:cs typeface="Arial"/>
              </a:defRPr>
            </a:lvl7pPr>
            <a:lvl8pPr algn="l">
              <a:buNone/>
              <a:defRPr sz="1725" b="1">
                <a:solidFill>
                  <a:srgbClr val="17324D"/>
                </a:solidFill>
                <a:latin typeface="Arial"/>
                <a:ea typeface="Arial"/>
                <a:cs typeface="Arial"/>
              </a:defRPr>
            </a:lvl8pPr>
            <a:lvl9pPr algn="l">
              <a:buNone/>
              <a:defRPr sz="1725" b="1">
                <a:solidFill>
                  <a:srgbClr val="17324D"/>
                </a:solidFill>
                <a:latin typeface="Arial"/>
                <a:ea typeface="Arial"/>
                <a:cs typeface="Arial"/>
              </a:defRPr>
            </a:lvl9pPr>
          </a:lstStyle>
          <a:p xmlns:a="http://schemas.openxmlformats.org/drawingml/2006/main">
            <a:pPr algn="l">
              <a:buNone/>
              <a:defRPr sz="1725" b="1">
                <a:solidFill>
                  <a:srgbClr val="17324D"/>
                </a:solidFill>
                <a:latin typeface="Arial"/>
                <a:ea typeface="Arial"/>
                <a:cs typeface="Arial"/>
              </a:defRPr>
            </a:pPr>
            <a:r>
              <a:rPr sz="1725" b="1">
                <a:solidFill>
                  <a:srgbClr val="17324D"/>
                </a:solidFill>
                <a:latin typeface="Arial"/>
                <a:ea typeface="Arial"/>
                <a:cs typeface="Arial"/>
              </a:rPr>
              <a:t>G a P: 15</a:t>
            </a:r>
          </a:p>
        </p:txBody>
      </p:sp>
      <p:sp>
        <p:nvSpPr>
          <p:cNvPr id="10" name="">
            <a:extLst xmlns:a="http://schemas.openxmlformats.org/drawingml/2006/main">
              <a:ext uri="{FF2B5EF4-FFF2-40B4-BE49-F238E27FC236}">
                <a16:creationId xmlns:a16="http://schemas.microsoft.com/office/drawing/2014/main" id="{C30377FE-EBD2-44CB-96C9-03F64D61BF18}"/>
              </a:ext>
            </a:extLst>
          </p:cNvPr>
          <p:cNvSpPr>
            <a:spLocks xmlns:a="http://schemas.openxmlformats.org/drawingml/2006/main" noGrp="1"/>
          </p:cNvSpPr>
          <p:nvPr/>
        </p:nvSpPr>
        <p:spPr>
          <a:xfrm xmlns:a="http://schemas.openxmlformats.org/drawingml/2006/main">
            <a:off x="7953375" y="4619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087F8C"/>
                </a:solidFill>
                <a:latin typeface="Arial"/>
                <a:ea typeface="Arial"/>
                <a:cs typeface="Arial"/>
              </a:defRPr>
            </a:defPPr>
            <a:lvl1pPr algn="l">
              <a:buNone/>
              <a:defRPr sz="2025" b="1">
                <a:solidFill>
                  <a:srgbClr val="087F8C"/>
                </a:solidFill>
                <a:latin typeface="Arial"/>
                <a:ea typeface="Arial"/>
                <a:cs typeface="Arial"/>
              </a:defRPr>
            </a:lvl1pPr>
            <a:lvl2pPr algn="l">
              <a:buNone/>
              <a:defRPr sz="2025" b="1">
                <a:solidFill>
                  <a:srgbClr val="087F8C"/>
                </a:solidFill>
                <a:latin typeface="Arial"/>
                <a:ea typeface="Arial"/>
                <a:cs typeface="Arial"/>
              </a:defRPr>
            </a:lvl2pPr>
            <a:lvl3pPr algn="l">
              <a:buNone/>
              <a:defRPr sz="2025" b="1">
                <a:solidFill>
                  <a:srgbClr val="087F8C"/>
                </a:solidFill>
                <a:latin typeface="Arial"/>
                <a:ea typeface="Arial"/>
                <a:cs typeface="Arial"/>
              </a:defRPr>
            </a:lvl3pPr>
            <a:lvl4pPr algn="l">
              <a:buNone/>
              <a:defRPr sz="2025" b="1">
                <a:solidFill>
                  <a:srgbClr val="087F8C"/>
                </a:solidFill>
                <a:latin typeface="Arial"/>
                <a:ea typeface="Arial"/>
                <a:cs typeface="Arial"/>
              </a:defRPr>
            </a:lvl4pPr>
            <a:lvl5pPr algn="l">
              <a:buNone/>
              <a:defRPr sz="2025" b="1">
                <a:solidFill>
                  <a:srgbClr val="087F8C"/>
                </a:solidFill>
                <a:latin typeface="Arial"/>
                <a:ea typeface="Arial"/>
                <a:cs typeface="Arial"/>
              </a:defRPr>
            </a:lvl5pPr>
            <a:lvl6pPr algn="l">
              <a:buNone/>
              <a:defRPr sz="2025" b="1">
                <a:solidFill>
                  <a:srgbClr val="087F8C"/>
                </a:solidFill>
                <a:latin typeface="Arial"/>
                <a:ea typeface="Arial"/>
                <a:cs typeface="Arial"/>
              </a:defRPr>
            </a:lvl6pPr>
            <a:lvl7pPr algn="l">
              <a:buNone/>
              <a:defRPr sz="2025" b="1">
                <a:solidFill>
                  <a:srgbClr val="087F8C"/>
                </a:solidFill>
                <a:latin typeface="Arial"/>
                <a:ea typeface="Arial"/>
                <a:cs typeface="Arial"/>
              </a:defRPr>
            </a:lvl7pPr>
            <a:lvl8pPr algn="l">
              <a:buNone/>
              <a:defRPr sz="2025" b="1">
                <a:solidFill>
                  <a:srgbClr val="087F8C"/>
                </a:solidFill>
                <a:latin typeface="Arial"/>
                <a:ea typeface="Arial"/>
                <a:cs typeface="Arial"/>
              </a:defRPr>
            </a:lvl8pPr>
            <a:lvl9pPr algn="l">
              <a:buNone/>
              <a:defRPr sz="2025" b="1">
                <a:solidFill>
                  <a:srgbClr val="087F8C"/>
                </a:solidFill>
                <a:latin typeface="Arial"/>
                <a:ea typeface="Arial"/>
                <a:cs typeface="Arial"/>
              </a:defRPr>
            </a:lvl9pPr>
          </a:lstStyle>
          <a:p xmlns:a="http://schemas.openxmlformats.org/drawingml/2006/main">
            <a:pPr algn="l">
              <a:buNone/>
              <a:defRPr sz="2025" b="1">
                <a:solidFill>
                  <a:srgbClr val="087F8C"/>
                </a:solidFill>
                <a:latin typeface="Arial"/>
                <a:ea typeface="Arial"/>
                <a:cs typeface="Arial"/>
              </a:defRPr>
            </a:pPr>
            <a:r>
              <a:rPr sz="2025" b="1">
                <a:solidFill>
                  <a:srgbClr val="087F8C"/>
                </a:solidFill>
                <a:latin typeface="Arial"/>
                <a:ea typeface="Arial"/>
                <a:cs typeface="Arial"/>
              </a:rPr>
              <a:t>Menor F1</a:t>
            </a:r>
          </a:p>
        </p:txBody>
      </p:sp>
      <p:sp>
        <p:nvSpPr>
          <p:cNvPr id="11" name="">
            <a:extLst xmlns:a="http://schemas.openxmlformats.org/drawingml/2006/main">
              <a:ext uri="{FF2B5EF4-FFF2-40B4-BE49-F238E27FC236}">
                <a16:creationId xmlns:a16="http://schemas.microsoft.com/office/drawing/2014/main" id="{DA1F003F-9645-477A-90D3-32768E5EA849}"/>
              </a:ext>
            </a:extLst>
          </p:cNvPr>
          <p:cNvSpPr>
            <a:spLocks xmlns:a="http://schemas.openxmlformats.org/drawingml/2006/main" noGrp="1"/>
          </p:cNvSpPr>
          <p:nvPr/>
        </p:nvSpPr>
        <p:spPr>
          <a:xfrm xmlns:a="http://schemas.openxmlformats.org/drawingml/2006/main">
            <a:off x="7953375" y="5048250"/>
            <a:ext cx="333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263746"/>
                </a:solidFill>
                <a:latin typeface="Arial"/>
                <a:ea typeface="Arial"/>
                <a:cs typeface="Arial"/>
              </a:defRPr>
            </a:defPPr>
            <a:lvl1pPr algn="l">
              <a:buNone/>
              <a:defRPr sz="1650" b="0">
                <a:solidFill>
                  <a:srgbClr val="263746"/>
                </a:solidFill>
                <a:latin typeface="Arial"/>
                <a:ea typeface="Arial"/>
                <a:cs typeface="Arial"/>
              </a:defRPr>
            </a:lvl1pPr>
            <a:lvl2pPr algn="l">
              <a:buNone/>
              <a:defRPr sz="1650" b="0">
                <a:solidFill>
                  <a:srgbClr val="263746"/>
                </a:solidFill>
                <a:latin typeface="Arial"/>
                <a:ea typeface="Arial"/>
                <a:cs typeface="Arial"/>
              </a:defRPr>
            </a:lvl2pPr>
            <a:lvl3pPr algn="l">
              <a:buNone/>
              <a:defRPr sz="1650" b="0">
                <a:solidFill>
                  <a:srgbClr val="263746"/>
                </a:solidFill>
                <a:latin typeface="Arial"/>
                <a:ea typeface="Arial"/>
                <a:cs typeface="Arial"/>
              </a:defRPr>
            </a:lvl3pPr>
            <a:lvl4pPr algn="l">
              <a:buNone/>
              <a:defRPr sz="1650" b="0">
                <a:solidFill>
                  <a:srgbClr val="263746"/>
                </a:solidFill>
                <a:latin typeface="Arial"/>
                <a:ea typeface="Arial"/>
                <a:cs typeface="Arial"/>
              </a:defRPr>
            </a:lvl4pPr>
            <a:lvl5pPr algn="l">
              <a:buNone/>
              <a:defRPr sz="1650" b="0">
                <a:solidFill>
                  <a:srgbClr val="263746"/>
                </a:solidFill>
                <a:latin typeface="Arial"/>
                <a:ea typeface="Arial"/>
                <a:cs typeface="Arial"/>
              </a:defRPr>
            </a:lvl5pPr>
            <a:lvl6pPr algn="l">
              <a:buNone/>
              <a:defRPr sz="1650" b="0">
                <a:solidFill>
                  <a:srgbClr val="263746"/>
                </a:solidFill>
                <a:latin typeface="Arial"/>
                <a:ea typeface="Arial"/>
                <a:cs typeface="Arial"/>
              </a:defRPr>
            </a:lvl6pPr>
            <a:lvl7pPr algn="l">
              <a:buNone/>
              <a:defRPr sz="1650" b="0">
                <a:solidFill>
                  <a:srgbClr val="263746"/>
                </a:solidFill>
                <a:latin typeface="Arial"/>
                <a:ea typeface="Arial"/>
                <a:cs typeface="Arial"/>
              </a:defRPr>
            </a:lvl7pPr>
            <a:lvl8pPr algn="l">
              <a:buNone/>
              <a:defRPr sz="1650" b="0">
                <a:solidFill>
                  <a:srgbClr val="263746"/>
                </a:solidFill>
                <a:latin typeface="Arial"/>
                <a:ea typeface="Arial"/>
                <a:cs typeface="Arial"/>
              </a:defRPr>
            </a:lvl8pPr>
            <a:lvl9pPr algn="l">
              <a:buNone/>
              <a:defRPr sz="1650" b="0">
                <a:solidFill>
                  <a:srgbClr val="263746"/>
                </a:solidFill>
                <a:latin typeface="Arial"/>
                <a:ea typeface="Arial"/>
                <a:cs typeface="Arial"/>
              </a:defRPr>
            </a:lvl9pPr>
          </a:lstStyle>
          <a:p xmlns:a="http://schemas.openxmlformats.org/drawingml/2006/main">
            <a:pPr algn="l">
              <a:buNone/>
              <a:defRPr sz="1650" b="0">
                <a:solidFill>
                  <a:srgbClr val="263746"/>
                </a:solidFill>
                <a:latin typeface="Arial"/>
                <a:ea typeface="Arial"/>
                <a:cs typeface="Arial"/>
              </a:defRPr>
            </a:pPr>
            <a:r>
              <a:rPr sz="1650" b="0">
                <a:solidFill>
                  <a:srgbClr val="263746"/>
                </a:solidFill>
                <a:latin typeface="Arial"/>
                <a:ea typeface="Arial"/>
                <a:cs typeface="Arial"/>
              </a:rPr>
              <a:t>T 0,9065 / R 0,9111</a:t>
            </a:r>
          </a:p>
          <a:p xmlns:a="http://schemas.openxmlformats.org/drawingml/2006/main">
            <a:pPr algn="l">
              <a:buNone/>
              <a:defRPr sz="1650" b="0">
                <a:solidFill>
                  <a:srgbClr val="263746"/>
                </a:solidFill>
                <a:latin typeface="Arial"/>
                <a:ea typeface="Arial"/>
                <a:cs typeface="Arial"/>
              </a:defRPr>
            </a:pPr>
            <a:r>
              <a:rPr sz="1650" b="0">
                <a:solidFill>
                  <a:srgbClr val="263746"/>
                </a:solidFill>
                <a:latin typeface="Arial"/>
                <a:ea typeface="Arial"/>
                <a:cs typeface="Arial"/>
              </a:rPr>
              <a:t>X 0,9196</a:t>
            </a:r>
          </a:p>
        </p:txBody>
      </p:sp>
      <p:sp>
        <p:nvSpPr>
          <p:cNvPr id="12" name="">
            <a:extLst xmlns:a="http://schemas.openxmlformats.org/drawingml/2006/main">
              <a:ext uri="{FF2B5EF4-FFF2-40B4-BE49-F238E27FC236}">
                <a16:creationId xmlns:a16="http://schemas.microsoft.com/office/drawing/2014/main" id="{1D1D7C27-7AA9-4D81-8C55-EDC88166F66F}"/>
              </a:ext>
            </a:extLst>
          </p:cNvPr>
          <p:cNvSpPr>
            <a:spLocks xmlns:a="http://schemas.openxmlformats.org/drawingml/2006/main" noGrp="1"/>
          </p:cNvSpPr>
          <p:nvPr/>
        </p:nvSpPr>
        <p:spPr>
          <a:xfrm xmlns:a="http://schemas.openxmlformats.org/drawingml/2006/main">
            <a:off x="609600" y="58864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4E5C68"/>
                </a:solidFill>
                <a:latin typeface="Arial"/>
                <a:ea typeface="Arial"/>
                <a:cs typeface="Arial"/>
              </a:defRPr>
            </a:defPPr>
            <a:lvl1pPr algn="l">
              <a:buNone/>
              <a:defRPr sz="1800" b="0">
                <a:solidFill>
                  <a:srgbClr val="4E5C68"/>
                </a:solidFill>
                <a:latin typeface="Arial"/>
                <a:ea typeface="Arial"/>
                <a:cs typeface="Arial"/>
              </a:defRPr>
            </a:lvl1pPr>
            <a:lvl2pPr algn="l">
              <a:buNone/>
              <a:defRPr sz="1800" b="0">
                <a:solidFill>
                  <a:srgbClr val="4E5C68"/>
                </a:solidFill>
                <a:latin typeface="Arial"/>
                <a:ea typeface="Arial"/>
                <a:cs typeface="Arial"/>
              </a:defRPr>
            </a:lvl2pPr>
            <a:lvl3pPr algn="l">
              <a:buNone/>
              <a:defRPr sz="1800" b="0">
                <a:solidFill>
                  <a:srgbClr val="4E5C68"/>
                </a:solidFill>
                <a:latin typeface="Arial"/>
                <a:ea typeface="Arial"/>
                <a:cs typeface="Arial"/>
              </a:defRPr>
            </a:lvl3pPr>
            <a:lvl4pPr algn="l">
              <a:buNone/>
              <a:defRPr sz="1800" b="0">
                <a:solidFill>
                  <a:srgbClr val="4E5C68"/>
                </a:solidFill>
                <a:latin typeface="Arial"/>
                <a:ea typeface="Arial"/>
                <a:cs typeface="Arial"/>
              </a:defRPr>
            </a:lvl4pPr>
            <a:lvl5pPr algn="l">
              <a:buNone/>
              <a:defRPr sz="1800" b="0">
                <a:solidFill>
                  <a:srgbClr val="4E5C68"/>
                </a:solidFill>
                <a:latin typeface="Arial"/>
                <a:ea typeface="Arial"/>
                <a:cs typeface="Arial"/>
              </a:defRPr>
            </a:lvl5pPr>
            <a:lvl6pPr algn="l">
              <a:buNone/>
              <a:defRPr sz="1800" b="0">
                <a:solidFill>
                  <a:srgbClr val="4E5C68"/>
                </a:solidFill>
                <a:latin typeface="Arial"/>
                <a:ea typeface="Arial"/>
                <a:cs typeface="Arial"/>
              </a:defRPr>
            </a:lvl6pPr>
            <a:lvl7pPr algn="l">
              <a:buNone/>
              <a:defRPr sz="1800" b="0">
                <a:solidFill>
                  <a:srgbClr val="4E5C68"/>
                </a:solidFill>
                <a:latin typeface="Arial"/>
                <a:ea typeface="Arial"/>
                <a:cs typeface="Arial"/>
              </a:defRPr>
            </a:lvl7pPr>
            <a:lvl8pPr algn="l">
              <a:buNone/>
              <a:defRPr sz="1800" b="0">
                <a:solidFill>
                  <a:srgbClr val="4E5C68"/>
                </a:solidFill>
                <a:latin typeface="Arial"/>
                <a:ea typeface="Arial"/>
                <a:cs typeface="Arial"/>
              </a:defRPr>
            </a:lvl8pPr>
            <a:lvl9pPr algn="l">
              <a:buNone/>
              <a:defRPr sz="1800" b="0">
                <a:solidFill>
                  <a:srgbClr val="4E5C68"/>
                </a:solidFill>
                <a:latin typeface="Arial"/>
                <a:ea typeface="Arial"/>
                <a:cs typeface="Arial"/>
              </a:defRPr>
            </a:lvl9pPr>
          </a:lstStyle>
          <a:p xmlns:a="http://schemas.openxmlformats.org/drawingml/2006/main">
            <a:pPr algn="l">
              <a:buNone/>
              <a:defRPr sz="1725" b="0">
                <a:solidFill>
                  <a:srgbClr val="4E5C68"/>
                </a:solidFill>
                <a:latin typeface="Arial"/>
                <a:ea typeface="Arial"/>
                <a:cs typeface="Arial"/>
              </a:defRPr>
            </a:pPr>
            <a:r>
              <a:rPr sz="1725" b="0">
                <a:solidFill>
                  <a:srgbClr val="4E5C68"/>
                </a:solidFill>
                <a:latin typeface="Arial"/>
                <a:ea typeface="Arial"/>
                <a:cs typeface="Arial"/>
              </a:rPr>
              <a:t>T tiene el menor F1. La similitud visual es una hipótesis sobre los errores.</a:t>
            </a:r>
          </a:p>
        </p:txBody>
      </p:sp>
      <p:pic>
        <p:nvPicPr>
          <p:cNvPr id="14" name="">
            <a:extLst xmlns:a="http://schemas.openxmlformats.org/drawingml/2006/main">
              <a:ext uri="{FF2B5EF4-FFF2-40B4-BE49-F238E27FC236}">
                <a16:creationId xmlns:a16="http://schemas.microsoft.com/office/drawing/2014/main" id="{81A27008-E786-4BE1-A84D-1C3E9200529A}"/>
              </a:ext>
            </a:extLst>
          </p:cNvPr>
          <p:cNvPicPr>
            <a:picLocks xmlns:a="http://schemas.openxmlformats.org/drawingml/2006/main" noChangeAspect="1"/>
          </p:cNvPicPr>
          <p:nvPr/>
        </p:nvPicPr>
        <p:blipFill>
          <a:blip xmlns:r="http://schemas.openxmlformats.org/officeDocument/2006/relationships" xmlns:a="http://schemas.openxmlformats.org/drawingml/2006/main" r:embed="R97ab40fcc93043b0"/>
          <a:srcRect xmlns:a="http://schemas.openxmlformats.org/drawingml/2006/main" l="1167" t="6768" r="69870" b="65229"/>
          <a:stretch xmlns:a="http://schemas.openxmlformats.org/drawingml/2006/main"/>
        </p:blipFill>
        <p:spPr>
          <a:xfrm xmlns:a="http://schemas.openxmlformats.org/drawingml/2006/main">
            <a:off x="762000" y="1685925"/>
            <a:ext cx="2000250" cy="2000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E7D77AAC-BADF-4450-8758-3C0A3CEF6C0A}"/>
              </a:ext>
            </a:extLst>
          </p:cNvPr>
          <p:cNvPicPr>
            <a:picLocks xmlns:a="http://schemas.openxmlformats.org/drawingml/2006/main" noChangeAspect="1"/>
          </p:cNvPicPr>
          <p:nvPr/>
        </p:nvPicPr>
        <p:blipFill>
          <a:blip xmlns:r="http://schemas.openxmlformats.org/officeDocument/2006/relationships" xmlns:a="http://schemas.openxmlformats.org/drawingml/2006/main" r:embed="Raf50ead3194749f9"/>
          <a:srcRect xmlns:a="http://schemas.openxmlformats.org/drawingml/2006/main" l="35553" t="38819" r="35484" b="33179"/>
          <a:stretch xmlns:a="http://schemas.openxmlformats.org/drawingml/2006/main"/>
        </p:blipFill>
        <p:spPr>
          <a:xfrm xmlns:a="http://schemas.openxmlformats.org/drawingml/2006/main">
            <a:off x="4000500" y="1685925"/>
            <a:ext cx="2000250" cy="2000250"/>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5D5F7CE0-049B-4AB6-AA5B-7F6EA469D22F}"/>
              </a:ext>
            </a:extLst>
          </p:cNvPr>
          <p:cNvPicPr>
            <a:picLocks xmlns:a="http://schemas.openxmlformats.org/drawingml/2006/main" noChangeAspect="1"/>
          </p:cNvPicPr>
          <p:nvPr/>
        </p:nvPicPr>
        <p:blipFill>
          <a:blip xmlns:r="http://schemas.openxmlformats.org/officeDocument/2006/relationships" xmlns:a="http://schemas.openxmlformats.org/drawingml/2006/main" r:embed="R560972927d4746de"/>
          <a:srcRect xmlns:a="http://schemas.openxmlformats.org/drawingml/2006/main" l="1167" t="70869" r="69870" b="1128"/>
          <a:stretch xmlns:a="http://schemas.openxmlformats.org/drawingml/2006/main"/>
        </p:blipFill>
        <p:spPr>
          <a:xfrm xmlns:a="http://schemas.openxmlformats.org/drawingml/2006/main">
            <a:off x="762000" y="4114800"/>
            <a:ext cx="1600200" cy="1600200"/>
          </a:xfrm>
          <a:prstGeom xmlns:a="http://schemas.openxmlformats.org/drawingml/2006/main" prst="rect">
            <a:avLst/>
          </a:prstGeom>
        </p:spPr>
      </p:pic>
      <p:pic>
        <p:nvPicPr>
          <p:cNvPr id="17" name="">
            <a:extLst xmlns:a="http://schemas.openxmlformats.org/drawingml/2006/main">
              <a:ext uri="{FF2B5EF4-FFF2-40B4-BE49-F238E27FC236}">
                <a16:creationId xmlns:a16="http://schemas.microsoft.com/office/drawing/2014/main" id="{1057C315-CC72-472B-9A7A-5170A1F17511}"/>
              </a:ext>
            </a:extLst>
          </p:cNvPr>
          <p:cNvPicPr>
            <a:picLocks xmlns:a="http://schemas.openxmlformats.org/drawingml/2006/main" noChangeAspect="1"/>
          </p:cNvPicPr>
          <p:nvPr/>
        </p:nvPicPr>
        <p:blipFill>
          <a:blip xmlns:r="http://schemas.openxmlformats.org/officeDocument/2006/relationships" xmlns:a="http://schemas.openxmlformats.org/drawingml/2006/main" r:embed="R0fd4d95ec2b44658"/>
          <a:srcRect xmlns:a="http://schemas.openxmlformats.org/drawingml/2006/main" l="69938" t="6768" r="1098" b="65229"/>
          <a:stretch xmlns:a="http://schemas.openxmlformats.org/drawingml/2006/main"/>
        </p:blipFill>
        <p:spPr>
          <a:xfrm xmlns:a="http://schemas.openxmlformats.org/drawingml/2006/main">
            <a:off x="4000500" y="4114800"/>
            <a:ext cx="1600200" cy="1600200"/>
          </a:xfrm>
          <a:prstGeom xmlns:a="http://schemas.openxmlformats.org/drawingml/2006/main" prst="rect">
            <a:avLst/>
          </a:prstGeom>
        </p:spPr>
      </p:pic>
      <p:sp>
        <p:nvSpPr>
          <p:cNvPr id="18" name="G-correct">
            <a:extLst xmlns:a="http://schemas.openxmlformats.org/drawingml/2006/main">
              <a:ext uri="{FF2B5EF4-FFF2-40B4-BE49-F238E27FC236}">
                <a16:creationId xmlns:a16="http://schemas.microsoft.com/office/drawing/2014/main" id="{630F0564-4421-487F-8CD3-A051315B875B}"/>
              </a:ext>
            </a:extLst>
          </p:cNvPr>
          <p:cNvSpPr>
            <a:spLocks xmlns:a="http://schemas.openxmlformats.org/drawingml/2006/main" noGrp="1"/>
          </p:cNvSpPr>
          <p:nvPr/>
        </p:nvSpPr>
        <p:spPr>
          <a:xfrm xmlns:a="http://schemas.openxmlformats.org/drawingml/2006/main">
            <a:off x="762000" y="13430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24D"/>
                </a:solidFill>
                <a:latin typeface="Arial"/>
                <a:ea typeface="Arial"/>
                <a:cs typeface="Arial"/>
              </a:defRPr>
            </a:defPPr>
            <a:lvl1pPr>
              <a:defRPr sz="1650" b="1">
                <a:solidFill>
                  <a:srgbClr val="17324D"/>
                </a:solidFill>
                <a:latin typeface="Arial"/>
                <a:ea typeface="Arial"/>
                <a:cs typeface="Arial"/>
              </a:defRPr>
            </a:lvl1pPr>
            <a:lvl2pPr>
              <a:defRPr sz="1650" b="1">
                <a:solidFill>
                  <a:srgbClr val="17324D"/>
                </a:solidFill>
                <a:latin typeface="Arial"/>
                <a:ea typeface="Arial"/>
                <a:cs typeface="Arial"/>
              </a:defRPr>
            </a:lvl2pPr>
            <a:lvl3pPr>
              <a:defRPr sz="1650" b="1">
                <a:solidFill>
                  <a:srgbClr val="17324D"/>
                </a:solidFill>
                <a:latin typeface="Arial"/>
                <a:ea typeface="Arial"/>
                <a:cs typeface="Arial"/>
              </a:defRPr>
            </a:lvl3pPr>
            <a:lvl4pPr>
              <a:defRPr sz="1650" b="1">
                <a:solidFill>
                  <a:srgbClr val="17324D"/>
                </a:solidFill>
                <a:latin typeface="Arial"/>
                <a:ea typeface="Arial"/>
                <a:cs typeface="Arial"/>
              </a:defRPr>
            </a:lvl4pPr>
            <a:lvl5pPr>
              <a:defRPr sz="1650" b="1">
                <a:solidFill>
                  <a:srgbClr val="17324D"/>
                </a:solidFill>
                <a:latin typeface="Arial"/>
                <a:ea typeface="Arial"/>
                <a:cs typeface="Arial"/>
              </a:defRPr>
            </a:lvl5pPr>
            <a:lvl6pPr>
              <a:defRPr sz="1650" b="1">
                <a:solidFill>
                  <a:srgbClr val="17324D"/>
                </a:solidFill>
                <a:latin typeface="Arial"/>
                <a:ea typeface="Arial"/>
                <a:cs typeface="Arial"/>
              </a:defRPr>
            </a:lvl6pPr>
            <a:lvl7pPr>
              <a:defRPr sz="1650" b="1">
                <a:solidFill>
                  <a:srgbClr val="17324D"/>
                </a:solidFill>
                <a:latin typeface="Arial"/>
                <a:ea typeface="Arial"/>
                <a:cs typeface="Arial"/>
              </a:defRPr>
            </a:lvl7pPr>
            <a:lvl8pPr>
              <a:defRPr sz="1650" b="1">
                <a:solidFill>
                  <a:srgbClr val="17324D"/>
                </a:solidFill>
                <a:latin typeface="Arial"/>
                <a:ea typeface="Arial"/>
                <a:cs typeface="Arial"/>
              </a:defRPr>
            </a:lvl8pPr>
            <a:lvl9pPr>
              <a:defRPr sz="1650" b="1">
                <a:solidFill>
                  <a:srgbClr val="17324D"/>
                </a:solidFill>
                <a:latin typeface="Arial"/>
                <a:ea typeface="Arial"/>
                <a:cs typeface="Arial"/>
              </a:defRPr>
            </a:lvl9pPr>
          </a:lstStyle>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Real G / Predicción G</a:t>
            </a:r>
          </a:p>
        </p:txBody>
      </p:sp>
      <p:sp>
        <p:nvSpPr>
          <p:cNvPr id="19" name="G-error">
            <a:extLst xmlns:a="http://schemas.openxmlformats.org/drawingml/2006/main">
              <a:ext uri="{FF2B5EF4-FFF2-40B4-BE49-F238E27FC236}">
                <a16:creationId xmlns:a16="http://schemas.microsoft.com/office/drawing/2014/main" id="{EDCDEDAB-5BD3-47F1-BA1F-59D82BE8B88D}"/>
              </a:ext>
            </a:extLst>
          </p:cNvPr>
          <p:cNvSpPr>
            <a:spLocks xmlns:a="http://schemas.openxmlformats.org/drawingml/2006/main" noGrp="1"/>
          </p:cNvSpPr>
          <p:nvPr/>
        </p:nvSpPr>
        <p:spPr>
          <a:xfrm xmlns:a="http://schemas.openxmlformats.org/drawingml/2006/main">
            <a:off x="4000500" y="13430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24D"/>
                </a:solidFill>
                <a:latin typeface="Arial"/>
                <a:ea typeface="Arial"/>
                <a:cs typeface="Arial"/>
              </a:defRPr>
            </a:defPPr>
            <a:lvl1pPr>
              <a:defRPr sz="1650" b="1">
                <a:solidFill>
                  <a:srgbClr val="17324D"/>
                </a:solidFill>
                <a:latin typeface="Arial"/>
                <a:ea typeface="Arial"/>
                <a:cs typeface="Arial"/>
              </a:defRPr>
            </a:lvl1pPr>
            <a:lvl2pPr>
              <a:defRPr sz="1650" b="1">
                <a:solidFill>
                  <a:srgbClr val="17324D"/>
                </a:solidFill>
                <a:latin typeface="Arial"/>
                <a:ea typeface="Arial"/>
                <a:cs typeface="Arial"/>
              </a:defRPr>
            </a:lvl2pPr>
            <a:lvl3pPr>
              <a:defRPr sz="1650" b="1">
                <a:solidFill>
                  <a:srgbClr val="17324D"/>
                </a:solidFill>
                <a:latin typeface="Arial"/>
                <a:ea typeface="Arial"/>
                <a:cs typeface="Arial"/>
              </a:defRPr>
            </a:lvl3pPr>
            <a:lvl4pPr>
              <a:defRPr sz="1650" b="1">
                <a:solidFill>
                  <a:srgbClr val="17324D"/>
                </a:solidFill>
                <a:latin typeface="Arial"/>
                <a:ea typeface="Arial"/>
                <a:cs typeface="Arial"/>
              </a:defRPr>
            </a:lvl4pPr>
            <a:lvl5pPr>
              <a:defRPr sz="1650" b="1">
                <a:solidFill>
                  <a:srgbClr val="17324D"/>
                </a:solidFill>
                <a:latin typeface="Arial"/>
                <a:ea typeface="Arial"/>
                <a:cs typeface="Arial"/>
              </a:defRPr>
            </a:lvl5pPr>
            <a:lvl6pPr>
              <a:defRPr sz="1650" b="1">
                <a:solidFill>
                  <a:srgbClr val="17324D"/>
                </a:solidFill>
                <a:latin typeface="Arial"/>
                <a:ea typeface="Arial"/>
                <a:cs typeface="Arial"/>
              </a:defRPr>
            </a:lvl6pPr>
            <a:lvl7pPr>
              <a:defRPr sz="1650" b="1">
                <a:solidFill>
                  <a:srgbClr val="17324D"/>
                </a:solidFill>
                <a:latin typeface="Arial"/>
                <a:ea typeface="Arial"/>
                <a:cs typeface="Arial"/>
              </a:defRPr>
            </a:lvl7pPr>
            <a:lvl8pPr>
              <a:defRPr sz="1650" b="1">
                <a:solidFill>
                  <a:srgbClr val="17324D"/>
                </a:solidFill>
                <a:latin typeface="Arial"/>
                <a:ea typeface="Arial"/>
                <a:cs typeface="Arial"/>
              </a:defRPr>
            </a:lvl8pPr>
            <a:lvl9pPr>
              <a:defRPr sz="1650" b="1">
                <a:solidFill>
                  <a:srgbClr val="17324D"/>
                </a:solidFill>
                <a:latin typeface="Arial"/>
                <a:ea typeface="Arial"/>
                <a:cs typeface="Arial"/>
              </a:defRPr>
            </a:lvl9pPr>
          </a:lstStyle>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Real G / Predicción P</a:t>
            </a:r>
          </a:p>
        </p:txBody>
      </p:sp>
      <p:sp>
        <p:nvSpPr>
          <p:cNvPr id="20" name="T-error">
            <a:extLst xmlns:a="http://schemas.openxmlformats.org/drawingml/2006/main">
              <a:ext uri="{FF2B5EF4-FFF2-40B4-BE49-F238E27FC236}">
                <a16:creationId xmlns:a16="http://schemas.microsoft.com/office/drawing/2014/main" id="{8D968AE3-783B-4FE8-997C-58355295AA2E}"/>
              </a:ext>
            </a:extLst>
          </p:cNvPr>
          <p:cNvSpPr>
            <a:spLocks xmlns:a="http://schemas.openxmlformats.org/drawingml/2006/main" noGrp="1"/>
          </p:cNvSpPr>
          <p:nvPr/>
        </p:nvSpPr>
        <p:spPr>
          <a:xfrm xmlns:a="http://schemas.openxmlformats.org/drawingml/2006/main">
            <a:off x="762000" y="37814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24D"/>
                </a:solidFill>
                <a:latin typeface="Arial"/>
                <a:ea typeface="Arial"/>
                <a:cs typeface="Arial"/>
              </a:defRPr>
            </a:defPPr>
            <a:lvl1pPr>
              <a:defRPr sz="1650" b="1">
                <a:solidFill>
                  <a:srgbClr val="17324D"/>
                </a:solidFill>
                <a:latin typeface="Arial"/>
                <a:ea typeface="Arial"/>
                <a:cs typeface="Arial"/>
              </a:defRPr>
            </a:lvl1pPr>
            <a:lvl2pPr>
              <a:defRPr sz="1650" b="1">
                <a:solidFill>
                  <a:srgbClr val="17324D"/>
                </a:solidFill>
                <a:latin typeface="Arial"/>
                <a:ea typeface="Arial"/>
                <a:cs typeface="Arial"/>
              </a:defRPr>
            </a:lvl2pPr>
            <a:lvl3pPr>
              <a:defRPr sz="1650" b="1">
                <a:solidFill>
                  <a:srgbClr val="17324D"/>
                </a:solidFill>
                <a:latin typeface="Arial"/>
                <a:ea typeface="Arial"/>
                <a:cs typeface="Arial"/>
              </a:defRPr>
            </a:lvl3pPr>
            <a:lvl4pPr>
              <a:defRPr sz="1650" b="1">
                <a:solidFill>
                  <a:srgbClr val="17324D"/>
                </a:solidFill>
                <a:latin typeface="Arial"/>
                <a:ea typeface="Arial"/>
                <a:cs typeface="Arial"/>
              </a:defRPr>
            </a:lvl4pPr>
            <a:lvl5pPr>
              <a:defRPr sz="1650" b="1">
                <a:solidFill>
                  <a:srgbClr val="17324D"/>
                </a:solidFill>
                <a:latin typeface="Arial"/>
                <a:ea typeface="Arial"/>
                <a:cs typeface="Arial"/>
              </a:defRPr>
            </a:lvl5pPr>
            <a:lvl6pPr>
              <a:defRPr sz="1650" b="1">
                <a:solidFill>
                  <a:srgbClr val="17324D"/>
                </a:solidFill>
                <a:latin typeface="Arial"/>
                <a:ea typeface="Arial"/>
                <a:cs typeface="Arial"/>
              </a:defRPr>
            </a:lvl6pPr>
            <a:lvl7pPr>
              <a:defRPr sz="1650" b="1">
                <a:solidFill>
                  <a:srgbClr val="17324D"/>
                </a:solidFill>
                <a:latin typeface="Arial"/>
                <a:ea typeface="Arial"/>
                <a:cs typeface="Arial"/>
              </a:defRPr>
            </a:lvl7pPr>
            <a:lvl8pPr>
              <a:defRPr sz="1650" b="1">
                <a:solidFill>
                  <a:srgbClr val="17324D"/>
                </a:solidFill>
                <a:latin typeface="Arial"/>
                <a:ea typeface="Arial"/>
                <a:cs typeface="Arial"/>
              </a:defRPr>
            </a:lvl8pPr>
            <a:lvl9pPr>
              <a:defRPr sz="1650" b="1">
                <a:solidFill>
                  <a:srgbClr val="17324D"/>
                </a:solidFill>
                <a:latin typeface="Arial"/>
                <a:ea typeface="Arial"/>
                <a:cs typeface="Arial"/>
              </a:defRPr>
            </a:lvl9pPr>
          </a:lstStyle>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Real T / Predicción X</a:t>
            </a:r>
          </a:p>
        </p:txBody>
      </p:sp>
      <p:sp>
        <p:nvSpPr>
          <p:cNvPr id="21" name="X-error">
            <a:extLst xmlns:a="http://schemas.openxmlformats.org/drawingml/2006/main">
              <a:ext uri="{FF2B5EF4-FFF2-40B4-BE49-F238E27FC236}">
                <a16:creationId xmlns:a16="http://schemas.microsoft.com/office/drawing/2014/main" id="{AD697847-910B-459C-B58F-8904EB228B4A}"/>
              </a:ext>
            </a:extLst>
          </p:cNvPr>
          <p:cNvSpPr>
            <a:spLocks xmlns:a="http://schemas.openxmlformats.org/drawingml/2006/main" noGrp="1"/>
          </p:cNvSpPr>
          <p:nvPr/>
        </p:nvSpPr>
        <p:spPr>
          <a:xfrm xmlns:a="http://schemas.openxmlformats.org/drawingml/2006/main">
            <a:off x="4000500" y="37814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24D"/>
                </a:solidFill>
                <a:latin typeface="Arial"/>
                <a:ea typeface="Arial"/>
                <a:cs typeface="Arial"/>
              </a:defRPr>
            </a:defPPr>
            <a:lvl1pPr>
              <a:defRPr sz="1650" b="1">
                <a:solidFill>
                  <a:srgbClr val="17324D"/>
                </a:solidFill>
                <a:latin typeface="Arial"/>
                <a:ea typeface="Arial"/>
                <a:cs typeface="Arial"/>
              </a:defRPr>
            </a:lvl1pPr>
            <a:lvl2pPr>
              <a:defRPr sz="1650" b="1">
                <a:solidFill>
                  <a:srgbClr val="17324D"/>
                </a:solidFill>
                <a:latin typeface="Arial"/>
                <a:ea typeface="Arial"/>
                <a:cs typeface="Arial"/>
              </a:defRPr>
            </a:lvl2pPr>
            <a:lvl3pPr>
              <a:defRPr sz="1650" b="1">
                <a:solidFill>
                  <a:srgbClr val="17324D"/>
                </a:solidFill>
                <a:latin typeface="Arial"/>
                <a:ea typeface="Arial"/>
                <a:cs typeface="Arial"/>
              </a:defRPr>
            </a:lvl3pPr>
            <a:lvl4pPr>
              <a:defRPr sz="1650" b="1">
                <a:solidFill>
                  <a:srgbClr val="17324D"/>
                </a:solidFill>
                <a:latin typeface="Arial"/>
                <a:ea typeface="Arial"/>
                <a:cs typeface="Arial"/>
              </a:defRPr>
            </a:lvl4pPr>
            <a:lvl5pPr>
              <a:defRPr sz="1650" b="1">
                <a:solidFill>
                  <a:srgbClr val="17324D"/>
                </a:solidFill>
                <a:latin typeface="Arial"/>
                <a:ea typeface="Arial"/>
                <a:cs typeface="Arial"/>
              </a:defRPr>
            </a:lvl5pPr>
            <a:lvl6pPr>
              <a:defRPr sz="1650" b="1">
                <a:solidFill>
                  <a:srgbClr val="17324D"/>
                </a:solidFill>
                <a:latin typeface="Arial"/>
                <a:ea typeface="Arial"/>
                <a:cs typeface="Arial"/>
              </a:defRPr>
            </a:lvl6pPr>
            <a:lvl7pPr>
              <a:defRPr sz="1650" b="1">
                <a:solidFill>
                  <a:srgbClr val="17324D"/>
                </a:solidFill>
                <a:latin typeface="Arial"/>
                <a:ea typeface="Arial"/>
                <a:cs typeface="Arial"/>
              </a:defRPr>
            </a:lvl7pPr>
            <a:lvl8pPr>
              <a:defRPr sz="1650" b="1">
                <a:solidFill>
                  <a:srgbClr val="17324D"/>
                </a:solidFill>
                <a:latin typeface="Arial"/>
                <a:ea typeface="Arial"/>
                <a:cs typeface="Arial"/>
              </a:defRPr>
            </a:lvl8pPr>
            <a:lvl9pPr>
              <a:defRPr sz="1650" b="1">
                <a:solidFill>
                  <a:srgbClr val="17324D"/>
                </a:solidFill>
                <a:latin typeface="Arial"/>
                <a:ea typeface="Arial"/>
                <a:cs typeface="Arial"/>
              </a:defRPr>
            </a:lvl9pPr>
          </a:lstStyle>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Real X / Predicción T</a:t>
            </a:r>
          </a:p>
        </p:txBody>
      </p:sp>
    </p:spTree>
    <p:extLst>
      <p:ext uri="{BB962C8B-B14F-4D97-AF65-F5344CB8AC3E}">
        <p14:creationId xmlns:p14="http://schemas.microsoft.com/office/powerpoint/2010/main" val="19903957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A7E75E-292A-4649-883B-AEC4FE54CE7C}"/>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buNone/>
              <a:defRPr sz="3150" b="1">
                <a:solidFill>
                  <a:srgbClr val="17324D"/>
                </a:solidFill>
                <a:latin typeface="Arial"/>
                <a:ea typeface="Arial"/>
                <a:cs typeface="Arial"/>
              </a:defRPr>
            </a:lvl1pPr>
            <a:lvl2pPr algn="l">
              <a:buNone/>
              <a:defRPr sz="3150" b="1">
                <a:solidFill>
                  <a:srgbClr val="17324D"/>
                </a:solidFill>
                <a:latin typeface="Arial"/>
                <a:ea typeface="Arial"/>
                <a:cs typeface="Arial"/>
              </a:defRPr>
            </a:lvl2pPr>
            <a:lvl3pPr algn="l">
              <a:buNone/>
              <a:defRPr sz="3150" b="1">
                <a:solidFill>
                  <a:srgbClr val="17324D"/>
                </a:solidFill>
                <a:latin typeface="Arial"/>
                <a:ea typeface="Arial"/>
                <a:cs typeface="Arial"/>
              </a:defRPr>
            </a:lvl3pPr>
            <a:lvl4pPr algn="l">
              <a:buNone/>
              <a:defRPr sz="3150" b="1">
                <a:solidFill>
                  <a:srgbClr val="17324D"/>
                </a:solidFill>
                <a:latin typeface="Arial"/>
                <a:ea typeface="Arial"/>
                <a:cs typeface="Arial"/>
              </a:defRPr>
            </a:lvl4pPr>
            <a:lvl5pPr algn="l">
              <a:buNone/>
              <a:defRPr sz="3150" b="1">
                <a:solidFill>
                  <a:srgbClr val="17324D"/>
                </a:solidFill>
                <a:latin typeface="Arial"/>
                <a:ea typeface="Arial"/>
                <a:cs typeface="Arial"/>
              </a:defRPr>
            </a:lvl5pPr>
            <a:lvl6pPr algn="l">
              <a:buNone/>
              <a:defRPr sz="3150" b="1">
                <a:solidFill>
                  <a:srgbClr val="17324D"/>
                </a:solidFill>
                <a:latin typeface="Arial"/>
                <a:ea typeface="Arial"/>
                <a:cs typeface="Arial"/>
              </a:defRPr>
            </a:lvl6pPr>
            <a:lvl7pPr algn="l">
              <a:buNone/>
              <a:defRPr sz="3150" b="1">
                <a:solidFill>
                  <a:srgbClr val="17324D"/>
                </a:solidFill>
                <a:latin typeface="Arial"/>
                <a:ea typeface="Arial"/>
                <a:cs typeface="Arial"/>
              </a:defRPr>
            </a:lvl7pPr>
            <a:lvl8pPr algn="l">
              <a:buNone/>
              <a:defRPr sz="3150" b="1">
                <a:solidFill>
                  <a:srgbClr val="17324D"/>
                </a:solidFill>
                <a:latin typeface="Arial"/>
                <a:ea typeface="Arial"/>
                <a:cs typeface="Arial"/>
              </a:defRPr>
            </a:lvl8pPr>
            <a:lvl9pPr algn="l">
              <a:buNone/>
              <a:defRPr sz="3150" b="1">
                <a:solidFill>
                  <a:srgbClr val="17324D"/>
                </a:solidFill>
                <a:latin typeface="Arial"/>
                <a:ea typeface="Arial"/>
                <a:cs typeface="Arial"/>
              </a:defRPr>
            </a:lvl9pPr>
          </a:lstStyle>
          <a:p xmlns:a="http://schemas.openxmlformats.org/drawingml/2006/main">
            <a:pPr algn="l">
              <a:buNone/>
              <a:defRPr sz="3150" b="1">
                <a:solidFill>
                  <a:srgbClr val="17324D"/>
                </a:solidFill>
                <a:latin typeface="Arial"/>
                <a:ea typeface="Arial"/>
                <a:cs typeface="Arial"/>
              </a:defRPr>
            </a:pPr>
            <a:r>
              <a:rPr sz="3150" b="1">
                <a:solidFill>
                  <a:srgbClr val="17324D"/>
                </a:solidFill>
                <a:latin typeface="Arial"/>
                <a:ea typeface="Arial"/>
                <a:cs typeface="Arial"/>
              </a:rPr>
              <a:t>Conclusiones y próximos pasos</a:t>
            </a:r>
          </a:p>
        </p:txBody>
      </p:sp>
      <p:sp>
        <p:nvSpPr>
          <p:cNvPr id="2" name="">
            <a:extLst xmlns:a="http://schemas.openxmlformats.org/drawingml/2006/main">
              <a:ext uri="{FF2B5EF4-FFF2-40B4-BE49-F238E27FC236}">
                <a16:creationId xmlns:a16="http://schemas.microsoft.com/office/drawing/2014/main" id="{833EFB81-2619-462A-B745-C100F2CBAD95}"/>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buNone/>
              <a:defRPr sz="1200" b="0">
                <a:solidFill>
                  <a:srgbClr val="4E5C68"/>
                </a:solidFill>
                <a:latin typeface="Arial"/>
                <a:ea typeface="Arial"/>
                <a:cs typeface="Arial"/>
              </a:defRPr>
            </a:lvl1pPr>
            <a:lvl2pPr algn="r">
              <a:buNone/>
              <a:defRPr sz="1200" b="0">
                <a:solidFill>
                  <a:srgbClr val="4E5C68"/>
                </a:solidFill>
                <a:latin typeface="Arial"/>
                <a:ea typeface="Arial"/>
                <a:cs typeface="Arial"/>
              </a:defRPr>
            </a:lvl2pPr>
            <a:lvl3pPr algn="r">
              <a:buNone/>
              <a:defRPr sz="1200" b="0">
                <a:solidFill>
                  <a:srgbClr val="4E5C68"/>
                </a:solidFill>
                <a:latin typeface="Arial"/>
                <a:ea typeface="Arial"/>
                <a:cs typeface="Arial"/>
              </a:defRPr>
            </a:lvl3pPr>
            <a:lvl4pPr algn="r">
              <a:buNone/>
              <a:defRPr sz="1200" b="0">
                <a:solidFill>
                  <a:srgbClr val="4E5C68"/>
                </a:solidFill>
                <a:latin typeface="Arial"/>
                <a:ea typeface="Arial"/>
                <a:cs typeface="Arial"/>
              </a:defRPr>
            </a:lvl4pPr>
            <a:lvl5pPr algn="r">
              <a:buNone/>
              <a:defRPr sz="1200" b="0">
                <a:solidFill>
                  <a:srgbClr val="4E5C68"/>
                </a:solidFill>
                <a:latin typeface="Arial"/>
                <a:ea typeface="Arial"/>
                <a:cs typeface="Arial"/>
              </a:defRPr>
            </a:lvl5pPr>
            <a:lvl6pPr algn="r">
              <a:buNone/>
              <a:defRPr sz="1200" b="0">
                <a:solidFill>
                  <a:srgbClr val="4E5C68"/>
                </a:solidFill>
                <a:latin typeface="Arial"/>
                <a:ea typeface="Arial"/>
                <a:cs typeface="Arial"/>
              </a:defRPr>
            </a:lvl6pPr>
            <a:lvl7pPr algn="r">
              <a:buNone/>
              <a:defRPr sz="1200" b="0">
                <a:solidFill>
                  <a:srgbClr val="4E5C68"/>
                </a:solidFill>
                <a:latin typeface="Arial"/>
                <a:ea typeface="Arial"/>
                <a:cs typeface="Arial"/>
              </a:defRPr>
            </a:lvl7pPr>
            <a:lvl8pPr algn="r">
              <a:buNone/>
              <a:defRPr sz="1200" b="0">
                <a:solidFill>
                  <a:srgbClr val="4E5C68"/>
                </a:solidFill>
                <a:latin typeface="Arial"/>
                <a:ea typeface="Arial"/>
                <a:cs typeface="Arial"/>
              </a:defRPr>
            </a:lvl8pPr>
            <a:lvl9pPr algn="r">
              <a:buNone/>
              <a:defRPr sz="1200" b="0">
                <a:solidFill>
                  <a:srgbClr val="4E5C68"/>
                </a:solidFill>
                <a:latin typeface="Arial"/>
                <a:ea typeface="Arial"/>
                <a:cs typeface="Arial"/>
              </a:defRPr>
            </a:lvl9pPr>
          </a:lstStyle>
          <a:p xmlns:a="http://schemas.openxmlformats.org/drawingml/2006/main">
            <a:pPr algn="r">
              <a:buNone/>
              <a:defRPr sz="1200" b="0">
                <a:solidFill>
                  <a:srgbClr val="4E5C68"/>
                </a:solidFill>
                <a:latin typeface="Arial"/>
                <a:ea typeface="Arial"/>
                <a:cs typeface="Arial"/>
              </a:defRPr>
            </a:pPr>
            <a:r>
              <a:rPr sz="1200" b="0">
                <a:solidFill>
                  <a:srgbClr val="4E5C68"/>
                </a:solidFill>
                <a:latin typeface="Arial"/>
                <a:ea typeface="Arial"/>
                <a:cs typeface="Arial"/>
              </a:rPr>
              <a:t>10 / 10</a:t>
            </a:r>
          </a:p>
        </p:txBody>
      </p:sp>
      <p:sp>
        <p:nvSpPr>
          <p:cNvPr id="3" name="">
            <a:extLst xmlns:a="http://schemas.openxmlformats.org/drawingml/2006/main">
              <a:ext uri="{FF2B5EF4-FFF2-40B4-BE49-F238E27FC236}">
                <a16:creationId xmlns:a16="http://schemas.microsoft.com/office/drawing/2014/main" id="{56772341-9C3C-41D8-B454-8AA73034B547}"/>
              </a:ext>
            </a:extLst>
          </p:cNvPr>
          <p:cNvSpPr>
            <a:spLocks xmlns:a="http://schemas.openxmlformats.org/drawingml/2006/main" noGrp="1"/>
          </p:cNvSpPr>
          <p:nvPr/>
        </p:nvSpPr>
        <p:spPr>
          <a:xfrm xmlns:a="http://schemas.openxmlformats.org/drawingml/2006/main">
            <a:off x="666750" y="1476375"/>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buNone/>
              <a:defRPr sz="3900" b="1">
                <a:solidFill>
                  <a:srgbClr val="087F8C"/>
                </a:solidFill>
                <a:latin typeface="Arial"/>
                <a:ea typeface="Arial"/>
                <a:cs typeface="Arial"/>
              </a:defRPr>
            </a:lvl1pPr>
            <a:lvl2pPr algn="ctr">
              <a:buNone/>
              <a:defRPr sz="3900" b="1">
                <a:solidFill>
                  <a:srgbClr val="087F8C"/>
                </a:solidFill>
                <a:latin typeface="Arial"/>
                <a:ea typeface="Arial"/>
                <a:cs typeface="Arial"/>
              </a:defRPr>
            </a:lvl2pPr>
            <a:lvl3pPr algn="ctr">
              <a:buNone/>
              <a:defRPr sz="3900" b="1">
                <a:solidFill>
                  <a:srgbClr val="087F8C"/>
                </a:solidFill>
                <a:latin typeface="Arial"/>
                <a:ea typeface="Arial"/>
                <a:cs typeface="Arial"/>
              </a:defRPr>
            </a:lvl3pPr>
            <a:lvl4pPr algn="ctr">
              <a:buNone/>
              <a:defRPr sz="3900" b="1">
                <a:solidFill>
                  <a:srgbClr val="087F8C"/>
                </a:solidFill>
                <a:latin typeface="Arial"/>
                <a:ea typeface="Arial"/>
                <a:cs typeface="Arial"/>
              </a:defRPr>
            </a:lvl4pPr>
            <a:lvl5pPr algn="ctr">
              <a:buNone/>
              <a:defRPr sz="3900" b="1">
                <a:solidFill>
                  <a:srgbClr val="087F8C"/>
                </a:solidFill>
                <a:latin typeface="Arial"/>
                <a:ea typeface="Arial"/>
                <a:cs typeface="Arial"/>
              </a:defRPr>
            </a:lvl5pPr>
            <a:lvl6pPr algn="ctr">
              <a:buNone/>
              <a:defRPr sz="3900" b="1">
                <a:solidFill>
                  <a:srgbClr val="087F8C"/>
                </a:solidFill>
                <a:latin typeface="Arial"/>
                <a:ea typeface="Arial"/>
                <a:cs typeface="Arial"/>
              </a:defRPr>
            </a:lvl6pPr>
            <a:lvl7pPr algn="ctr">
              <a:buNone/>
              <a:defRPr sz="3900" b="1">
                <a:solidFill>
                  <a:srgbClr val="087F8C"/>
                </a:solidFill>
                <a:latin typeface="Arial"/>
                <a:ea typeface="Arial"/>
                <a:cs typeface="Arial"/>
              </a:defRPr>
            </a:lvl7pPr>
            <a:lvl8pPr algn="ctr">
              <a:buNone/>
              <a:defRPr sz="3900" b="1">
                <a:solidFill>
                  <a:srgbClr val="087F8C"/>
                </a:solidFill>
                <a:latin typeface="Arial"/>
                <a:ea typeface="Arial"/>
                <a:cs typeface="Arial"/>
              </a:defRPr>
            </a:lvl8pPr>
            <a:lvl9pPr algn="ctr">
              <a:buNone/>
              <a:defRPr sz="3900" b="1">
                <a:solidFill>
                  <a:srgbClr val="087F8C"/>
                </a:solidFill>
                <a:latin typeface="Arial"/>
                <a:ea typeface="Arial"/>
                <a:cs typeface="Arial"/>
              </a:defRPr>
            </a:lvl9pPr>
          </a:lstStyle>
          <a:p xmlns:a="http://schemas.openxmlformats.org/drawingml/2006/main">
            <a:pPr algn="ctr">
              <a:buNone/>
              <a:defRPr sz="3900" b="1">
                <a:solidFill>
                  <a:srgbClr val="087F8C"/>
                </a:solidFill>
                <a:latin typeface="Arial"/>
                <a:ea typeface="Arial"/>
                <a:cs typeface="Arial"/>
              </a:defRPr>
            </a:pPr>
            <a:r>
              <a:rPr sz="3900" b="1">
                <a:solidFill>
                  <a:srgbClr val="087F8C"/>
                </a:solidFill>
                <a:latin typeface="Arial"/>
                <a:ea typeface="Arial"/>
                <a:cs typeface="Arial"/>
              </a:rPr>
              <a:t>98,03%</a:t>
            </a:r>
          </a:p>
        </p:txBody>
      </p:sp>
      <p:sp>
        <p:nvSpPr>
          <p:cNvPr id="4" name="">
            <a:extLst xmlns:a="http://schemas.openxmlformats.org/drawingml/2006/main">
              <a:ext uri="{FF2B5EF4-FFF2-40B4-BE49-F238E27FC236}">
                <a16:creationId xmlns:a16="http://schemas.microsoft.com/office/drawing/2014/main" id="{30E16E37-4587-4CC2-BACB-DFEBF11EDC74}"/>
              </a:ext>
            </a:extLst>
          </p:cNvPr>
          <p:cNvSpPr>
            <a:spLocks xmlns:a="http://schemas.openxmlformats.org/drawingml/2006/main" noGrp="1"/>
          </p:cNvSpPr>
          <p:nvPr/>
        </p:nvSpPr>
        <p:spPr>
          <a:xfrm xmlns:a="http://schemas.openxmlformats.org/drawingml/2006/main">
            <a:off x="666750" y="21336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accuracy de test</a:t>
            </a:r>
          </a:p>
        </p:txBody>
      </p:sp>
      <p:sp>
        <p:nvSpPr>
          <p:cNvPr id="5" name="">
            <a:extLst xmlns:a="http://schemas.openxmlformats.org/drawingml/2006/main">
              <a:ext uri="{FF2B5EF4-FFF2-40B4-BE49-F238E27FC236}">
                <a16:creationId xmlns:a16="http://schemas.microsoft.com/office/drawing/2014/main" id="{03227325-834B-49AC-9CAF-02C30A15A8D6}"/>
              </a:ext>
            </a:extLst>
          </p:cNvPr>
          <p:cNvSpPr>
            <a:spLocks xmlns:a="http://schemas.openxmlformats.org/drawingml/2006/main" noGrp="1"/>
          </p:cNvSpPr>
          <p:nvPr/>
        </p:nvSpPr>
        <p:spPr>
          <a:xfrm xmlns:a="http://schemas.openxmlformats.org/drawingml/2006/main">
            <a:off x="4762500" y="14287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087F8C"/>
                </a:solidFill>
                <a:latin typeface="Arial"/>
                <a:ea typeface="Arial"/>
                <a:cs typeface="Arial"/>
              </a:defRPr>
            </a:defPPr>
            <a:lvl1pPr algn="l">
              <a:buNone/>
              <a:defRPr sz="2325" b="1">
                <a:solidFill>
                  <a:srgbClr val="087F8C"/>
                </a:solidFill>
                <a:latin typeface="Arial"/>
                <a:ea typeface="Arial"/>
                <a:cs typeface="Arial"/>
              </a:defRPr>
            </a:lvl1pPr>
            <a:lvl2pPr algn="l">
              <a:buNone/>
              <a:defRPr sz="2325" b="1">
                <a:solidFill>
                  <a:srgbClr val="087F8C"/>
                </a:solidFill>
                <a:latin typeface="Arial"/>
                <a:ea typeface="Arial"/>
                <a:cs typeface="Arial"/>
              </a:defRPr>
            </a:lvl2pPr>
            <a:lvl3pPr algn="l">
              <a:buNone/>
              <a:defRPr sz="2325" b="1">
                <a:solidFill>
                  <a:srgbClr val="087F8C"/>
                </a:solidFill>
                <a:latin typeface="Arial"/>
                <a:ea typeface="Arial"/>
                <a:cs typeface="Arial"/>
              </a:defRPr>
            </a:lvl3pPr>
            <a:lvl4pPr algn="l">
              <a:buNone/>
              <a:defRPr sz="2325" b="1">
                <a:solidFill>
                  <a:srgbClr val="087F8C"/>
                </a:solidFill>
                <a:latin typeface="Arial"/>
                <a:ea typeface="Arial"/>
                <a:cs typeface="Arial"/>
              </a:defRPr>
            </a:lvl4pPr>
            <a:lvl5pPr algn="l">
              <a:buNone/>
              <a:defRPr sz="2325" b="1">
                <a:solidFill>
                  <a:srgbClr val="087F8C"/>
                </a:solidFill>
                <a:latin typeface="Arial"/>
                <a:ea typeface="Arial"/>
                <a:cs typeface="Arial"/>
              </a:defRPr>
            </a:lvl5pPr>
            <a:lvl6pPr algn="l">
              <a:buNone/>
              <a:defRPr sz="2325" b="1">
                <a:solidFill>
                  <a:srgbClr val="087F8C"/>
                </a:solidFill>
                <a:latin typeface="Arial"/>
                <a:ea typeface="Arial"/>
                <a:cs typeface="Arial"/>
              </a:defRPr>
            </a:lvl6pPr>
            <a:lvl7pPr algn="l">
              <a:buNone/>
              <a:defRPr sz="2325" b="1">
                <a:solidFill>
                  <a:srgbClr val="087F8C"/>
                </a:solidFill>
                <a:latin typeface="Arial"/>
                <a:ea typeface="Arial"/>
                <a:cs typeface="Arial"/>
              </a:defRPr>
            </a:lvl7pPr>
            <a:lvl8pPr algn="l">
              <a:buNone/>
              <a:defRPr sz="2325" b="1">
                <a:solidFill>
                  <a:srgbClr val="087F8C"/>
                </a:solidFill>
                <a:latin typeface="Arial"/>
                <a:ea typeface="Arial"/>
                <a:cs typeface="Arial"/>
              </a:defRPr>
            </a:lvl8pPr>
            <a:lvl9pPr algn="l">
              <a:buNone/>
              <a:defRPr sz="2325" b="1">
                <a:solidFill>
                  <a:srgbClr val="087F8C"/>
                </a:solidFill>
                <a:latin typeface="Arial"/>
                <a:ea typeface="Arial"/>
                <a:cs typeface="Arial"/>
              </a:defRPr>
            </a:lvl9pPr>
          </a:lstStyle>
          <a:p xmlns:a="http://schemas.openxmlformats.org/drawingml/2006/main">
            <a:pPr algn="l">
              <a:buNone/>
              <a:defRPr sz="2325" b="1">
                <a:solidFill>
                  <a:srgbClr val="087F8C"/>
                </a:solidFill>
                <a:latin typeface="Arial"/>
                <a:ea typeface="Arial"/>
                <a:cs typeface="Arial"/>
              </a:defRPr>
            </a:pPr>
            <a:r>
              <a:rPr sz="2325" b="1">
                <a:solidFill>
                  <a:srgbClr val="087F8C"/>
                </a:solidFill>
                <a:latin typeface="Arial"/>
                <a:ea typeface="Arial"/>
                <a:cs typeface="Arial"/>
              </a:rPr>
              <a:t>Mejor resultado en el test oficial</a:t>
            </a:r>
          </a:p>
        </p:txBody>
      </p:sp>
      <p:sp>
        <p:nvSpPr>
          <p:cNvPr id="6" name="">
            <a:extLst xmlns:a="http://schemas.openxmlformats.org/drawingml/2006/main">
              <a:ext uri="{FF2B5EF4-FFF2-40B4-BE49-F238E27FC236}">
                <a16:creationId xmlns:a16="http://schemas.microsoft.com/office/drawing/2014/main" id="{42E0429F-8701-4EB8-8AF1-67D8011A9AA2}"/>
              </a:ext>
            </a:extLst>
          </p:cNvPr>
          <p:cNvSpPr>
            <a:spLocks xmlns:a="http://schemas.openxmlformats.org/drawingml/2006/main" noGrp="1"/>
          </p:cNvSpPr>
          <p:nvPr/>
        </p:nvSpPr>
        <p:spPr>
          <a:xfrm xmlns:a="http://schemas.openxmlformats.org/drawingml/2006/main">
            <a:off x="4762500" y="19050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263746"/>
                </a:solidFill>
                <a:latin typeface="Arial"/>
                <a:ea typeface="Arial"/>
                <a:cs typeface="Arial"/>
              </a:defRPr>
            </a:defPPr>
            <a:lvl1pPr algn="l">
              <a:buNone/>
              <a:defRPr sz="1875" b="0">
                <a:solidFill>
                  <a:srgbClr val="263746"/>
                </a:solidFill>
                <a:latin typeface="Arial"/>
                <a:ea typeface="Arial"/>
                <a:cs typeface="Arial"/>
              </a:defRPr>
            </a:lvl1pPr>
            <a:lvl2pPr algn="l">
              <a:buNone/>
              <a:defRPr sz="1875" b="0">
                <a:solidFill>
                  <a:srgbClr val="263746"/>
                </a:solidFill>
                <a:latin typeface="Arial"/>
                <a:ea typeface="Arial"/>
                <a:cs typeface="Arial"/>
              </a:defRPr>
            </a:lvl2pPr>
            <a:lvl3pPr algn="l">
              <a:buNone/>
              <a:defRPr sz="1875" b="0">
                <a:solidFill>
                  <a:srgbClr val="263746"/>
                </a:solidFill>
                <a:latin typeface="Arial"/>
                <a:ea typeface="Arial"/>
                <a:cs typeface="Arial"/>
              </a:defRPr>
            </a:lvl3pPr>
            <a:lvl4pPr algn="l">
              <a:buNone/>
              <a:defRPr sz="1875" b="0">
                <a:solidFill>
                  <a:srgbClr val="263746"/>
                </a:solidFill>
                <a:latin typeface="Arial"/>
                <a:ea typeface="Arial"/>
                <a:cs typeface="Arial"/>
              </a:defRPr>
            </a:lvl4pPr>
            <a:lvl5pPr algn="l">
              <a:buNone/>
              <a:defRPr sz="1875" b="0">
                <a:solidFill>
                  <a:srgbClr val="263746"/>
                </a:solidFill>
                <a:latin typeface="Arial"/>
                <a:ea typeface="Arial"/>
                <a:cs typeface="Arial"/>
              </a:defRPr>
            </a:lvl5pPr>
            <a:lvl6pPr algn="l">
              <a:buNone/>
              <a:defRPr sz="1875" b="0">
                <a:solidFill>
                  <a:srgbClr val="263746"/>
                </a:solidFill>
                <a:latin typeface="Arial"/>
                <a:ea typeface="Arial"/>
                <a:cs typeface="Arial"/>
              </a:defRPr>
            </a:lvl6pPr>
            <a:lvl7pPr algn="l">
              <a:buNone/>
              <a:defRPr sz="1875" b="0">
                <a:solidFill>
                  <a:srgbClr val="263746"/>
                </a:solidFill>
                <a:latin typeface="Arial"/>
                <a:ea typeface="Arial"/>
                <a:cs typeface="Arial"/>
              </a:defRPr>
            </a:lvl7pPr>
            <a:lvl8pPr algn="l">
              <a:buNone/>
              <a:defRPr sz="1875" b="0">
                <a:solidFill>
                  <a:srgbClr val="263746"/>
                </a:solidFill>
                <a:latin typeface="Arial"/>
                <a:ea typeface="Arial"/>
                <a:cs typeface="Arial"/>
              </a:defRPr>
            </a:lvl8pPr>
            <a:lvl9pPr algn="l">
              <a:buNone/>
              <a:defRPr sz="1875" b="0">
                <a:solidFill>
                  <a:srgbClr val="263746"/>
                </a:solidFill>
                <a:latin typeface="Arial"/>
                <a:ea typeface="Arial"/>
                <a:cs typeface="Arial"/>
              </a:defRPr>
            </a:lvl9pPr>
          </a:lstStyle>
          <a:p xmlns:a="http://schemas.openxmlformats.org/drawingml/2006/main">
            <a:pPr algn="l">
              <a:buNone/>
              <a:defRPr sz="1875" b="0">
                <a:solidFill>
                  <a:srgbClr val="263746"/>
                </a:solidFill>
                <a:latin typeface="Arial"/>
                <a:ea typeface="Arial"/>
                <a:cs typeface="Arial"/>
              </a:defRPr>
            </a:pPr>
            <a:r>
              <a:rPr sz="1875" b="0">
                <a:solidFill>
                  <a:srgbClr val="263746"/>
                </a:solidFill>
                <a:latin typeface="Arial"/>
                <a:ea typeface="Arial"/>
                <a:cs typeface="Arial"/>
              </a:rPr>
              <a:t>La brecha validación-test cae de 20,29 a 1,97 puntos porcentuales.</a:t>
            </a:r>
          </a:p>
        </p:txBody>
      </p:sp>
      <p:sp>
        <p:nvSpPr>
          <p:cNvPr id="7" name="">
            <a:extLst xmlns:a="http://schemas.openxmlformats.org/drawingml/2006/main">
              <a:ext uri="{FF2B5EF4-FFF2-40B4-BE49-F238E27FC236}">
                <a16:creationId xmlns:a16="http://schemas.microsoft.com/office/drawing/2014/main" id="{F3A41523-292B-47E2-B5D6-66EAFBAB8645}"/>
              </a:ext>
            </a:extLst>
          </p:cNvPr>
          <p:cNvSpPr>
            <a:spLocks xmlns:a="http://schemas.openxmlformats.org/drawingml/2006/main" noGrp="1"/>
          </p:cNvSpPr>
          <p:nvPr/>
        </p:nvSpPr>
        <p:spPr>
          <a:xfrm xmlns:a="http://schemas.openxmlformats.org/drawingml/2006/main">
            <a:off x="4762500" y="285750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087F8C"/>
                </a:solidFill>
                <a:latin typeface="Arial"/>
                <a:ea typeface="Arial"/>
                <a:cs typeface="Arial"/>
              </a:defRPr>
            </a:defPPr>
            <a:lvl1pPr algn="l">
              <a:buNone/>
              <a:defRPr sz="2325" b="1">
                <a:solidFill>
                  <a:srgbClr val="087F8C"/>
                </a:solidFill>
                <a:latin typeface="Arial"/>
                <a:ea typeface="Arial"/>
                <a:cs typeface="Arial"/>
              </a:defRPr>
            </a:lvl1pPr>
            <a:lvl2pPr algn="l">
              <a:buNone/>
              <a:defRPr sz="2325" b="1">
                <a:solidFill>
                  <a:srgbClr val="087F8C"/>
                </a:solidFill>
                <a:latin typeface="Arial"/>
                <a:ea typeface="Arial"/>
                <a:cs typeface="Arial"/>
              </a:defRPr>
            </a:lvl2pPr>
            <a:lvl3pPr algn="l">
              <a:buNone/>
              <a:defRPr sz="2325" b="1">
                <a:solidFill>
                  <a:srgbClr val="087F8C"/>
                </a:solidFill>
                <a:latin typeface="Arial"/>
                <a:ea typeface="Arial"/>
                <a:cs typeface="Arial"/>
              </a:defRPr>
            </a:lvl3pPr>
            <a:lvl4pPr algn="l">
              <a:buNone/>
              <a:defRPr sz="2325" b="1">
                <a:solidFill>
                  <a:srgbClr val="087F8C"/>
                </a:solidFill>
                <a:latin typeface="Arial"/>
                <a:ea typeface="Arial"/>
                <a:cs typeface="Arial"/>
              </a:defRPr>
            </a:lvl4pPr>
            <a:lvl5pPr algn="l">
              <a:buNone/>
              <a:defRPr sz="2325" b="1">
                <a:solidFill>
                  <a:srgbClr val="087F8C"/>
                </a:solidFill>
                <a:latin typeface="Arial"/>
                <a:ea typeface="Arial"/>
                <a:cs typeface="Arial"/>
              </a:defRPr>
            </a:lvl5pPr>
            <a:lvl6pPr algn="l">
              <a:buNone/>
              <a:defRPr sz="2325" b="1">
                <a:solidFill>
                  <a:srgbClr val="087F8C"/>
                </a:solidFill>
                <a:latin typeface="Arial"/>
                <a:ea typeface="Arial"/>
                <a:cs typeface="Arial"/>
              </a:defRPr>
            </a:lvl6pPr>
            <a:lvl7pPr algn="l">
              <a:buNone/>
              <a:defRPr sz="2325" b="1">
                <a:solidFill>
                  <a:srgbClr val="087F8C"/>
                </a:solidFill>
                <a:latin typeface="Arial"/>
                <a:ea typeface="Arial"/>
                <a:cs typeface="Arial"/>
              </a:defRPr>
            </a:lvl7pPr>
            <a:lvl8pPr algn="l">
              <a:buNone/>
              <a:defRPr sz="2325" b="1">
                <a:solidFill>
                  <a:srgbClr val="087F8C"/>
                </a:solidFill>
                <a:latin typeface="Arial"/>
                <a:ea typeface="Arial"/>
                <a:cs typeface="Arial"/>
              </a:defRPr>
            </a:lvl8pPr>
            <a:lvl9pPr algn="l">
              <a:buNone/>
              <a:defRPr sz="2325" b="1">
                <a:solidFill>
                  <a:srgbClr val="087F8C"/>
                </a:solidFill>
                <a:latin typeface="Arial"/>
                <a:ea typeface="Arial"/>
                <a:cs typeface="Arial"/>
              </a:defRPr>
            </a:lvl9pPr>
          </a:lstStyle>
          <a:p xmlns:a="http://schemas.openxmlformats.org/drawingml/2006/main">
            <a:pPr algn="l">
              <a:buNone/>
              <a:defRPr sz="2325" b="1">
                <a:solidFill>
                  <a:srgbClr val="087F8C"/>
                </a:solidFill>
                <a:latin typeface="Arial"/>
                <a:ea typeface="Arial"/>
                <a:cs typeface="Arial"/>
              </a:defRPr>
            </a:pPr>
            <a:r>
              <a:rPr sz="2325" b="1">
                <a:solidFill>
                  <a:srgbClr val="087F8C"/>
                </a:solidFill>
                <a:latin typeface="Arial"/>
                <a:ea typeface="Arial"/>
                <a:cs typeface="Arial"/>
              </a:rPr>
              <a:t>Menos parámetros</a:t>
            </a:r>
          </a:p>
        </p:txBody>
      </p:sp>
      <p:sp>
        <p:nvSpPr>
          <p:cNvPr id="8" name="">
            <a:extLst xmlns:a="http://schemas.openxmlformats.org/drawingml/2006/main">
              <a:ext uri="{FF2B5EF4-FFF2-40B4-BE49-F238E27FC236}">
                <a16:creationId xmlns:a16="http://schemas.microsoft.com/office/drawing/2014/main" id="{B267C934-4C3F-46B2-8B47-F601460BF466}"/>
              </a:ext>
            </a:extLst>
          </p:cNvPr>
          <p:cNvSpPr>
            <a:spLocks xmlns:a="http://schemas.openxmlformats.org/drawingml/2006/main" noGrp="1"/>
          </p:cNvSpPr>
          <p:nvPr/>
        </p:nvSpPr>
        <p:spPr>
          <a:xfrm xmlns:a="http://schemas.openxmlformats.org/drawingml/2006/main">
            <a:off x="4762500" y="333375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263746"/>
                </a:solidFill>
                <a:latin typeface="Arial"/>
                <a:ea typeface="Arial"/>
                <a:cs typeface="Arial"/>
              </a:defRPr>
            </a:defPPr>
            <a:lvl1pPr algn="l">
              <a:buNone/>
              <a:defRPr sz="1875" b="0">
                <a:solidFill>
                  <a:srgbClr val="263746"/>
                </a:solidFill>
                <a:latin typeface="Arial"/>
                <a:ea typeface="Arial"/>
                <a:cs typeface="Arial"/>
              </a:defRPr>
            </a:lvl1pPr>
            <a:lvl2pPr algn="l">
              <a:buNone/>
              <a:defRPr sz="1875" b="0">
                <a:solidFill>
                  <a:srgbClr val="263746"/>
                </a:solidFill>
                <a:latin typeface="Arial"/>
                <a:ea typeface="Arial"/>
                <a:cs typeface="Arial"/>
              </a:defRPr>
            </a:lvl2pPr>
            <a:lvl3pPr algn="l">
              <a:buNone/>
              <a:defRPr sz="1875" b="0">
                <a:solidFill>
                  <a:srgbClr val="263746"/>
                </a:solidFill>
                <a:latin typeface="Arial"/>
                <a:ea typeface="Arial"/>
                <a:cs typeface="Arial"/>
              </a:defRPr>
            </a:lvl3pPr>
            <a:lvl4pPr algn="l">
              <a:buNone/>
              <a:defRPr sz="1875" b="0">
                <a:solidFill>
                  <a:srgbClr val="263746"/>
                </a:solidFill>
                <a:latin typeface="Arial"/>
                <a:ea typeface="Arial"/>
                <a:cs typeface="Arial"/>
              </a:defRPr>
            </a:lvl4pPr>
            <a:lvl5pPr algn="l">
              <a:buNone/>
              <a:defRPr sz="1875" b="0">
                <a:solidFill>
                  <a:srgbClr val="263746"/>
                </a:solidFill>
                <a:latin typeface="Arial"/>
                <a:ea typeface="Arial"/>
                <a:cs typeface="Arial"/>
              </a:defRPr>
            </a:lvl5pPr>
            <a:lvl6pPr algn="l">
              <a:buNone/>
              <a:defRPr sz="1875" b="0">
                <a:solidFill>
                  <a:srgbClr val="263746"/>
                </a:solidFill>
                <a:latin typeface="Arial"/>
                <a:ea typeface="Arial"/>
                <a:cs typeface="Arial"/>
              </a:defRPr>
            </a:lvl6pPr>
            <a:lvl7pPr algn="l">
              <a:buNone/>
              <a:defRPr sz="1875" b="0">
                <a:solidFill>
                  <a:srgbClr val="263746"/>
                </a:solidFill>
                <a:latin typeface="Arial"/>
                <a:ea typeface="Arial"/>
                <a:cs typeface="Arial"/>
              </a:defRPr>
            </a:lvl7pPr>
            <a:lvl8pPr algn="l">
              <a:buNone/>
              <a:defRPr sz="1875" b="0">
                <a:solidFill>
                  <a:srgbClr val="263746"/>
                </a:solidFill>
                <a:latin typeface="Arial"/>
                <a:ea typeface="Arial"/>
                <a:cs typeface="Arial"/>
              </a:defRPr>
            </a:lvl8pPr>
            <a:lvl9pPr algn="l">
              <a:buNone/>
              <a:defRPr sz="1875" b="0">
                <a:solidFill>
                  <a:srgbClr val="263746"/>
                </a:solidFill>
                <a:latin typeface="Arial"/>
                <a:ea typeface="Arial"/>
                <a:cs typeface="Arial"/>
              </a:defRPr>
            </a:lvl9pPr>
          </a:lstStyle>
          <a:p xmlns:a="http://schemas.openxmlformats.org/drawingml/2006/main">
            <a:pPr algn="l">
              <a:buNone/>
              <a:defRPr sz="1875" b="0">
                <a:solidFill>
                  <a:srgbClr val="263746"/>
                </a:solidFill>
                <a:latin typeface="Arial"/>
                <a:ea typeface="Arial"/>
                <a:cs typeface="Arial"/>
              </a:defRPr>
            </a:pPr>
            <a:r>
              <a:rPr sz="1875" b="0">
                <a:solidFill>
                  <a:srgbClr val="263746"/>
                </a:solidFill>
                <a:latin typeface="Arial"/>
                <a:ea typeface="Arial"/>
                <a:cs typeface="Arial"/>
              </a:rPr>
              <a:t>La CNN usa 243.352 parámetros: 57,25% menos que el MLP.</a:t>
            </a:r>
          </a:p>
        </p:txBody>
      </p:sp>
      <p:sp>
        <p:nvSpPr>
          <p:cNvPr id="9" name="">
            <a:extLst xmlns:a="http://schemas.openxmlformats.org/drawingml/2006/main">
              <a:ext uri="{FF2B5EF4-FFF2-40B4-BE49-F238E27FC236}">
                <a16:creationId xmlns:a16="http://schemas.microsoft.com/office/drawing/2014/main" id="{24919573-F7CD-4423-AF7A-1EFB3942F4F3}"/>
              </a:ext>
            </a:extLst>
          </p:cNvPr>
          <p:cNvSpPr>
            <a:spLocks xmlns:a="http://schemas.openxmlformats.org/drawingml/2006/main" noGrp="1"/>
          </p:cNvSpPr>
          <p:nvPr/>
        </p:nvSpPr>
        <p:spPr>
          <a:xfrm xmlns:a="http://schemas.openxmlformats.org/drawingml/2006/main">
            <a:off x="4762500" y="42862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087F8C"/>
                </a:solidFill>
                <a:latin typeface="Arial"/>
                <a:ea typeface="Arial"/>
                <a:cs typeface="Arial"/>
              </a:defRPr>
            </a:defPPr>
            <a:lvl1pPr algn="l">
              <a:buNone/>
              <a:defRPr sz="2325" b="1">
                <a:solidFill>
                  <a:srgbClr val="087F8C"/>
                </a:solidFill>
                <a:latin typeface="Arial"/>
                <a:ea typeface="Arial"/>
                <a:cs typeface="Arial"/>
              </a:defRPr>
            </a:lvl1pPr>
            <a:lvl2pPr algn="l">
              <a:buNone/>
              <a:defRPr sz="2325" b="1">
                <a:solidFill>
                  <a:srgbClr val="087F8C"/>
                </a:solidFill>
                <a:latin typeface="Arial"/>
                <a:ea typeface="Arial"/>
                <a:cs typeface="Arial"/>
              </a:defRPr>
            </a:lvl2pPr>
            <a:lvl3pPr algn="l">
              <a:buNone/>
              <a:defRPr sz="2325" b="1">
                <a:solidFill>
                  <a:srgbClr val="087F8C"/>
                </a:solidFill>
                <a:latin typeface="Arial"/>
                <a:ea typeface="Arial"/>
                <a:cs typeface="Arial"/>
              </a:defRPr>
            </a:lvl3pPr>
            <a:lvl4pPr algn="l">
              <a:buNone/>
              <a:defRPr sz="2325" b="1">
                <a:solidFill>
                  <a:srgbClr val="087F8C"/>
                </a:solidFill>
                <a:latin typeface="Arial"/>
                <a:ea typeface="Arial"/>
                <a:cs typeface="Arial"/>
              </a:defRPr>
            </a:lvl4pPr>
            <a:lvl5pPr algn="l">
              <a:buNone/>
              <a:defRPr sz="2325" b="1">
                <a:solidFill>
                  <a:srgbClr val="087F8C"/>
                </a:solidFill>
                <a:latin typeface="Arial"/>
                <a:ea typeface="Arial"/>
                <a:cs typeface="Arial"/>
              </a:defRPr>
            </a:lvl5pPr>
            <a:lvl6pPr algn="l">
              <a:buNone/>
              <a:defRPr sz="2325" b="1">
                <a:solidFill>
                  <a:srgbClr val="087F8C"/>
                </a:solidFill>
                <a:latin typeface="Arial"/>
                <a:ea typeface="Arial"/>
                <a:cs typeface="Arial"/>
              </a:defRPr>
            </a:lvl6pPr>
            <a:lvl7pPr algn="l">
              <a:buNone/>
              <a:defRPr sz="2325" b="1">
                <a:solidFill>
                  <a:srgbClr val="087F8C"/>
                </a:solidFill>
                <a:latin typeface="Arial"/>
                <a:ea typeface="Arial"/>
                <a:cs typeface="Arial"/>
              </a:defRPr>
            </a:lvl7pPr>
            <a:lvl8pPr algn="l">
              <a:buNone/>
              <a:defRPr sz="2325" b="1">
                <a:solidFill>
                  <a:srgbClr val="087F8C"/>
                </a:solidFill>
                <a:latin typeface="Arial"/>
                <a:ea typeface="Arial"/>
                <a:cs typeface="Arial"/>
              </a:defRPr>
            </a:lvl8pPr>
            <a:lvl9pPr algn="l">
              <a:buNone/>
              <a:defRPr sz="2325" b="1">
                <a:solidFill>
                  <a:srgbClr val="087F8C"/>
                </a:solidFill>
                <a:latin typeface="Arial"/>
                <a:ea typeface="Arial"/>
                <a:cs typeface="Arial"/>
              </a:defRPr>
            </a:lvl9pPr>
          </a:lstStyle>
          <a:p xmlns:a="http://schemas.openxmlformats.org/drawingml/2006/main">
            <a:pPr algn="l">
              <a:buNone/>
              <a:defRPr sz="2325" b="1">
                <a:solidFill>
                  <a:srgbClr val="087F8C"/>
                </a:solidFill>
                <a:latin typeface="Arial"/>
                <a:ea typeface="Arial"/>
                <a:cs typeface="Arial"/>
              </a:defRPr>
            </a:pPr>
            <a:r>
              <a:rPr sz="2325" b="1">
                <a:solidFill>
                  <a:srgbClr val="087F8C"/>
                </a:solidFill>
                <a:latin typeface="Arial"/>
                <a:ea typeface="Arial"/>
                <a:cs typeface="Arial"/>
              </a:rPr>
              <a:t>Evaluación externa pendiente</a:t>
            </a:r>
          </a:p>
        </p:txBody>
      </p:sp>
      <p:sp>
        <p:nvSpPr>
          <p:cNvPr id="10" name="">
            <a:extLst xmlns:a="http://schemas.openxmlformats.org/drawingml/2006/main">
              <a:ext uri="{FF2B5EF4-FFF2-40B4-BE49-F238E27FC236}">
                <a16:creationId xmlns:a16="http://schemas.microsoft.com/office/drawing/2014/main" id="{CB9A9202-B7DC-4566-8E7F-9F4B927592FF}"/>
              </a:ext>
            </a:extLst>
          </p:cNvPr>
          <p:cNvSpPr>
            <a:spLocks xmlns:a="http://schemas.openxmlformats.org/drawingml/2006/main" noGrp="1"/>
          </p:cNvSpPr>
          <p:nvPr/>
        </p:nvSpPr>
        <p:spPr>
          <a:xfrm xmlns:a="http://schemas.openxmlformats.org/drawingml/2006/main">
            <a:off x="4762500" y="4762500"/>
            <a:ext cx="619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263746"/>
                </a:solidFill>
                <a:latin typeface="Arial"/>
                <a:ea typeface="Arial"/>
                <a:cs typeface="Arial"/>
              </a:defRPr>
            </a:defPPr>
            <a:lvl1pPr algn="l">
              <a:buNone/>
              <a:defRPr sz="1875" b="0">
                <a:solidFill>
                  <a:srgbClr val="263746"/>
                </a:solidFill>
                <a:latin typeface="Arial"/>
                <a:ea typeface="Arial"/>
                <a:cs typeface="Arial"/>
              </a:defRPr>
            </a:lvl1pPr>
            <a:lvl2pPr algn="l">
              <a:buNone/>
              <a:defRPr sz="1875" b="0">
                <a:solidFill>
                  <a:srgbClr val="263746"/>
                </a:solidFill>
                <a:latin typeface="Arial"/>
                <a:ea typeface="Arial"/>
                <a:cs typeface="Arial"/>
              </a:defRPr>
            </a:lvl2pPr>
            <a:lvl3pPr algn="l">
              <a:buNone/>
              <a:defRPr sz="1875" b="0">
                <a:solidFill>
                  <a:srgbClr val="263746"/>
                </a:solidFill>
                <a:latin typeface="Arial"/>
                <a:ea typeface="Arial"/>
                <a:cs typeface="Arial"/>
              </a:defRPr>
            </a:lvl3pPr>
            <a:lvl4pPr algn="l">
              <a:buNone/>
              <a:defRPr sz="1875" b="0">
                <a:solidFill>
                  <a:srgbClr val="263746"/>
                </a:solidFill>
                <a:latin typeface="Arial"/>
                <a:ea typeface="Arial"/>
                <a:cs typeface="Arial"/>
              </a:defRPr>
            </a:lvl4pPr>
            <a:lvl5pPr algn="l">
              <a:buNone/>
              <a:defRPr sz="1875" b="0">
                <a:solidFill>
                  <a:srgbClr val="263746"/>
                </a:solidFill>
                <a:latin typeface="Arial"/>
                <a:ea typeface="Arial"/>
                <a:cs typeface="Arial"/>
              </a:defRPr>
            </a:lvl5pPr>
            <a:lvl6pPr algn="l">
              <a:buNone/>
              <a:defRPr sz="1875" b="0">
                <a:solidFill>
                  <a:srgbClr val="263746"/>
                </a:solidFill>
                <a:latin typeface="Arial"/>
                <a:ea typeface="Arial"/>
                <a:cs typeface="Arial"/>
              </a:defRPr>
            </a:lvl6pPr>
            <a:lvl7pPr algn="l">
              <a:buNone/>
              <a:defRPr sz="1875" b="0">
                <a:solidFill>
                  <a:srgbClr val="263746"/>
                </a:solidFill>
                <a:latin typeface="Arial"/>
                <a:ea typeface="Arial"/>
                <a:cs typeface="Arial"/>
              </a:defRPr>
            </a:lvl7pPr>
            <a:lvl8pPr algn="l">
              <a:buNone/>
              <a:defRPr sz="1875" b="0">
                <a:solidFill>
                  <a:srgbClr val="263746"/>
                </a:solidFill>
                <a:latin typeface="Arial"/>
                <a:ea typeface="Arial"/>
                <a:cs typeface="Arial"/>
              </a:defRPr>
            </a:lvl8pPr>
            <a:lvl9pPr algn="l">
              <a:buNone/>
              <a:defRPr sz="1875" b="0">
                <a:solidFill>
                  <a:srgbClr val="263746"/>
                </a:solidFill>
                <a:latin typeface="Arial"/>
                <a:ea typeface="Arial"/>
                <a:cs typeface="Arial"/>
              </a:defRPr>
            </a:lvl9pPr>
          </a:lstStyle>
          <a:p xmlns:a="http://schemas.openxmlformats.org/drawingml/2006/main">
            <a:pPr algn="l">
              <a:buNone/>
              <a:defRPr sz="1875" b="0">
                <a:solidFill>
                  <a:srgbClr val="263746"/>
                </a:solidFill>
                <a:latin typeface="Arial"/>
                <a:ea typeface="Arial"/>
                <a:cs typeface="Arial"/>
              </a:defRPr>
            </a:pPr>
            <a:r>
              <a:rPr sz="1875" b="0">
                <a:solidFill>
                  <a:srgbClr val="263746"/>
                </a:solidFill>
                <a:latin typeface="Arial"/>
                <a:ea typeface="Arial"/>
                <a:cs typeface="Arial"/>
              </a:rPr>
              <a:t>Probar aumentación moderada y evaluar personas y condiciones nuevas.</a:t>
            </a:r>
          </a:p>
        </p:txBody>
      </p:sp>
      <p:sp>
        <p:nvSpPr>
          <p:cNvPr id="11" name="">
            <a:extLst xmlns:a="http://schemas.openxmlformats.org/drawingml/2006/main">
              <a:ext uri="{FF2B5EF4-FFF2-40B4-BE49-F238E27FC236}">
                <a16:creationId xmlns:a16="http://schemas.microsoft.com/office/drawing/2014/main" id="{3941627F-5949-469F-9A02-A7ED4D13B2A7}"/>
              </a:ext>
            </a:extLst>
          </p:cNvPr>
          <p:cNvSpPr>
            <a:spLocks xmlns:a="http://schemas.openxmlformats.org/drawingml/2006/main" noGrp="1"/>
          </p:cNvSpPr>
          <p:nvPr/>
        </p:nvSpPr>
        <p:spPr>
          <a:xfrm xmlns:a="http://schemas.openxmlformats.org/drawingml/2006/main">
            <a:off x="609600" y="5915025"/>
            <a:ext cx="10668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4E5C68"/>
                </a:solidFill>
                <a:latin typeface="Arial"/>
                <a:ea typeface="Arial"/>
                <a:cs typeface="Arial"/>
              </a:defRPr>
            </a:defPPr>
            <a:lvl1pPr algn="l">
              <a:buNone/>
              <a:defRPr sz="1800" b="0">
                <a:solidFill>
                  <a:srgbClr val="4E5C68"/>
                </a:solidFill>
                <a:latin typeface="Arial"/>
                <a:ea typeface="Arial"/>
                <a:cs typeface="Arial"/>
              </a:defRPr>
            </a:lvl1pPr>
            <a:lvl2pPr algn="l">
              <a:buNone/>
              <a:defRPr sz="1800" b="0">
                <a:solidFill>
                  <a:srgbClr val="4E5C68"/>
                </a:solidFill>
                <a:latin typeface="Arial"/>
                <a:ea typeface="Arial"/>
                <a:cs typeface="Arial"/>
              </a:defRPr>
            </a:lvl2pPr>
            <a:lvl3pPr algn="l">
              <a:buNone/>
              <a:defRPr sz="1800" b="0">
                <a:solidFill>
                  <a:srgbClr val="4E5C68"/>
                </a:solidFill>
                <a:latin typeface="Arial"/>
                <a:ea typeface="Arial"/>
                <a:cs typeface="Arial"/>
              </a:defRPr>
            </a:lvl3pPr>
            <a:lvl4pPr algn="l">
              <a:buNone/>
              <a:defRPr sz="1800" b="0">
                <a:solidFill>
                  <a:srgbClr val="4E5C68"/>
                </a:solidFill>
                <a:latin typeface="Arial"/>
                <a:ea typeface="Arial"/>
                <a:cs typeface="Arial"/>
              </a:defRPr>
            </a:lvl4pPr>
            <a:lvl5pPr algn="l">
              <a:buNone/>
              <a:defRPr sz="1800" b="0">
                <a:solidFill>
                  <a:srgbClr val="4E5C68"/>
                </a:solidFill>
                <a:latin typeface="Arial"/>
                <a:ea typeface="Arial"/>
                <a:cs typeface="Arial"/>
              </a:defRPr>
            </a:lvl5pPr>
            <a:lvl6pPr algn="l">
              <a:buNone/>
              <a:defRPr sz="1800" b="0">
                <a:solidFill>
                  <a:srgbClr val="4E5C68"/>
                </a:solidFill>
                <a:latin typeface="Arial"/>
                <a:ea typeface="Arial"/>
                <a:cs typeface="Arial"/>
              </a:defRPr>
            </a:lvl6pPr>
            <a:lvl7pPr algn="l">
              <a:buNone/>
              <a:defRPr sz="1800" b="0">
                <a:solidFill>
                  <a:srgbClr val="4E5C68"/>
                </a:solidFill>
                <a:latin typeface="Arial"/>
                <a:ea typeface="Arial"/>
                <a:cs typeface="Arial"/>
              </a:defRPr>
            </a:lvl7pPr>
            <a:lvl8pPr algn="l">
              <a:buNone/>
              <a:defRPr sz="1800" b="0">
                <a:solidFill>
                  <a:srgbClr val="4E5C68"/>
                </a:solidFill>
                <a:latin typeface="Arial"/>
                <a:ea typeface="Arial"/>
                <a:cs typeface="Arial"/>
              </a:defRPr>
            </a:lvl8pPr>
            <a:lvl9pPr algn="l">
              <a:buNone/>
              <a:defRPr sz="1800" b="0">
                <a:solidFill>
                  <a:srgbClr val="4E5C68"/>
                </a:solidFill>
                <a:latin typeface="Arial"/>
                <a:ea typeface="Arial"/>
                <a:cs typeface="Arial"/>
              </a:defRPr>
            </a:lvl9pPr>
          </a:lstStyle>
          <a:p xmlns:a="http://schemas.openxmlformats.org/drawingml/2006/main">
            <a:pPr algn="l">
              <a:buNone/>
              <a:defRPr sz="1800" b="0">
                <a:solidFill>
                  <a:srgbClr val="4E5C68"/>
                </a:solidFill>
                <a:latin typeface="Arial"/>
                <a:ea typeface="Arial"/>
                <a:cs typeface="Arial"/>
              </a:defRPr>
            </a:pPr>
            <a:r>
              <a:rPr sz="1800" b="0">
                <a:solidFill>
                  <a:srgbClr val="4E5C68"/>
                </a:solidFill>
                <a:latin typeface="Arial"/>
                <a:ea typeface="Arial"/>
                <a:cs typeface="Arial"/>
              </a:rPr>
              <a:t>Alcance: 24 letras estáticas ASL. Sin J, Z ni evaluación con cámaras.</a:t>
            </a:r>
          </a:p>
        </p:txBody>
      </p:sp>
    </p:spTree>
    <p:extLst>
      <p:ext uri="{BB962C8B-B14F-4D97-AF65-F5344CB8AC3E}">
        <p14:creationId xmlns:p14="http://schemas.microsoft.com/office/powerpoint/2010/main" val="17088300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2026-10-19T02:25:53.9100000Z</dcterms:created>
  <dcterms:modified xsi:type="dcterms:W3CDTF">2026-10-19T02:25:53.9100000Z</dcterms:modified>
</coreProperties>
</file>