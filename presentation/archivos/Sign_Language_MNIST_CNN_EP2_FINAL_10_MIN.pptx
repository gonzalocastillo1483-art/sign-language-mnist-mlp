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b0c670ec5a74d97" /><Relationship Type="http://schemas.openxmlformats.org/officeDocument/2006/relationships/extended-properties" Target="/docProps/app.xml" Id="R05948e0910184448" /><Relationship Type="http://schemas.openxmlformats.org/officeDocument/2006/relationships/officeDocument" Target="/ppt/presentation.xml" Id="Rc63ec078e9314f87" /></Relationships>
</file>

<file path=ppt/presentation.xml><?xml version="1.0" encoding="utf-8"?>
<p:presentation xmlns:p="http://schemas.openxmlformats.org/presentationml/2006/main">
  <p:sldMasterIdLst>
    <p:sldMasterId xmlns:r="http://schemas.openxmlformats.org/officeDocument/2006/relationships" id="2147483648" r:id="R0163175ffb3142e5"/>
  </p:sldMasterIdLst>
  <p:notesMasterIdLst>
    <p:notesMasterId xmlns:r="http://schemas.openxmlformats.org/officeDocument/2006/relationships" r:id="Rb27fc9a576674bcb"/>
  </p:notesMasterIdLst>
  <p:sldIdLst>
    <p:sldId xmlns:r="http://schemas.openxmlformats.org/officeDocument/2006/relationships" id="256" r:id="Rb8f0845ba201481c"/>
    <p:sldId xmlns:r="http://schemas.openxmlformats.org/officeDocument/2006/relationships" id="257" r:id="Rf80f0b9ab1c14598"/>
    <p:sldId xmlns:r="http://schemas.openxmlformats.org/officeDocument/2006/relationships" id="258" r:id="Rce8abc6fba7447bf"/>
    <p:sldId xmlns:r="http://schemas.openxmlformats.org/officeDocument/2006/relationships" id="259" r:id="R7d14c8a0f77e4ff6"/>
    <p:sldId xmlns:r="http://schemas.openxmlformats.org/officeDocument/2006/relationships" id="260" r:id="R1ba92dfe580347f3"/>
    <p:sldId xmlns:r="http://schemas.openxmlformats.org/officeDocument/2006/relationships" id="261" r:id="R0c39bfd1439b4537"/>
    <p:sldId xmlns:r="http://schemas.openxmlformats.org/officeDocument/2006/relationships" id="262" r:id="R2919d9cc32164a2e"/>
    <p:sldId xmlns:r="http://schemas.openxmlformats.org/officeDocument/2006/relationships" id="263" r:id="R80a3e7c030f54ae9"/>
    <p:sldId xmlns:r="http://schemas.openxmlformats.org/officeDocument/2006/relationships" id="264" r:id="R131d2998c7844d7d"/>
    <p:sldId xmlns:r="http://schemas.openxmlformats.org/officeDocument/2006/relationships" id="265" r:id="R5b6459b1d6794e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28d4ff4545452b" /><Relationship Type="http://schemas.openxmlformats.org/officeDocument/2006/relationships/slideMaster" Target="/ppt/slideMasters/slideMaster1.xml" Id="R0163175ffb3142e5" /><Relationship Type="http://schemas.openxmlformats.org/officeDocument/2006/relationships/notesMaster" Target="/ppt/notesMasters/notesMaster1.xml" Id="Rb27fc9a576674bcb" /><Relationship Type="http://schemas.openxmlformats.org/officeDocument/2006/relationships/presProps" Target="/ppt/presProps.xml" Id="R2f33820283e44fd1" /><Relationship Type="http://schemas.openxmlformats.org/officeDocument/2006/relationships/tableStyles" Target="/ppt/tableStyles.xml" Id="Ra0469bcfc83b4b56" /><Relationship Type="http://schemas.openxmlformats.org/officeDocument/2006/relationships/slide" Target="/ppt/slides/slide1.xml" Id="Rb8f0845ba201481c" /><Relationship Type="http://schemas.openxmlformats.org/officeDocument/2006/relationships/slide" Target="/ppt/slides/slide2.xml" Id="Rf80f0b9ab1c14598" /><Relationship Type="http://schemas.openxmlformats.org/officeDocument/2006/relationships/slide" Target="/ppt/slides/slide3.xml" Id="Rce8abc6fba7447bf" /><Relationship Type="http://schemas.openxmlformats.org/officeDocument/2006/relationships/slide" Target="/ppt/slides/slide4.xml" Id="R7d14c8a0f77e4ff6" /><Relationship Type="http://schemas.openxmlformats.org/officeDocument/2006/relationships/slide" Target="/ppt/slides/slide5.xml" Id="R1ba92dfe580347f3" /><Relationship Type="http://schemas.openxmlformats.org/officeDocument/2006/relationships/slide" Target="/ppt/slides/slide6.xml" Id="R0c39bfd1439b4537" /><Relationship Type="http://schemas.openxmlformats.org/officeDocument/2006/relationships/slide" Target="/ppt/slides/slide7.xml" Id="R2919d9cc32164a2e" /><Relationship Type="http://schemas.openxmlformats.org/officeDocument/2006/relationships/slide" Target="/ppt/slides/slide8.xml" Id="R80a3e7c030f54ae9" /><Relationship Type="http://schemas.openxmlformats.org/officeDocument/2006/relationships/slide" Target="/ppt/slides/slide9.xml" Id="R131d2998c7844d7d" /><Relationship Type="http://schemas.openxmlformats.org/officeDocument/2006/relationships/slide" Target="/ppt/slides/slide10.xml" Id="R5b6459b1d6794e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ed9d4e129d46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2472c366e746c5" /><Relationship Type="http://schemas.openxmlformats.org/officeDocument/2006/relationships/notesMaster" Target="/ppt/notesMasters/notesMaster1.xml" Id="R2f273894c4eb4a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03d6d1755b4cff" /><Relationship Type="http://schemas.openxmlformats.org/officeDocument/2006/relationships/notesMaster" Target="/ppt/notesMasters/notesMaster1.xml" Id="R9c5dcfd6edfc4c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3456f99b514cb9" /><Relationship Type="http://schemas.openxmlformats.org/officeDocument/2006/relationships/notesMaster" Target="/ppt/notesMasters/notesMaster1.xml" Id="Rc7c0fc776fe447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af5da15b204867" /><Relationship Type="http://schemas.openxmlformats.org/officeDocument/2006/relationships/notesMaster" Target="/ppt/notesMasters/notesMaster1.xml" Id="R09d17da7e1a148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57365b0f5145a2" /><Relationship Type="http://schemas.openxmlformats.org/officeDocument/2006/relationships/notesMaster" Target="/ppt/notesMasters/notesMaster1.xml" Id="Rb1a94433d8e84b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9dc1fd3bb040e6" /><Relationship Type="http://schemas.openxmlformats.org/officeDocument/2006/relationships/notesMaster" Target="/ppt/notesMasters/notesMaster1.xml" Id="Rfe4712126be841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07499665c1417d" /><Relationship Type="http://schemas.openxmlformats.org/officeDocument/2006/relationships/notesMaster" Target="/ppt/notesMasters/notesMaster1.xml" Id="R8d217b8c37fc43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d88fa3d0054708" /><Relationship Type="http://schemas.openxmlformats.org/officeDocument/2006/relationships/notesMaster" Target="/ppt/notesMasters/notesMaster1.xml" Id="Rfd144739c0fa4e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6d6e6d41504068" /><Relationship Type="http://schemas.openxmlformats.org/officeDocument/2006/relationships/notesMaster" Target="/ppt/notesMasters/notesMaster1.xml" Id="Rabc288868f3141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b5237a4e2d40d6" /><Relationship Type="http://schemas.openxmlformats.org/officeDocument/2006/relationships/notesMaster" Target="/ppt/notesMasters/notesMaster1.xml" Id="R207e090da6fc4d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Gonzalo. 00:00-00:35 (35 segundos).</a:t>
            </a:r>
          </a:p>
          <a:p xmlns:a="http://schemas.openxmlformats.org/drawingml/2006/main">
            <a:r>
              <a:t>En la EP1 trabajamos con Sign Language MNIST y construimos un MLP para clasificar 24 letras estáticas del alfabeto ASL. En esta segunda evaluación mantenemos exactamente el mismo problema, dataset y particiones, pero reemplazamos el MLP por una red neuronal convolucional. El objetivo es comparar de forma directa cuánto aporta una arquitectura diseñada para imágenes.</a:t>
            </a:r>
          </a:p>
          <a:p xmlns:a="http://schemas.openxmlformats.org/drawingml/2006/main">
            <a:r>
              <a:t/>
            </a:r>
          </a:p>
          <a:p xmlns:a="http://schemas.openxmlformats.org/drawingml/2006/main">
            <a:r>
              <a:t>Fuente: images/gonzalo_sample_grid.png e INFORME_TECNICO_EP2.md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Gonzalo. 00:35-01:30 (55 segundos).</a:t>
            </a:r>
          </a:p>
          <a:p xmlns:a="http://schemas.openxmlformats.org/drawingml/2006/main">
            <a:r>
              <a:t>No volvimos a realizar la limpieza completa de la EP1. Reutilizamos el mismo dataset ya validado, las mismas 24 clases, las mismas particiones y la semilla 42. Esto permite que la comparación sea justa, porque el cambio principal es el modelo. El MLP recibía cada imagen como un vector plano de 784 valores y conectaba todas sus características mediante capas densas. La CNN recibe la misma información como un tensor de 28 por 28 por 1, conservando la posición de cada píxel para aprender patrones locales.</a:t>
            </a:r>
          </a:p>
          <a:p xmlns:a="http://schemas.openxmlformats.org/drawingml/2006/main">
            <a:r>
              <a:t/>
            </a:r>
          </a:p>
          <a:p xmlns:a="http://schemas.openxmlformats.org/drawingml/2006/main">
            <a:r>
              <a:t>Fuente: README.md, src/sign_mlp/data.py y reports/mlp_cnn_comparison.csv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Gonzalo. 01:30-02:30 (60 segundos). Cambio a Jenaro: 02:30-02:40.</a:t>
            </a:r>
          </a:p>
          <a:p xmlns:a="http://schemas.openxmlformats.org/drawingml/2006/main">
            <a:r>
              <a:t>Cada fila del CSV trae 784 valores de píxeles porque 28 por 28 es 784. Para la CNN reconstruimos esa fila como un tensor de 28 por 28 por 1: alto, ancho y un canal de escala de grises. También dividimos cada píxel por 255. Como la intensidad original va de 0 a 255, el resultado queda entre 0 y 1, lo que facilita el entrenamiento. Esta reconstrucción tensorial es la adaptación principal para la EP2 y no una nueva limpieza. Conservamos 21.964 imágenes para entrenar, 5.491 para validar y 7.172 para el test oficial. Ahora Jenaro explicará cómo la CNN procesa estos tensores.</a:t>
            </a:r>
          </a:p>
          <a:p xmlns:a="http://schemas.openxmlformats.org/drawingml/2006/main">
            <a:r>
              <a:t/>
            </a:r>
          </a:p>
          <a:p xmlns:a="http://schemas.openxmlformats.org/drawingml/2006/main">
            <a:r>
              <a:t>Fuente: src/sign_mlp/data.py y reports/gonzalo_preprocessing_summary.md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Jenaro. 02:40-03:45 (65 segundos).</a:t>
            </a:r>
          </a:p>
          <a:p xmlns:a="http://schemas.openxmlformats.org/drawingml/2006/main">
            <a:r>
              <a:t>La red comienza con la entrada de 28 por 28 por 1 y utiliza tres bloques convolucionales con 32, 64 y 128 filtros de 3 por 3. Los filtros comparten pesos en distintas posiciones y buscan patrones locales, mientras ReLU introduce no linealidad. Después de cada convolución, max pooling de 2 por 2 reduce la resolución de 28 a 14, luego a 7 y finalmente a 3. Flatten convierte los mapas finales en 1.152 valores. Una capa densa de 128 neuronas combina esas características y softmax entrega 24 probabilidades, una por clase. En total hay 243.352 parámetros entrenables.</a:t>
            </a:r>
          </a:p>
          <a:p xmlns:a="http://schemas.openxmlformats.org/drawingml/2006/main">
            <a:r>
              <a:t/>
            </a:r>
          </a:p>
          <a:p xmlns:a="http://schemas.openxmlformats.org/drawingml/2006/main">
            <a:r>
              <a:t>Fuente: src/sign_mlp/cnn.py y output/jason_ep2/reports/cnn_model_summary.txt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Jenaro. 03:45-04:50 (65 segundos).</a:t>
            </a:r>
          </a:p>
          <a:p xmlns:a="http://schemas.openxmlformats.org/drawingml/2006/main">
            <a:r>
              <a:t>Entrenamos con Adam, learning rate de 0,001, batch de 128 y un máximo de 20 épocas. Elegimos sparse categorical crossentropy porque cada ejemplo tiene una etiqueta entera y solo una clase correcta entre 24. Dropout desactiva activaciones durante el entrenamiento para reducir dependencia entre neuronas. EarlyStopping observa la pérdida de validación y restaura los mejores pesos. ReduceLROnPlateau baja la tasa de aprendizaje si la validación se estanca. Esta ejecución completó las 20 épocas, restauró los pesos de la época 19 y tardó 137,20 segundos. Los tiempos de otros equipos o entornos no son directamente comparables.</a:t>
            </a:r>
          </a:p>
          <a:p xmlns:a="http://schemas.openxmlformats.org/drawingml/2006/main">
            <a:r>
              <a:t/>
            </a:r>
          </a:p>
          <a:p xmlns:a="http://schemas.openxmlformats.org/drawingml/2006/main">
            <a:r>
              <a:t>Fuente: src/sign_mlp/cnn.py, output/jason_ep2/reports/cnn_history.csv y output/jason_ep2/images/cnn_training_curves.png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Jenaro. 04:50-05:50 (60 segundos). Cambio a Jason: 05:50-06:00.</a:t>
            </a:r>
          </a:p>
          <a:p xmlns:a="http://schemas.openxmlformats.org/drawingml/2006/main">
            <a:r>
              <a:t>Las curvas muestran que el accuracy aumenta y la pérdida disminuye durante el entrenamiento. Los mapas de características presentan canales seleccionados en distintas profundidades. Las primeras capas mantienen bordes y siluetas, mientras las capas profundas responden a patrones más específicos y tienen menor resolución. Grad-CAM combina los mapas con los gradientes de una clase y superpone el resultado a la imagen. Revisamos ejemplos correctos e incorrectos. Estas visualizaciones ayudan a interpretar la predicción, pero son aproximadas y no demuestran causalidad. Ahora Jason presentará la evaluación final y la comparación con el MLP.</a:t>
            </a:r>
          </a:p>
          <a:p xmlns:a="http://schemas.openxmlformats.org/drawingml/2006/main">
            <a:r>
              <a:t/>
            </a:r>
          </a:p>
          <a:p xmlns:a="http://schemas.openxmlformats.org/drawingml/2006/main">
            <a:r>
              <a:t>Fuente: output/jason_ep2/images/cnn_feature_maps.png y output/jason_ep2/images/cnn_gradcam_examples.png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06:00-07:00 (60 segundos).</a:t>
            </a:r>
          </a:p>
          <a:p xmlns:a="http://schemas.openxmlformats.org/drawingml/2006/main">
            <a:r>
              <a:t>Evaluamos la CNN con las 7.172 imágenes del test oficial, que se mantuvieron separadas del entrenamiento. El modelo obtuvo 98,03 por ciento de accuracy: 7.031 aciertos y 141 errores. La precisión macro fue 0,9804, el recall macro 0,9773 y el F1 macro 0,9786. Usamos métricas macro porque calculan el resultado por clase y dan el mismo peso a cada letra, aunque tengan cantidades diferentes de ejemplos. En la matriz de confusión, las filas representan las clases reales y las columnas las predicciones. La diagonal concentra la gran mayoría de los casos correctos.</a:t>
            </a:r>
          </a:p>
          <a:p xmlns:a="http://schemas.openxmlformats.org/drawingml/2006/main">
            <a:r>
              <a:t/>
            </a:r>
          </a:p>
          <a:p xmlns:a="http://schemas.openxmlformats.org/drawingml/2006/main">
            <a:r>
              <a:t>Fuente: output/jason_ep2/reports/cnn_metrics.json y output/jason_ep2/images/cnn_confusion_matrix.png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07:00-08:15 (75 segundos).</a:t>
            </a:r>
          </a:p>
          <a:p xmlns:a="http://schemas.openxmlformats.org/drawingml/2006/main">
            <a:r>
              <a:t>Ambos modelos usan los mismos datos, clases y particiones con semilla 42. El MLP obtuvo 79,71 por ciento de accuracy y la CNN 98,03. La mejora es de 18,32 puntos porcentuales. El F1 macro sube de 0,7760 a 0,9786. La CNN usa 243.352 parámetros frente a 569.240 del MLP, una reducción de 57,25 por ciento. Además, la brecha entre validación y test baja de 20,29 a 1,97 puntos, lo que respalda una mejor generalización sobre este test. La CNN tardó 137,20 segundos y el MLP 31,45, pero esos tiempos provienen de entornos distintos y no permiten comparar velocidad de forma controlada.</a:t>
            </a:r>
          </a:p>
          <a:p xmlns:a="http://schemas.openxmlformats.org/drawingml/2006/main">
            <a:r>
              <a:t/>
            </a:r>
          </a:p>
          <a:p xmlns:a="http://schemas.openxmlformats.org/drawingml/2006/main">
            <a:r>
              <a:t>Fuente: output/jason_ep2/reports/mlp_cnn_comparison_exact.csv y output/jason_ep2/reports/cnn_metrics.json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08:15-09:10 (55 segundos).</a:t>
            </a:r>
          </a:p>
          <a:p xmlns:a="http://schemas.openxmlformats.org/drawingml/2006/main">
            <a:r>
              <a:t>Los errores más frecuentes fueron 22 casos de T clasificada como X, 21 de R como V y 21 de X como T. También observamos H como G y G como P. La clase T tiene el menor F1, con 0,9065, seguida por R y X. En los ejemplos aparece una G correctamente reconocida y otra G confundida con P, además de errores entre T y X. Las formas o posiciones parecidas de los dedos pueden explicar parte de la dificultad, pero la matriz y estas imágenes no demuestran por sí solas la causa.</a:t>
            </a:r>
          </a:p>
          <a:p xmlns:a="http://schemas.openxmlformats.org/drawingml/2006/main">
            <a:r>
              <a:t/>
            </a:r>
          </a:p>
          <a:p xmlns:a="http://schemas.openxmlformats.org/drawingml/2006/main">
            <a:r>
              <a:t>Fuente: output/jason_ep2/reports/cnn_top_confusions.csv, output/jason_ep2/reports/cnn_per_class_metrics.csv y output/jason_ep2/images/cnn_incorrect_examples.png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09:10-10:00 (50 segundos). Terminar la última frase a los 10:00.</a:t>
            </a:r>
          </a:p>
          <a:p xmlns:a="http://schemas.openxmlformats.org/drawingml/2006/main">
            <a:r>
              <a:t>Concluimos que esta CNN mejora el rendimiento sobre el test oficial y utiliza menos parámetros que el MLP. Su arquitectura conserva la estructura espacial y aprende patrones locales, lo que es coherente con la mejora observada. El alcance sigue limitado a 24 letras estáticas del alfabeto ASL. No reconoce J, Z ni secuencias de video, y tampoco evaluamos cámaras o personas externas. Como próximos pasos proponemos probar aumentación moderada y reservar imágenes externas para comprobar si el desempeño se mantiene en condiciones nuevas. Muchas gracias.</a:t>
            </a:r>
          </a:p>
          <a:p xmlns:a="http://schemas.openxmlformats.org/drawingml/2006/main">
            <a:r>
              <a:t/>
            </a:r>
          </a:p>
          <a:p xmlns:a="http://schemas.openxmlformats.org/drawingml/2006/main">
            <a:r>
              <a:t>Fuente: INFORME_TECNICO_EP2.md y output/jason_ep2/reports/cnn_metrics.json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7eb6b6ebfb4a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97681105654b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59bba7258e4c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638cb17eb24a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763d7b14b540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a5d5ceb0f948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1E5368-9CB1-4C02-B552-7BC891F0934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012C2A-0E7F-4DAC-842D-D7A940B161A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6915AA-5C34-4256-8EFB-74DAFCE31D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93A99E-B7AF-4E55-B783-74E9053089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A6DD1E-405A-476E-A086-3F9E4F58734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0E95D2-971B-4757-8FAF-1901D1660F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1D090A-5F1F-4386-AB45-28BB003D52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7635EB3-5F5A-4780-BC55-F2102ADA312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4C0F43-8BD9-482A-B5AC-AC46C82C95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973CF4-64B3-4CFC-9A5B-52945B88A2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5431323d514cf7" /><Relationship Type="http://schemas.openxmlformats.org/officeDocument/2006/relationships/slideLayout" Target="/ppt/slideLayouts/slideLayout1.xml" Id="R66cf406a42304e3c" /><Relationship Type="http://schemas.openxmlformats.org/officeDocument/2006/relationships/slideLayout" Target="/ppt/slideLayouts/slideLayout2.xml" Id="R765043f684664be6" /><Relationship Type="http://schemas.openxmlformats.org/officeDocument/2006/relationships/slideLayout" Target="/ppt/slideLayouts/slideLayout3.xml" Id="R493ea767bfc34e10" /><Relationship Type="http://schemas.openxmlformats.org/officeDocument/2006/relationships/slideLayout" Target="/ppt/slideLayouts/slideLayout4.xml" Id="Re482738d92244673" /><Relationship Type="http://schemas.openxmlformats.org/officeDocument/2006/relationships/slideLayout" Target="/ppt/slideLayouts/slideLayout5.xml" Id="R860ee5d54af94f92" /><Relationship Type="http://schemas.openxmlformats.org/officeDocument/2006/relationships/slideLayout" Target="/ppt/slideLayouts/slideLayout6.xml" Id="Rb0217edfd8bd47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cf406a42304e3c"/>
    <p:sldLayoutId xmlns:r="http://schemas.openxmlformats.org/officeDocument/2006/relationships" id="2147483650" r:id="R765043f684664be6"/>
    <p:sldLayoutId xmlns:r="http://schemas.openxmlformats.org/officeDocument/2006/relationships" id="2147483651" r:id="R493ea767bfc34e10"/>
    <p:sldLayoutId xmlns:r="http://schemas.openxmlformats.org/officeDocument/2006/relationships" id="2147483652" r:id="Re482738d92244673"/>
    <p:sldLayoutId xmlns:r="http://schemas.openxmlformats.org/officeDocument/2006/relationships" id="2147483653" r:id="R860ee5d54af94f92"/>
    <p:sldLayoutId xmlns:r="http://schemas.openxmlformats.org/officeDocument/2006/relationships" id="2147483654" r:id="Rb0217edfd8bd47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58df1d29454f00" /><Relationship Type="http://schemas.openxmlformats.org/officeDocument/2006/relationships/image" Target="/ppt/media/image.png" Id="Rb340a51a580c436f" /><Relationship Type="http://schemas.openxmlformats.org/officeDocument/2006/relationships/notesSlide" Target="/ppt/notesSlides/notesSlide1.xml" Id="R334611fb2d3748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2066af5cbe24b05" /><Relationship Type="http://schemas.openxmlformats.org/officeDocument/2006/relationships/notesSlide" Target="/ppt/notesSlides/notesSlide2.xml" Id="Rc3e6ff4c103042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8fc8ae2d734c4c" /><Relationship Type="http://schemas.openxmlformats.org/officeDocument/2006/relationships/notesSlide" Target="/ppt/notesSlides/notesSlide3.xml" Id="R46693a7df1a849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a16ca4bac5948e4" /><Relationship Type="http://schemas.openxmlformats.org/officeDocument/2006/relationships/notesSlide" Target="/ppt/notesSlides/notesSlide4.xml" Id="Rc7183ddcdaa741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24e0ca2de2b46d5" /><Relationship Type="http://schemas.openxmlformats.org/officeDocument/2006/relationships/image" Target="/ppt/media/image2.png" Id="R5b79dd80a1bb43d9" /><Relationship Type="http://schemas.openxmlformats.org/officeDocument/2006/relationships/notesSlide" Target="/ppt/notesSlides/notesSlide5.xml" Id="R8ecfbc6534a14a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9ae1e6cdfb4077" /><Relationship Type="http://schemas.openxmlformats.org/officeDocument/2006/relationships/image" Target="/ppt/media/image3.png" Id="R33373a4ed9154336" /><Relationship Type="http://schemas.openxmlformats.org/officeDocument/2006/relationships/image" Target="/ppt/media/image4.png" Id="Re1f9994dbfc74583" /><Relationship Type="http://schemas.openxmlformats.org/officeDocument/2006/relationships/notesSlide" Target="/ppt/notesSlides/notesSlide6.xml" Id="R84397824b3c549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fde620e963142f6" /><Relationship Type="http://schemas.openxmlformats.org/officeDocument/2006/relationships/image" Target="/ppt/media/image5.png" Id="Rda6054418a34438c" /><Relationship Type="http://schemas.openxmlformats.org/officeDocument/2006/relationships/notesSlide" Target="/ppt/notesSlides/notesSlide7.xml" Id="R5201174c8a7d4a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9eb02d5019048da" /><Relationship Type="http://schemas.openxmlformats.org/officeDocument/2006/relationships/chart" Target="/ppt/slides/charts/chart1.xml" Id="R17b50e3d2f9b4bb5" /><Relationship Type="http://schemas.openxmlformats.org/officeDocument/2006/relationships/notesSlide" Target="/ppt/notesSlides/notesSlide8.xml" Id="R1665eca47b464c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a3c0f06ca274c4a" /><Relationship Type="http://schemas.openxmlformats.org/officeDocument/2006/relationships/image" Target="/ppt/media/image6.png" Id="R6ede197876864f5f" /><Relationship Type="http://schemas.openxmlformats.org/officeDocument/2006/relationships/notesSlide" Target="/ppt/notesSlides/notesSlide9.xml" Id="Rd37e96715c8f48e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baacc0c1a93499d" /><Relationship Type="http://schemas.openxmlformats.org/officeDocument/2006/relationships/notesSlide" Target="/ppt/notesSlides/notesSlide10.xml" Id="R1390eb4a3c3640a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Accuracy test</c:v>
          </c:tx>
          <c:spPr>
            <a:solidFill xmlns:a="http://schemas.openxmlformats.org/drawingml/2006/main">
              <a:srgbClr val="087F8C"/>
            </a:solidFill>
          </c:spPr>
          <c:invertIfNegative val="0"/>
          <c:cat>
            <c:strRef>
              <c:f>'Chart Data'!$A$2:$A$3</c:f>
              <c:strCache>
                <c:ptCount val="2"/>
                <c:pt idx="0">
                  <c:v>MLP EP1</c:v>
                </c:pt>
                <c:pt idx="1">
                  <c:v>CNN EP2</c:v>
                </c:pt>
              </c:strCache>
            </c:strRef>
          </c:cat>
          <c:val>
            <c:numRef>
              <c:f>'Chart Data'!$B$2:$B$3</c:f>
              <c:numCache>
                <c:formatCode>0"%"</c:formatCode>
                <c:ptCount val="2"/>
                <c:pt idx="0">
                  <c:v>79.71</c:v>
                </c:pt>
                <c:pt idx="1">
                  <c:v>98.03</c:v>
                </c:pt>
              </c:numCache>
            </c:numRef>
          </c:val>
        </c:ser>
        <c:ser>
          <c:idx val="1"/>
          <c:order val="1"/>
          <c:tx>
            <c:v>F1 macro test</c:v>
          </c:tx>
          <c:spPr>
            <a:solidFill xmlns:a="http://schemas.openxmlformats.org/drawingml/2006/main">
              <a:srgbClr val="17324D"/>
            </a:solidFill>
          </c:spPr>
          <c:invertIfNegative val="0"/>
          <c:cat>
            <c:strRef>
              <c:f>'Chart Data'!$C$2:$C$3</c:f>
              <c:strCache>
                <c:ptCount val="2"/>
                <c:pt idx="0">
                  <c:v>MLP EP1</c:v>
                </c:pt>
                <c:pt idx="1">
                  <c:v>CNN EP2</c:v>
                </c:pt>
              </c:strCache>
            </c:strRef>
          </c:cat>
          <c:val>
            <c:numRef>
              <c:f>'Chart Data'!$D$2:$D$3</c:f>
              <c:numCache>
                <c:formatCode>0"%"</c:formatCode>
                <c:ptCount val="2"/>
                <c:pt idx="0">
                  <c:v>77.6</c:v>
                </c:pt>
                <c:pt idx="1">
                  <c:v>97.86</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sz="1125" b="1">
                  <a:solidFill>
                    <a:srgbClr val="17324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b="1">
                <a:solidFill>
                  <a:srgbClr val="17324D"/>
                </a:solidFill>
                <a:latin typeface="Arial"/>
                <a:ea typeface="Arial"/>
                <a:cs typeface="Arial"/>
              </a:defRPr>
            </a:pPr>
          </a:p>
        </c:txPr>
        <c:crossAx val="48672768"/>
      </c:catAx>
      <c:valAx>
        <c:axId val="48672768"/>
        <c:scaling>
          <c:orientation val="minMax"/>
          <c:max val="105"/>
          <c:min val="0"/>
        </c:scaling>
        <c:delete val="0"/>
        <c:axPos val="l"/>
        <c:majorGridlines>
          <c:spPr>
            <a:ln xmlns:a="http://schemas.openxmlformats.org/drawingml/2006/main" w="9525">
              <a:solidFill>
                <a:srgbClr val="DCE4E9"/>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4E5C68"/>
                </a:solidFill>
                <a:latin typeface="Arial"/>
                <a:ea typeface="Arial"/>
                <a:cs typeface="Arial"/>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4E5C6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663417-8E74-4B12-9E2A-F23FBBF5A7BB}"/>
              </a:ext>
            </a:extLst>
          </p:cNvPr>
          <p:cNvSpPr>
            <a:spLocks xmlns:a="http://schemas.openxmlformats.org/drawingml/2006/main" noGrp="1"/>
          </p:cNvSpPr>
          <p:nvPr/>
        </p:nvSpPr>
        <p:spPr>
          <a:xfrm xmlns:a="http://schemas.openxmlformats.org/drawingml/2006/main">
            <a:off x="609600" y="952500"/>
            <a:ext cx="5524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800" b="1">
                <a:solidFill>
                  <a:srgbClr val="17324D"/>
                </a:solidFill>
                <a:latin typeface="Arial"/>
                <a:ea typeface="Arial"/>
                <a:cs typeface="Arial"/>
              </a:defRPr>
            </a:defPPr>
            <a:lvl1pPr algn="l">
              <a:defRPr sz="4800" b="1">
                <a:solidFill>
                  <a:srgbClr val="17324D"/>
                </a:solidFill>
                <a:latin typeface="Arial"/>
                <a:ea typeface="Arial"/>
                <a:cs typeface="Arial"/>
              </a:defRPr>
            </a:lvl1pPr>
            <a:lvl2pPr algn="l">
              <a:defRPr sz="4800" b="1">
                <a:solidFill>
                  <a:srgbClr val="17324D"/>
                </a:solidFill>
                <a:latin typeface="Arial"/>
                <a:ea typeface="Arial"/>
                <a:cs typeface="Arial"/>
              </a:defRPr>
            </a:lvl2pPr>
            <a:lvl3pPr algn="l">
              <a:defRPr sz="4800" b="1">
                <a:solidFill>
                  <a:srgbClr val="17324D"/>
                </a:solidFill>
                <a:latin typeface="Arial"/>
                <a:ea typeface="Arial"/>
                <a:cs typeface="Arial"/>
              </a:defRPr>
            </a:lvl3pPr>
            <a:lvl4pPr algn="l">
              <a:defRPr sz="4800" b="1">
                <a:solidFill>
                  <a:srgbClr val="17324D"/>
                </a:solidFill>
                <a:latin typeface="Arial"/>
                <a:ea typeface="Arial"/>
                <a:cs typeface="Arial"/>
              </a:defRPr>
            </a:lvl4pPr>
            <a:lvl5pPr algn="l">
              <a:defRPr sz="4800" b="1">
                <a:solidFill>
                  <a:srgbClr val="17324D"/>
                </a:solidFill>
                <a:latin typeface="Arial"/>
                <a:ea typeface="Arial"/>
                <a:cs typeface="Arial"/>
              </a:defRPr>
            </a:lvl5pPr>
            <a:lvl6pPr algn="l">
              <a:defRPr sz="4800" b="1">
                <a:solidFill>
                  <a:srgbClr val="17324D"/>
                </a:solidFill>
                <a:latin typeface="Arial"/>
                <a:ea typeface="Arial"/>
                <a:cs typeface="Arial"/>
              </a:defRPr>
            </a:lvl6pPr>
            <a:lvl7pPr algn="l">
              <a:defRPr sz="4800" b="1">
                <a:solidFill>
                  <a:srgbClr val="17324D"/>
                </a:solidFill>
                <a:latin typeface="Arial"/>
                <a:ea typeface="Arial"/>
                <a:cs typeface="Arial"/>
              </a:defRPr>
            </a:lvl7pPr>
            <a:lvl8pPr algn="l">
              <a:defRPr sz="4800" b="1">
                <a:solidFill>
                  <a:srgbClr val="17324D"/>
                </a:solidFill>
                <a:latin typeface="Arial"/>
                <a:ea typeface="Arial"/>
                <a:cs typeface="Arial"/>
              </a:defRPr>
            </a:lvl8pPr>
            <a:lvl9pPr algn="l">
              <a:defRPr sz="4800" b="1">
                <a:solidFill>
                  <a:srgbClr val="17324D"/>
                </a:solidFill>
                <a:latin typeface="Arial"/>
                <a:ea typeface="Arial"/>
                <a:cs typeface="Arial"/>
              </a:defRPr>
            </a:lvl9pPr>
          </a:lstStyle>
          <a:p xmlns:a="http://schemas.openxmlformats.org/drawingml/2006/main">
            <a:pPr algn="l">
              <a:defRPr sz="4800" b="1">
                <a:solidFill>
                  <a:srgbClr val="17324D"/>
                </a:solidFill>
                <a:latin typeface="Arial"/>
                <a:ea typeface="Arial"/>
                <a:cs typeface="Arial"/>
              </a:defRPr>
            </a:pPr>
            <a:r>
              <a:rPr sz="4800" b="1">
                <a:solidFill>
                  <a:srgbClr val="17324D"/>
                </a:solidFill>
                <a:latin typeface="Arial"/>
                <a:ea typeface="Arial"/>
                <a:cs typeface="Arial"/>
              </a:rPr>
              <a:t>Sign Language</a:t>
            </a:r>
          </a:p>
          <a:p xmlns:a="http://schemas.openxmlformats.org/drawingml/2006/main">
            <a:pPr algn="l">
              <a:defRPr sz="4800" b="1">
                <a:solidFill>
                  <a:srgbClr val="17324D"/>
                </a:solidFill>
                <a:latin typeface="Arial"/>
                <a:ea typeface="Arial"/>
                <a:cs typeface="Arial"/>
              </a:defRPr>
            </a:pPr>
            <a:r>
              <a:rPr sz="4800" b="1">
                <a:solidFill>
                  <a:srgbClr val="17324D"/>
                </a:solidFill>
                <a:latin typeface="Arial"/>
                <a:ea typeface="Arial"/>
                <a:cs typeface="Arial"/>
              </a:rPr>
              <a:t>MNIST</a:t>
            </a:r>
          </a:p>
        </p:txBody>
      </p:sp>
      <p:sp>
        <p:nvSpPr>
          <p:cNvPr id="2" name="">
            <a:extLst xmlns:a="http://schemas.openxmlformats.org/drawingml/2006/main">
              <a:ext uri="{FF2B5EF4-FFF2-40B4-BE49-F238E27FC236}">
                <a16:creationId xmlns:a16="http://schemas.microsoft.com/office/drawing/2014/main" id="{9D42B6B9-C3B6-49BA-AFE1-C839AEA1861F}"/>
              </a:ext>
            </a:extLst>
          </p:cNvPr>
          <p:cNvSpPr>
            <a:spLocks xmlns:a="http://schemas.openxmlformats.org/drawingml/2006/main" noGrp="1"/>
          </p:cNvSpPr>
          <p:nvPr/>
        </p:nvSpPr>
        <p:spPr>
          <a:xfrm xmlns:a="http://schemas.openxmlformats.org/drawingml/2006/main">
            <a:off x="609600" y="3009900"/>
            <a:ext cx="581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0">
                <a:solidFill>
                  <a:srgbClr val="087F8C"/>
                </a:solidFill>
                <a:latin typeface="Arial"/>
                <a:ea typeface="Arial"/>
                <a:cs typeface="Arial"/>
              </a:defRPr>
            </a:defPPr>
            <a:lvl1pPr algn="l">
              <a:defRPr sz="2850" b="0">
                <a:solidFill>
                  <a:srgbClr val="087F8C"/>
                </a:solidFill>
                <a:latin typeface="Arial"/>
                <a:ea typeface="Arial"/>
                <a:cs typeface="Arial"/>
              </a:defRPr>
            </a:lvl1pPr>
            <a:lvl2pPr algn="l">
              <a:defRPr sz="2850" b="0">
                <a:solidFill>
                  <a:srgbClr val="087F8C"/>
                </a:solidFill>
                <a:latin typeface="Arial"/>
                <a:ea typeface="Arial"/>
                <a:cs typeface="Arial"/>
              </a:defRPr>
            </a:lvl2pPr>
            <a:lvl3pPr algn="l">
              <a:defRPr sz="2850" b="0">
                <a:solidFill>
                  <a:srgbClr val="087F8C"/>
                </a:solidFill>
                <a:latin typeface="Arial"/>
                <a:ea typeface="Arial"/>
                <a:cs typeface="Arial"/>
              </a:defRPr>
            </a:lvl3pPr>
            <a:lvl4pPr algn="l">
              <a:defRPr sz="2850" b="0">
                <a:solidFill>
                  <a:srgbClr val="087F8C"/>
                </a:solidFill>
                <a:latin typeface="Arial"/>
                <a:ea typeface="Arial"/>
                <a:cs typeface="Arial"/>
              </a:defRPr>
            </a:lvl4pPr>
            <a:lvl5pPr algn="l">
              <a:defRPr sz="2850" b="0">
                <a:solidFill>
                  <a:srgbClr val="087F8C"/>
                </a:solidFill>
                <a:latin typeface="Arial"/>
                <a:ea typeface="Arial"/>
                <a:cs typeface="Arial"/>
              </a:defRPr>
            </a:lvl5pPr>
            <a:lvl6pPr algn="l">
              <a:defRPr sz="2850" b="0">
                <a:solidFill>
                  <a:srgbClr val="087F8C"/>
                </a:solidFill>
                <a:latin typeface="Arial"/>
                <a:ea typeface="Arial"/>
                <a:cs typeface="Arial"/>
              </a:defRPr>
            </a:lvl6pPr>
            <a:lvl7pPr algn="l">
              <a:defRPr sz="2850" b="0">
                <a:solidFill>
                  <a:srgbClr val="087F8C"/>
                </a:solidFill>
                <a:latin typeface="Arial"/>
                <a:ea typeface="Arial"/>
                <a:cs typeface="Arial"/>
              </a:defRPr>
            </a:lvl7pPr>
            <a:lvl8pPr algn="l">
              <a:defRPr sz="2850" b="0">
                <a:solidFill>
                  <a:srgbClr val="087F8C"/>
                </a:solidFill>
                <a:latin typeface="Arial"/>
                <a:ea typeface="Arial"/>
                <a:cs typeface="Arial"/>
              </a:defRPr>
            </a:lvl8pPr>
            <a:lvl9pPr algn="l">
              <a:defRPr sz="2850" b="0">
                <a:solidFill>
                  <a:srgbClr val="087F8C"/>
                </a:solidFill>
                <a:latin typeface="Arial"/>
                <a:ea typeface="Arial"/>
                <a:cs typeface="Arial"/>
              </a:defRPr>
            </a:lvl9pPr>
          </a:lstStyle>
          <a:p xmlns:a="http://schemas.openxmlformats.org/drawingml/2006/main">
            <a:pPr algn="l">
              <a:defRPr sz="2850" b="0">
                <a:solidFill>
                  <a:srgbClr val="087F8C"/>
                </a:solidFill>
                <a:latin typeface="Arial"/>
                <a:ea typeface="Arial"/>
                <a:cs typeface="Arial"/>
              </a:defRPr>
            </a:pPr>
            <a:r>
              <a:rPr sz="2850" b="0">
                <a:solidFill>
                  <a:srgbClr val="087F8C"/>
                </a:solidFill>
                <a:latin typeface="Arial"/>
                <a:ea typeface="Arial"/>
                <a:cs typeface="Arial"/>
              </a:rPr>
              <a:t>Clasificación con CNN</a:t>
            </a:r>
          </a:p>
        </p:txBody>
      </p:sp>
      <p:sp>
        <p:nvSpPr>
          <p:cNvPr id="3" name="">
            <a:extLst xmlns:a="http://schemas.openxmlformats.org/drawingml/2006/main">
              <a:ext uri="{FF2B5EF4-FFF2-40B4-BE49-F238E27FC236}">
                <a16:creationId xmlns:a16="http://schemas.microsoft.com/office/drawing/2014/main" id="{2E7AC039-7098-4A60-B3B2-AF13F9146E98}"/>
              </a:ext>
            </a:extLst>
          </p:cNvPr>
          <p:cNvSpPr>
            <a:spLocks xmlns:a="http://schemas.openxmlformats.org/drawingml/2006/main" noGrp="1"/>
          </p:cNvSpPr>
          <p:nvPr/>
        </p:nvSpPr>
        <p:spPr>
          <a:xfrm xmlns:a="http://schemas.openxmlformats.org/drawingml/2006/main">
            <a:off x="609600" y="3762375"/>
            <a:ext cx="571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0">
                <a:solidFill>
                  <a:srgbClr val="17324D"/>
                </a:solidFill>
                <a:latin typeface="Arial"/>
                <a:ea typeface="Arial"/>
                <a:cs typeface="Arial"/>
              </a:defRPr>
            </a:defPPr>
            <a:lvl1pPr algn="l">
              <a:defRPr sz="2100" b="0">
                <a:solidFill>
                  <a:srgbClr val="17324D"/>
                </a:solidFill>
                <a:latin typeface="Arial"/>
                <a:ea typeface="Arial"/>
                <a:cs typeface="Arial"/>
              </a:defRPr>
            </a:lvl1pPr>
            <a:lvl2pPr algn="l">
              <a:defRPr sz="2100" b="0">
                <a:solidFill>
                  <a:srgbClr val="17324D"/>
                </a:solidFill>
                <a:latin typeface="Arial"/>
                <a:ea typeface="Arial"/>
                <a:cs typeface="Arial"/>
              </a:defRPr>
            </a:lvl2pPr>
            <a:lvl3pPr algn="l">
              <a:defRPr sz="2100" b="0">
                <a:solidFill>
                  <a:srgbClr val="17324D"/>
                </a:solidFill>
                <a:latin typeface="Arial"/>
                <a:ea typeface="Arial"/>
                <a:cs typeface="Arial"/>
              </a:defRPr>
            </a:lvl3pPr>
            <a:lvl4pPr algn="l">
              <a:defRPr sz="2100" b="0">
                <a:solidFill>
                  <a:srgbClr val="17324D"/>
                </a:solidFill>
                <a:latin typeface="Arial"/>
                <a:ea typeface="Arial"/>
                <a:cs typeface="Arial"/>
              </a:defRPr>
            </a:lvl4pPr>
            <a:lvl5pPr algn="l">
              <a:defRPr sz="2100" b="0">
                <a:solidFill>
                  <a:srgbClr val="17324D"/>
                </a:solidFill>
                <a:latin typeface="Arial"/>
                <a:ea typeface="Arial"/>
                <a:cs typeface="Arial"/>
              </a:defRPr>
            </a:lvl5pPr>
            <a:lvl6pPr algn="l">
              <a:defRPr sz="2100" b="0">
                <a:solidFill>
                  <a:srgbClr val="17324D"/>
                </a:solidFill>
                <a:latin typeface="Arial"/>
                <a:ea typeface="Arial"/>
                <a:cs typeface="Arial"/>
              </a:defRPr>
            </a:lvl6pPr>
            <a:lvl7pPr algn="l">
              <a:defRPr sz="2100" b="0">
                <a:solidFill>
                  <a:srgbClr val="17324D"/>
                </a:solidFill>
                <a:latin typeface="Arial"/>
                <a:ea typeface="Arial"/>
                <a:cs typeface="Arial"/>
              </a:defRPr>
            </a:lvl7pPr>
            <a:lvl8pPr algn="l">
              <a:defRPr sz="2100" b="0">
                <a:solidFill>
                  <a:srgbClr val="17324D"/>
                </a:solidFill>
                <a:latin typeface="Arial"/>
                <a:ea typeface="Arial"/>
                <a:cs typeface="Arial"/>
              </a:defRPr>
            </a:lvl8pPr>
            <a:lvl9pPr algn="l">
              <a:defRPr sz="2100" b="0">
                <a:solidFill>
                  <a:srgbClr val="17324D"/>
                </a:solidFill>
                <a:latin typeface="Arial"/>
                <a:ea typeface="Arial"/>
                <a:cs typeface="Arial"/>
              </a:defRPr>
            </a:lvl9pPr>
          </a:lstStyle>
          <a:p xmlns:a="http://schemas.openxmlformats.org/drawingml/2006/main">
            <a:pPr algn="l">
              <a:defRPr sz="2100" b="0">
                <a:solidFill>
                  <a:srgbClr val="17324D"/>
                </a:solidFill>
                <a:latin typeface="Arial"/>
                <a:ea typeface="Arial"/>
                <a:cs typeface="Arial"/>
              </a:defRPr>
            </a:pPr>
            <a:r>
              <a:rPr sz="2100" b="0">
                <a:solidFill>
                  <a:srgbClr val="17324D"/>
                </a:solidFill>
                <a:latin typeface="Arial"/>
                <a:ea typeface="Arial"/>
                <a:cs typeface="Arial"/>
              </a:rPr>
              <a:t>Continuidad y comparación con el MLP de la EP1</a:t>
            </a:r>
          </a:p>
        </p:txBody>
      </p:sp>
      <p:sp>
        <p:nvSpPr>
          <p:cNvPr id="4" name="">
            <a:extLst xmlns:a="http://schemas.openxmlformats.org/drawingml/2006/main">
              <a:ext uri="{FF2B5EF4-FFF2-40B4-BE49-F238E27FC236}">
                <a16:creationId xmlns:a16="http://schemas.microsoft.com/office/drawing/2014/main" id="{2CD78831-FBED-47BD-BDF0-8843BEDA9D45}"/>
              </a:ext>
            </a:extLst>
          </p:cNvPr>
          <p:cNvSpPr>
            <a:spLocks xmlns:a="http://schemas.openxmlformats.org/drawingml/2006/main" noGrp="1"/>
          </p:cNvSpPr>
          <p:nvPr/>
        </p:nvSpPr>
        <p:spPr>
          <a:xfrm xmlns:a="http://schemas.openxmlformats.org/drawingml/2006/main">
            <a:off x="609600" y="5381625"/>
            <a:ext cx="6191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4E5C68"/>
                </a:solidFill>
                <a:latin typeface="Arial"/>
                <a:ea typeface="Arial"/>
                <a:cs typeface="Arial"/>
              </a:defRPr>
            </a:defPPr>
            <a:lvl1pPr algn="l">
              <a:defRPr sz="1650" b="0">
                <a:solidFill>
                  <a:srgbClr val="4E5C68"/>
                </a:solidFill>
                <a:latin typeface="Arial"/>
                <a:ea typeface="Arial"/>
                <a:cs typeface="Arial"/>
              </a:defRPr>
            </a:lvl1pPr>
            <a:lvl2pPr algn="l">
              <a:defRPr sz="1650" b="0">
                <a:solidFill>
                  <a:srgbClr val="4E5C68"/>
                </a:solidFill>
                <a:latin typeface="Arial"/>
                <a:ea typeface="Arial"/>
                <a:cs typeface="Arial"/>
              </a:defRPr>
            </a:lvl2pPr>
            <a:lvl3pPr algn="l">
              <a:defRPr sz="1650" b="0">
                <a:solidFill>
                  <a:srgbClr val="4E5C68"/>
                </a:solidFill>
                <a:latin typeface="Arial"/>
                <a:ea typeface="Arial"/>
                <a:cs typeface="Arial"/>
              </a:defRPr>
            </a:lvl3pPr>
            <a:lvl4pPr algn="l">
              <a:defRPr sz="1650" b="0">
                <a:solidFill>
                  <a:srgbClr val="4E5C68"/>
                </a:solidFill>
                <a:latin typeface="Arial"/>
                <a:ea typeface="Arial"/>
                <a:cs typeface="Arial"/>
              </a:defRPr>
            </a:lvl4pPr>
            <a:lvl5pPr algn="l">
              <a:defRPr sz="1650" b="0">
                <a:solidFill>
                  <a:srgbClr val="4E5C68"/>
                </a:solidFill>
                <a:latin typeface="Arial"/>
                <a:ea typeface="Arial"/>
                <a:cs typeface="Arial"/>
              </a:defRPr>
            </a:lvl5pPr>
            <a:lvl6pPr algn="l">
              <a:defRPr sz="1650" b="0">
                <a:solidFill>
                  <a:srgbClr val="4E5C68"/>
                </a:solidFill>
                <a:latin typeface="Arial"/>
                <a:ea typeface="Arial"/>
                <a:cs typeface="Arial"/>
              </a:defRPr>
            </a:lvl6pPr>
            <a:lvl7pPr algn="l">
              <a:defRPr sz="1650" b="0">
                <a:solidFill>
                  <a:srgbClr val="4E5C68"/>
                </a:solidFill>
                <a:latin typeface="Arial"/>
                <a:ea typeface="Arial"/>
                <a:cs typeface="Arial"/>
              </a:defRPr>
            </a:lvl7pPr>
            <a:lvl8pPr algn="l">
              <a:defRPr sz="1650" b="0">
                <a:solidFill>
                  <a:srgbClr val="4E5C68"/>
                </a:solidFill>
                <a:latin typeface="Arial"/>
                <a:ea typeface="Arial"/>
                <a:cs typeface="Arial"/>
              </a:defRPr>
            </a:lvl8pPr>
            <a:lvl9pPr algn="l">
              <a:defRPr sz="1650" b="0">
                <a:solidFill>
                  <a:srgbClr val="4E5C68"/>
                </a:solidFill>
                <a:latin typeface="Arial"/>
                <a:ea typeface="Arial"/>
                <a:cs typeface="Arial"/>
              </a:defRPr>
            </a:lvl9pPr>
          </a:lstStyle>
          <a:p xmlns:a="http://schemas.openxmlformats.org/drawingml/2006/main">
            <a:pPr algn="l">
              <a:defRPr sz="1650" b="0">
                <a:solidFill>
                  <a:srgbClr val="4E5C68"/>
                </a:solidFill>
                <a:latin typeface="Arial"/>
                <a:ea typeface="Arial"/>
                <a:cs typeface="Arial"/>
              </a:defRPr>
            </a:pPr>
            <a:r>
              <a:rPr sz="1650" b="0">
                <a:solidFill>
                  <a:srgbClr val="4E5C68"/>
                </a:solidFill>
                <a:latin typeface="Arial"/>
                <a:ea typeface="Arial"/>
                <a:cs typeface="Arial"/>
              </a:rPr>
              <a:t>Gonzalo Castillo · Jenaro Marin · Jason Aguilera</a:t>
            </a:r>
          </a:p>
          <a:p xmlns:a="http://schemas.openxmlformats.org/drawingml/2006/main">
            <a:pPr algn="l">
              <a:defRPr sz="1650" b="0">
                <a:solidFill>
                  <a:srgbClr val="4E5C68"/>
                </a:solidFill>
                <a:latin typeface="Arial"/>
                <a:ea typeface="Arial"/>
                <a:cs typeface="Arial"/>
              </a:defRPr>
            </a:pPr>
            <a:r>
              <a:rPr sz="1650" b="0">
                <a:solidFill>
                  <a:srgbClr val="4E5C68"/>
                </a:solidFill>
                <a:latin typeface="Arial"/>
                <a:ea typeface="Arial"/>
                <a:cs typeface="Arial"/>
              </a:rPr>
              <a:t>TLY1102 · Evaluación Parcial 2</a:t>
            </a:r>
          </a:p>
        </p:txBody>
      </p:sp>
      <p:pic>
        <p:nvPicPr>
          <p:cNvPr id="5" name="">
            <a:extLst xmlns:a="http://schemas.openxmlformats.org/drawingml/2006/main">
              <a:ext uri="{FF2B5EF4-FFF2-40B4-BE49-F238E27FC236}">
                <a16:creationId xmlns:a16="http://schemas.microsoft.com/office/drawing/2014/main" id="{9DE48C1A-341E-4CED-A36C-8BFD582977D5}"/>
              </a:ext>
            </a:extLst>
          </p:cNvPr>
          <p:cNvPicPr>
            <a:picLocks xmlns:a="http://schemas.openxmlformats.org/drawingml/2006/main" noChangeAspect="1"/>
          </p:cNvPicPr>
          <p:nvPr/>
        </p:nvPicPr>
        <p:blipFill>
          <a:blip xmlns:r="http://schemas.openxmlformats.org/officeDocument/2006/relationships" xmlns:a="http://schemas.openxmlformats.org/drawingml/2006/main" r:embed="Rb340a51a580c436f"/>
          <a:stretch xmlns:a="http://schemas.openxmlformats.org/drawingml/2006/main"/>
        </p:blipFill>
        <p:spPr>
          <a:xfrm xmlns:a="http://schemas.openxmlformats.org/drawingml/2006/main">
            <a:off x="6762750" y="1480785"/>
            <a:ext cx="4810125" cy="3563056"/>
          </a:xfrm>
          <a:prstGeom xmlns:a="http://schemas.openxmlformats.org/drawingml/2006/main" prst="rect">
            <a:avLst/>
          </a:prstGeom>
        </p:spPr>
      </p:pic>
    </p:spTree>
    <p:extLst>
      <p:ext uri="{BB962C8B-B14F-4D97-AF65-F5344CB8AC3E}">
        <p14:creationId xmlns:p14="http://schemas.microsoft.com/office/powerpoint/2010/main" val="4057103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D811467-F6B1-48D0-A1B7-F6583521670D}"/>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defRPr sz="3150" b="1">
                <a:solidFill>
                  <a:srgbClr val="17324D"/>
                </a:solidFill>
                <a:latin typeface="Arial"/>
                <a:ea typeface="Arial"/>
                <a:cs typeface="Arial"/>
              </a:defRPr>
            </a:lvl1pPr>
            <a:lvl2pPr algn="l">
              <a:defRPr sz="3150" b="1">
                <a:solidFill>
                  <a:srgbClr val="17324D"/>
                </a:solidFill>
                <a:latin typeface="Arial"/>
                <a:ea typeface="Arial"/>
                <a:cs typeface="Arial"/>
              </a:defRPr>
            </a:lvl2pPr>
            <a:lvl3pPr algn="l">
              <a:defRPr sz="3150" b="1">
                <a:solidFill>
                  <a:srgbClr val="17324D"/>
                </a:solidFill>
                <a:latin typeface="Arial"/>
                <a:ea typeface="Arial"/>
                <a:cs typeface="Arial"/>
              </a:defRPr>
            </a:lvl3pPr>
            <a:lvl4pPr algn="l">
              <a:defRPr sz="3150" b="1">
                <a:solidFill>
                  <a:srgbClr val="17324D"/>
                </a:solidFill>
                <a:latin typeface="Arial"/>
                <a:ea typeface="Arial"/>
                <a:cs typeface="Arial"/>
              </a:defRPr>
            </a:lvl4pPr>
            <a:lvl5pPr algn="l">
              <a:defRPr sz="3150" b="1">
                <a:solidFill>
                  <a:srgbClr val="17324D"/>
                </a:solidFill>
                <a:latin typeface="Arial"/>
                <a:ea typeface="Arial"/>
                <a:cs typeface="Arial"/>
              </a:defRPr>
            </a:lvl5pPr>
            <a:lvl6pPr algn="l">
              <a:defRPr sz="3150" b="1">
                <a:solidFill>
                  <a:srgbClr val="17324D"/>
                </a:solidFill>
                <a:latin typeface="Arial"/>
                <a:ea typeface="Arial"/>
                <a:cs typeface="Arial"/>
              </a:defRPr>
            </a:lvl6pPr>
            <a:lvl7pPr algn="l">
              <a:defRPr sz="3150" b="1">
                <a:solidFill>
                  <a:srgbClr val="17324D"/>
                </a:solidFill>
                <a:latin typeface="Arial"/>
                <a:ea typeface="Arial"/>
                <a:cs typeface="Arial"/>
              </a:defRPr>
            </a:lvl7pPr>
            <a:lvl8pPr algn="l">
              <a:defRPr sz="3150" b="1">
                <a:solidFill>
                  <a:srgbClr val="17324D"/>
                </a:solidFill>
                <a:latin typeface="Arial"/>
                <a:ea typeface="Arial"/>
                <a:cs typeface="Arial"/>
              </a:defRPr>
            </a:lvl8pPr>
            <a:lvl9pPr algn="l">
              <a:defRPr sz="3150" b="1">
                <a:solidFill>
                  <a:srgbClr val="17324D"/>
                </a:solidFill>
                <a:latin typeface="Arial"/>
                <a:ea typeface="Arial"/>
                <a:cs typeface="Arial"/>
              </a:defRPr>
            </a:lvl9pPr>
          </a:lstStyle>
          <a:p xmlns:a="http://schemas.openxmlformats.org/drawingml/2006/main">
            <a:pPr algn="l">
              <a:defRPr sz="3150" b="1">
                <a:solidFill>
                  <a:srgbClr val="17324D"/>
                </a:solidFill>
                <a:latin typeface="Arial"/>
                <a:ea typeface="Arial"/>
                <a:cs typeface="Arial"/>
              </a:defRPr>
            </a:pPr>
            <a:r>
              <a:rPr sz="3150" b="1">
                <a:solidFill>
                  <a:srgbClr val="17324D"/>
                </a:solidFill>
                <a:latin typeface="Arial"/>
                <a:ea typeface="Arial"/>
                <a:cs typeface="Arial"/>
              </a:rPr>
              <a:t>Continuidad EP1 → EP2: cambia el modelo</a:t>
            </a:r>
          </a:p>
        </p:txBody>
      </p:sp>
      <p:sp>
        <p:nvSpPr>
          <p:cNvPr id="2" name="">
            <a:extLst xmlns:a="http://schemas.openxmlformats.org/drawingml/2006/main">
              <a:ext uri="{FF2B5EF4-FFF2-40B4-BE49-F238E27FC236}">
                <a16:creationId xmlns:a16="http://schemas.microsoft.com/office/drawing/2014/main" id="{F345617F-6984-4AC1-9AE0-EB73D80F6DF9}"/>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defRPr sz="1200" b="0">
                <a:solidFill>
                  <a:srgbClr val="4E5C68"/>
                </a:solidFill>
                <a:latin typeface="Arial"/>
                <a:ea typeface="Arial"/>
                <a:cs typeface="Arial"/>
              </a:defRPr>
            </a:lvl1pPr>
            <a:lvl2pPr algn="r">
              <a:defRPr sz="1200" b="0">
                <a:solidFill>
                  <a:srgbClr val="4E5C68"/>
                </a:solidFill>
                <a:latin typeface="Arial"/>
                <a:ea typeface="Arial"/>
                <a:cs typeface="Arial"/>
              </a:defRPr>
            </a:lvl2pPr>
            <a:lvl3pPr algn="r">
              <a:defRPr sz="1200" b="0">
                <a:solidFill>
                  <a:srgbClr val="4E5C68"/>
                </a:solidFill>
                <a:latin typeface="Arial"/>
                <a:ea typeface="Arial"/>
                <a:cs typeface="Arial"/>
              </a:defRPr>
            </a:lvl3pPr>
            <a:lvl4pPr algn="r">
              <a:defRPr sz="1200" b="0">
                <a:solidFill>
                  <a:srgbClr val="4E5C68"/>
                </a:solidFill>
                <a:latin typeface="Arial"/>
                <a:ea typeface="Arial"/>
                <a:cs typeface="Arial"/>
              </a:defRPr>
            </a:lvl4pPr>
            <a:lvl5pPr algn="r">
              <a:defRPr sz="1200" b="0">
                <a:solidFill>
                  <a:srgbClr val="4E5C68"/>
                </a:solidFill>
                <a:latin typeface="Arial"/>
                <a:ea typeface="Arial"/>
                <a:cs typeface="Arial"/>
              </a:defRPr>
            </a:lvl5pPr>
            <a:lvl6pPr algn="r">
              <a:defRPr sz="1200" b="0">
                <a:solidFill>
                  <a:srgbClr val="4E5C68"/>
                </a:solidFill>
                <a:latin typeface="Arial"/>
                <a:ea typeface="Arial"/>
                <a:cs typeface="Arial"/>
              </a:defRPr>
            </a:lvl6pPr>
            <a:lvl7pPr algn="r">
              <a:defRPr sz="1200" b="0">
                <a:solidFill>
                  <a:srgbClr val="4E5C68"/>
                </a:solidFill>
                <a:latin typeface="Arial"/>
                <a:ea typeface="Arial"/>
                <a:cs typeface="Arial"/>
              </a:defRPr>
            </a:lvl7pPr>
            <a:lvl8pPr algn="r">
              <a:defRPr sz="1200" b="0">
                <a:solidFill>
                  <a:srgbClr val="4E5C68"/>
                </a:solidFill>
                <a:latin typeface="Arial"/>
                <a:ea typeface="Arial"/>
                <a:cs typeface="Arial"/>
              </a:defRPr>
            </a:lvl8pPr>
            <a:lvl9pPr algn="r">
              <a:defRPr sz="1200" b="0">
                <a:solidFill>
                  <a:srgbClr val="4E5C68"/>
                </a:solidFill>
                <a:latin typeface="Arial"/>
                <a:ea typeface="Arial"/>
                <a:cs typeface="Arial"/>
              </a:defRPr>
            </a:lvl9pPr>
          </a:lstStyle>
          <a:p xmlns:a="http://schemas.openxmlformats.org/drawingml/2006/main">
            <a:pPr algn="r">
              <a:defRPr sz="1200" b="0">
                <a:solidFill>
                  <a:srgbClr val="4E5C68"/>
                </a:solidFill>
                <a:latin typeface="Arial"/>
                <a:ea typeface="Arial"/>
                <a:cs typeface="Arial"/>
              </a:defRPr>
            </a:pPr>
            <a:r>
              <a:rPr sz="1200" b="0">
                <a:solidFill>
                  <a:srgbClr val="4E5C68"/>
                </a:solidFill>
                <a:latin typeface="Arial"/>
                <a:ea typeface="Arial"/>
                <a:cs typeface="Arial"/>
              </a:rPr>
              <a:t>2 / 10</a:t>
            </a:r>
          </a:p>
        </p:txBody>
      </p:sp>
      <p:sp>
        <p:nvSpPr>
          <p:cNvPr id="3" name="">
            <a:extLst xmlns:a="http://schemas.openxmlformats.org/drawingml/2006/main">
              <a:ext uri="{FF2B5EF4-FFF2-40B4-BE49-F238E27FC236}">
                <a16:creationId xmlns:a16="http://schemas.microsoft.com/office/drawing/2014/main" id="{FF5D2CAC-5CD5-4C39-A2F1-227B3751E846}"/>
              </a:ext>
            </a:extLst>
          </p:cNvPr>
          <p:cNvSpPr>
            <a:spLocks xmlns:a="http://schemas.openxmlformats.org/drawingml/2006/main" noGrp="1"/>
          </p:cNvSpPr>
          <p:nvPr/>
        </p:nvSpPr>
        <p:spPr>
          <a:xfrm xmlns:a="http://schemas.openxmlformats.org/drawingml/2006/main">
            <a:off x="762000" y="1571625"/>
            <a:ext cx="4000500" cy="2333625"/>
          </a:xfrm>
          <a:prstGeom xmlns:a="http://schemas.openxmlformats.org/drawingml/2006/main" prst="roundRect">
            <a:avLst>
              <a:gd name="adj" fmla="val 3265"/>
            </a:avLst>
          </a:prstGeom>
          <a:solidFill xmlns:a="http://schemas.openxmlformats.org/drawingml/2006/main">
            <a:srgbClr val="E8EEF4"/>
          </a:solidFill>
          <a:ln xmlns:a="http://schemas.openxmlformats.org/drawingml/2006/main" w="14288">
            <a:solidFill>
              <a:srgbClr val="087F8C"/>
            </a:solidFill>
            <a:prstDash val="solid"/>
          </a:ln>
        </p:spPr>
      </p:sp>
      <p:sp>
        <p:nvSpPr>
          <p:cNvPr id="4" name="">
            <a:extLst xmlns:a="http://schemas.openxmlformats.org/drawingml/2006/main">
              <a:ext uri="{FF2B5EF4-FFF2-40B4-BE49-F238E27FC236}">
                <a16:creationId xmlns:a16="http://schemas.microsoft.com/office/drawing/2014/main" id="{90DA6849-72A9-496C-9FD5-6B74BB99B0F7}"/>
              </a:ext>
            </a:extLst>
          </p:cNvPr>
          <p:cNvSpPr>
            <a:spLocks xmlns:a="http://schemas.openxmlformats.org/drawingml/2006/main" noGrp="1"/>
          </p:cNvSpPr>
          <p:nvPr/>
        </p:nvSpPr>
        <p:spPr>
          <a:xfrm xmlns:a="http://schemas.openxmlformats.org/drawingml/2006/main">
            <a:off x="876300" y="1647825"/>
            <a:ext cx="3771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defRPr sz="1725" b="1">
                <a:solidFill>
                  <a:srgbClr val="17324D"/>
                </a:solidFill>
                <a:latin typeface="Arial"/>
                <a:ea typeface="Arial"/>
                <a:cs typeface="Arial"/>
              </a:defRPr>
            </a:lvl1pPr>
            <a:lvl2pPr algn="ctr">
              <a:defRPr sz="1725" b="1">
                <a:solidFill>
                  <a:srgbClr val="17324D"/>
                </a:solidFill>
                <a:latin typeface="Arial"/>
                <a:ea typeface="Arial"/>
                <a:cs typeface="Arial"/>
              </a:defRPr>
            </a:lvl2pPr>
            <a:lvl3pPr algn="ctr">
              <a:defRPr sz="1725" b="1">
                <a:solidFill>
                  <a:srgbClr val="17324D"/>
                </a:solidFill>
                <a:latin typeface="Arial"/>
                <a:ea typeface="Arial"/>
                <a:cs typeface="Arial"/>
              </a:defRPr>
            </a:lvl3pPr>
            <a:lvl4pPr algn="ctr">
              <a:defRPr sz="1725" b="1">
                <a:solidFill>
                  <a:srgbClr val="17324D"/>
                </a:solidFill>
                <a:latin typeface="Arial"/>
                <a:ea typeface="Arial"/>
                <a:cs typeface="Arial"/>
              </a:defRPr>
            </a:lvl4pPr>
            <a:lvl5pPr algn="ctr">
              <a:defRPr sz="1725" b="1">
                <a:solidFill>
                  <a:srgbClr val="17324D"/>
                </a:solidFill>
                <a:latin typeface="Arial"/>
                <a:ea typeface="Arial"/>
                <a:cs typeface="Arial"/>
              </a:defRPr>
            </a:lvl5pPr>
            <a:lvl6pPr algn="ctr">
              <a:defRPr sz="1725" b="1">
                <a:solidFill>
                  <a:srgbClr val="17324D"/>
                </a:solidFill>
                <a:latin typeface="Arial"/>
                <a:ea typeface="Arial"/>
                <a:cs typeface="Arial"/>
              </a:defRPr>
            </a:lvl6pPr>
            <a:lvl7pPr algn="ctr">
              <a:defRPr sz="1725" b="1">
                <a:solidFill>
                  <a:srgbClr val="17324D"/>
                </a:solidFill>
                <a:latin typeface="Arial"/>
                <a:ea typeface="Arial"/>
                <a:cs typeface="Arial"/>
              </a:defRPr>
            </a:lvl7pPr>
            <a:lvl8pPr algn="ctr">
              <a:defRPr sz="1725" b="1">
                <a:solidFill>
                  <a:srgbClr val="17324D"/>
                </a:solidFill>
                <a:latin typeface="Arial"/>
                <a:ea typeface="Arial"/>
                <a:cs typeface="Arial"/>
              </a:defRPr>
            </a:lvl8pPr>
            <a:lvl9pPr algn="ctr">
              <a:defRPr sz="1725" b="1">
                <a:solidFill>
                  <a:srgbClr val="17324D"/>
                </a:solidFill>
                <a:latin typeface="Arial"/>
                <a:ea typeface="Arial"/>
                <a:cs typeface="Arial"/>
              </a:defRPr>
            </a:lvl9pPr>
          </a:lstStyle>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MLP · EP1</a:t>
            </a:r>
          </a:p>
        </p:txBody>
      </p:sp>
      <p:sp>
        <p:nvSpPr>
          <p:cNvPr id="5" name="">
            <a:extLst xmlns:a="http://schemas.openxmlformats.org/drawingml/2006/main">
              <a:ext uri="{FF2B5EF4-FFF2-40B4-BE49-F238E27FC236}">
                <a16:creationId xmlns:a16="http://schemas.microsoft.com/office/drawing/2014/main" id="{E2DEFC60-8718-4D5A-9BF8-3637AB0D1297}"/>
              </a:ext>
            </a:extLst>
          </p:cNvPr>
          <p:cNvSpPr>
            <a:spLocks xmlns:a="http://schemas.openxmlformats.org/drawingml/2006/main" noGrp="1"/>
          </p:cNvSpPr>
          <p:nvPr/>
        </p:nvSpPr>
        <p:spPr>
          <a:xfrm xmlns:a="http://schemas.openxmlformats.org/drawingml/2006/main">
            <a:off x="876300" y="2019300"/>
            <a:ext cx="37719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Entrada: vector de 784 valores</a:t>
            </a:r>
          </a:p>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Conexiones densas globales</a:t>
            </a:r>
          </a:p>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569.240 parámetros</a:t>
            </a:r>
          </a:p>
        </p:txBody>
      </p:sp>
      <p:sp>
        <p:nvSpPr>
          <p:cNvPr id="6" name="">
            <a:extLst xmlns:a="http://schemas.openxmlformats.org/drawingml/2006/main">
              <a:ext uri="{FF2B5EF4-FFF2-40B4-BE49-F238E27FC236}">
                <a16:creationId xmlns:a16="http://schemas.microsoft.com/office/drawing/2014/main" id="{FFA539AD-B196-4ED3-94AB-1291148873B3}"/>
              </a:ext>
            </a:extLst>
          </p:cNvPr>
          <p:cNvSpPr>
            <a:spLocks xmlns:a="http://schemas.openxmlformats.org/drawingml/2006/main" noGrp="1"/>
          </p:cNvSpPr>
          <p:nvPr/>
        </p:nvSpPr>
        <p:spPr>
          <a:xfrm xmlns:a="http://schemas.openxmlformats.org/drawingml/2006/main">
            <a:off x="5286375" y="2381250"/>
            <a:ext cx="1428750" cy="64770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7" name="">
            <a:extLst xmlns:a="http://schemas.openxmlformats.org/drawingml/2006/main">
              <a:ext uri="{FF2B5EF4-FFF2-40B4-BE49-F238E27FC236}">
                <a16:creationId xmlns:a16="http://schemas.microsoft.com/office/drawing/2014/main" id="{C93511F8-E2F4-44A4-991D-39BD1C05F697}"/>
              </a:ext>
            </a:extLst>
          </p:cNvPr>
          <p:cNvSpPr>
            <a:spLocks xmlns:a="http://schemas.openxmlformats.org/drawingml/2006/main" noGrp="1"/>
          </p:cNvSpPr>
          <p:nvPr/>
        </p:nvSpPr>
        <p:spPr>
          <a:xfrm xmlns:a="http://schemas.openxmlformats.org/drawingml/2006/main">
            <a:off x="5191125" y="1924050"/>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087F8C"/>
                </a:solidFill>
                <a:latin typeface="Arial"/>
                <a:ea typeface="Arial"/>
                <a:cs typeface="Arial"/>
              </a:defRPr>
            </a:defPPr>
            <a:lvl1pPr algn="ctr">
              <a:defRPr sz="1500" b="1">
                <a:solidFill>
                  <a:srgbClr val="087F8C"/>
                </a:solidFill>
                <a:latin typeface="Arial"/>
                <a:ea typeface="Arial"/>
                <a:cs typeface="Arial"/>
              </a:defRPr>
            </a:lvl1pPr>
            <a:lvl2pPr algn="ctr">
              <a:defRPr sz="1500" b="1">
                <a:solidFill>
                  <a:srgbClr val="087F8C"/>
                </a:solidFill>
                <a:latin typeface="Arial"/>
                <a:ea typeface="Arial"/>
                <a:cs typeface="Arial"/>
              </a:defRPr>
            </a:lvl2pPr>
            <a:lvl3pPr algn="ctr">
              <a:defRPr sz="1500" b="1">
                <a:solidFill>
                  <a:srgbClr val="087F8C"/>
                </a:solidFill>
                <a:latin typeface="Arial"/>
                <a:ea typeface="Arial"/>
                <a:cs typeface="Arial"/>
              </a:defRPr>
            </a:lvl3pPr>
            <a:lvl4pPr algn="ctr">
              <a:defRPr sz="1500" b="1">
                <a:solidFill>
                  <a:srgbClr val="087F8C"/>
                </a:solidFill>
                <a:latin typeface="Arial"/>
                <a:ea typeface="Arial"/>
                <a:cs typeface="Arial"/>
              </a:defRPr>
            </a:lvl4pPr>
            <a:lvl5pPr algn="ctr">
              <a:defRPr sz="1500" b="1">
                <a:solidFill>
                  <a:srgbClr val="087F8C"/>
                </a:solidFill>
                <a:latin typeface="Arial"/>
                <a:ea typeface="Arial"/>
                <a:cs typeface="Arial"/>
              </a:defRPr>
            </a:lvl5pPr>
            <a:lvl6pPr algn="ctr">
              <a:defRPr sz="1500" b="1">
                <a:solidFill>
                  <a:srgbClr val="087F8C"/>
                </a:solidFill>
                <a:latin typeface="Arial"/>
                <a:ea typeface="Arial"/>
                <a:cs typeface="Arial"/>
              </a:defRPr>
            </a:lvl6pPr>
            <a:lvl7pPr algn="ctr">
              <a:defRPr sz="1500" b="1">
                <a:solidFill>
                  <a:srgbClr val="087F8C"/>
                </a:solidFill>
                <a:latin typeface="Arial"/>
                <a:ea typeface="Arial"/>
                <a:cs typeface="Arial"/>
              </a:defRPr>
            </a:lvl7pPr>
            <a:lvl8pPr algn="ctr">
              <a:defRPr sz="1500" b="1">
                <a:solidFill>
                  <a:srgbClr val="087F8C"/>
                </a:solidFill>
                <a:latin typeface="Arial"/>
                <a:ea typeface="Arial"/>
                <a:cs typeface="Arial"/>
              </a:defRPr>
            </a:lvl8pPr>
            <a:lvl9pPr algn="ctr">
              <a:defRPr sz="1500" b="1">
                <a:solidFill>
                  <a:srgbClr val="087F8C"/>
                </a:solidFill>
                <a:latin typeface="Arial"/>
                <a:ea typeface="Arial"/>
                <a:cs typeface="Arial"/>
              </a:defRPr>
            </a:lvl9pPr>
          </a:lstStyle>
          <a:p xmlns:a="http://schemas.openxmlformats.org/drawingml/2006/main">
            <a:pPr algn="ctr">
              <a:defRPr sz="1500" b="1">
                <a:solidFill>
                  <a:srgbClr val="087F8C"/>
                </a:solidFill>
                <a:latin typeface="Arial"/>
                <a:ea typeface="Arial"/>
                <a:cs typeface="Arial"/>
              </a:defRPr>
            </a:pPr>
            <a:r>
              <a:rPr sz="1500" b="1">
                <a:solidFill>
                  <a:srgbClr val="087F8C"/>
                </a:solidFill>
                <a:latin typeface="Arial"/>
                <a:ea typeface="Arial"/>
                <a:cs typeface="Arial"/>
              </a:rPr>
              <a:t>misma tarea</a:t>
            </a:r>
          </a:p>
        </p:txBody>
      </p:sp>
      <p:sp>
        <p:nvSpPr>
          <p:cNvPr id="8" name="">
            <a:extLst xmlns:a="http://schemas.openxmlformats.org/drawingml/2006/main">
              <a:ext uri="{FF2B5EF4-FFF2-40B4-BE49-F238E27FC236}">
                <a16:creationId xmlns:a16="http://schemas.microsoft.com/office/drawing/2014/main" id="{083081CA-28C7-493F-A406-F5E7E74345C4}"/>
              </a:ext>
            </a:extLst>
          </p:cNvPr>
          <p:cNvSpPr>
            <a:spLocks xmlns:a="http://schemas.openxmlformats.org/drawingml/2006/main" noGrp="1"/>
          </p:cNvSpPr>
          <p:nvPr/>
        </p:nvSpPr>
        <p:spPr>
          <a:xfrm xmlns:a="http://schemas.openxmlformats.org/drawingml/2006/main">
            <a:off x="7239000" y="1571625"/>
            <a:ext cx="4000500" cy="2333625"/>
          </a:xfrm>
          <a:prstGeom xmlns:a="http://schemas.openxmlformats.org/drawingml/2006/main" prst="roundRect">
            <a:avLst>
              <a:gd name="adj" fmla="val 3265"/>
            </a:avLst>
          </a:prstGeom>
          <a:solidFill xmlns:a="http://schemas.openxmlformats.org/drawingml/2006/main">
            <a:srgbClr val="EAF4F5"/>
          </a:solidFill>
          <a:ln xmlns:a="http://schemas.openxmlformats.org/drawingml/2006/main" w="14288">
            <a:solidFill>
              <a:srgbClr val="087F8C"/>
            </a:solidFill>
            <a:prstDash val="solid"/>
          </a:ln>
        </p:spPr>
      </p:sp>
      <p:sp>
        <p:nvSpPr>
          <p:cNvPr id="9" name="">
            <a:extLst xmlns:a="http://schemas.openxmlformats.org/drawingml/2006/main">
              <a:ext uri="{FF2B5EF4-FFF2-40B4-BE49-F238E27FC236}">
                <a16:creationId xmlns:a16="http://schemas.microsoft.com/office/drawing/2014/main" id="{03CCE84A-700D-4331-8D58-B823028E57A2}"/>
              </a:ext>
            </a:extLst>
          </p:cNvPr>
          <p:cNvSpPr>
            <a:spLocks xmlns:a="http://schemas.openxmlformats.org/drawingml/2006/main" noGrp="1"/>
          </p:cNvSpPr>
          <p:nvPr/>
        </p:nvSpPr>
        <p:spPr>
          <a:xfrm xmlns:a="http://schemas.openxmlformats.org/drawingml/2006/main">
            <a:off x="7353300" y="1647825"/>
            <a:ext cx="3771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defRPr sz="1725" b="1">
                <a:solidFill>
                  <a:srgbClr val="17324D"/>
                </a:solidFill>
                <a:latin typeface="Arial"/>
                <a:ea typeface="Arial"/>
                <a:cs typeface="Arial"/>
              </a:defRPr>
            </a:lvl1pPr>
            <a:lvl2pPr algn="ctr">
              <a:defRPr sz="1725" b="1">
                <a:solidFill>
                  <a:srgbClr val="17324D"/>
                </a:solidFill>
                <a:latin typeface="Arial"/>
                <a:ea typeface="Arial"/>
                <a:cs typeface="Arial"/>
              </a:defRPr>
            </a:lvl2pPr>
            <a:lvl3pPr algn="ctr">
              <a:defRPr sz="1725" b="1">
                <a:solidFill>
                  <a:srgbClr val="17324D"/>
                </a:solidFill>
                <a:latin typeface="Arial"/>
                <a:ea typeface="Arial"/>
                <a:cs typeface="Arial"/>
              </a:defRPr>
            </a:lvl3pPr>
            <a:lvl4pPr algn="ctr">
              <a:defRPr sz="1725" b="1">
                <a:solidFill>
                  <a:srgbClr val="17324D"/>
                </a:solidFill>
                <a:latin typeface="Arial"/>
                <a:ea typeface="Arial"/>
                <a:cs typeface="Arial"/>
              </a:defRPr>
            </a:lvl4pPr>
            <a:lvl5pPr algn="ctr">
              <a:defRPr sz="1725" b="1">
                <a:solidFill>
                  <a:srgbClr val="17324D"/>
                </a:solidFill>
                <a:latin typeface="Arial"/>
                <a:ea typeface="Arial"/>
                <a:cs typeface="Arial"/>
              </a:defRPr>
            </a:lvl5pPr>
            <a:lvl6pPr algn="ctr">
              <a:defRPr sz="1725" b="1">
                <a:solidFill>
                  <a:srgbClr val="17324D"/>
                </a:solidFill>
                <a:latin typeface="Arial"/>
                <a:ea typeface="Arial"/>
                <a:cs typeface="Arial"/>
              </a:defRPr>
            </a:lvl6pPr>
            <a:lvl7pPr algn="ctr">
              <a:defRPr sz="1725" b="1">
                <a:solidFill>
                  <a:srgbClr val="17324D"/>
                </a:solidFill>
                <a:latin typeface="Arial"/>
                <a:ea typeface="Arial"/>
                <a:cs typeface="Arial"/>
              </a:defRPr>
            </a:lvl7pPr>
            <a:lvl8pPr algn="ctr">
              <a:defRPr sz="1725" b="1">
                <a:solidFill>
                  <a:srgbClr val="17324D"/>
                </a:solidFill>
                <a:latin typeface="Arial"/>
                <a:ea typeface="Arial"/>
                <a:cs typeface="Arial"/>
              </a:defRPr>
            </a:lvl8pPr>
            <a:lvl9pPr algn="ctr">
              <a:defRPr sz="1725" b="1">
                <a:solidFill>
                  <a:srgbClr val="17324D"/>
                </a:solidFill>
                <a:latin typeface="Arial"/>
                <a:ea typeface="Arial"/>
                <a:cs typeface="Arial"/>
              </a:defRPr>
            </a:lvl9pPr>
          </a:lstStyle>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CNN · EP2</a:t>
            </a:r>
          </a:p>
        </p:txBody>
      </p:sp>
      <p:sp>
        <p:nvSpPr>
          <p:cNvPr id="10" name="">
            <a:extLst xmlns:a="http://schemas.openxmlformats.org/drawingml/2006/main">
              <a:ext uri="{FF2B5EF4-FFF2-40B4-BE49-F238E27FC236}">
                <a16:creationId xmlns:a16="http://schemas.microsoft.com/office/drawing/2014/main" id="{0F040BD6-C808-4BE9-BA2D-07972B9F7B94}"/>
              </a:ext>
            </a:extLst>
          </p:cNvPr>
          <p:cNvSpPr>
            <a:spLocks xmlns:a="http://schemas.openxmlformats.org/drawingml/2006/main" noGrp="1"/>
          </p:cNvSpPr>
          <p:nvPr/>
        </p:nvSpPr>
        <p:spPr>
          <a:xfrm xmlns:a="http://schemas.openxmlformats.org/drawingml/2006/main">
            <a:off x="7353300" y="2019300"/>
            <a:ext cx="37719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Entrada: tensor 28 × 28 × 1</a:t>
            </a:r>
          </a:p>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Filtros locales + pooling</a:t>
            </a:r>
          </a:p>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243.352 parámetros</a:t>
            </a:r>
          </a:p>
        </p:txBody>
      </p:sp>
      <p:sp>
        <p:nvSpPr>
          <p:cNvPr id="11" name="">
            <a:extLst xmlns:a="http://schemas.openxmlformats.org/drawingml/2006/main">
              <a:ext uri="{FF2B5EF4-FFF2-40B4-BE49-F238E27FC236}">
                <a16:creationId xmlns:a16="http://schemas.microsoft.com/office/drawing/2014/main" id="{A0886FB3-1B30-4079-B18B-38A636A5C1CC}"/>
              </a:ext>
            </a:extLst>
          </p:cNvPr>
          <p:cNvSpPr>
            <a:spLocks xmlns:a="http://schemas.openxmlformats.org/drawingml/2006/main" noGrp="1"/>
          </p:cNvSpPr>
          <p:nvPr/>
        </p:nvSpPr>
        <p:spPr>
          <a:xfrm xmlns:a="http://schemas.openxmlformats.org/drawingml/2006/main">
            <a:off x="762000" y="44291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087F8C"/>
                </a:solidFill>
                <a:latin typeface="Arial"/>
                <a:ea typeface="Arial"/>
                <a:cs typeface="Arial"/>
              </a:defRPr>
            </a:defPPr>
            <a:lvl1pPr algn="l">
              <a:defRPr sz="2175" b="1">
                <a:solidFill>
                  <a:srgbClr val="087F8C"/>
                </a:solidFill>
                <a:latin typeface="Arial"/>
                <a:ea typeface="Arial"/>
                <a:cs typeface="Arial"/>
              </a:defRPr>
            </a:lvl1pPr>
            <a:lvl2pPr algn="l">
              <a:defRPr sz="2175" b="1">
                <a:solidFill>
                  <a:srgbClr val="087F8C"/>
                </a:solidFill>
                <a:latin typeface="Arial"/>
                <a:ea typeface="Arial"/>
                <a:cs typeface="Arial"/>
              </a:defRPr>
            </a:lvl2pPr>
            <a:lvl3pPr algn="l">
              <a:defRPr sz="2175" b="1">
                <a:solidFill>
                  <a:srgbClr val="087F8C"/>
                </a:solidFill>
                <a:latin typeface="Arial"/>
                <a:ea typeface="Arial"/>
                <a:cs typeface="Arial"/>
              </a:defRPr>
            </a:lvl3pPr>
            <a:lvl4pPr algn="l">
              <a:defRPr sz="2175" b="1">
                <a:solidFill>
                  <a:srgbClr val="087F8C"/>
                </a:solidFill>
                <a:latin typeface="Arial"/>
                <a:ea typeface="Arial"/>
                <a:cs typeface="Arial"/>
              </a:defRPr>
            </a:lvl4pPr>
            <a:lvl5pPr algn="l">
              <a:defRPr sz="2175" b="1">
                <a:solidFill>
                  <a:srgbClr val="087F8C"/>
                </a:solidFill>
                <a:latin typeface="Arial"/>
                <a:ea typeface="Arial"/>
                <a:cs typeface="Arial"/>
              </a:defRPr>
            </a:lvl5pPr>
            <a:lvl6pPr algn="l">
              <a:defRPr sz="2175" b="1">
                <a:solidFill>
                  <a:srgbClr val="087F8C"/>
                </a:solidFill>
                <a:latin typeface="Arial"/>
                <a:ea typeface="Arial"/>
                <a:cs typeface="Arial"/>
              </a:defRPr>
            </a:lvl6pPr>
            <a:lvl7pPr algn="l">
              <a:defRPr sz="2175" b="1">
                <a:solidFill>
                  <a:srgbClr val="087F8C"/>
                </a:solidFill>
                <a:latin typeface="Arial"/>
                <a:ea typeface="Arial"/>
                <a:cs typeface="Arial"/>
              </a:defRPr>
            </a:lvl7pPr>
            <a:lvl8pPr algn="l">
              <a:defRPr sz="2175" b="1">
                <a:solidFill>
                  <a:srgbClr val="087F8C"/>
                </a:solidFill>
                <a:latin typeface="Arial"/>
                <a:ea typeface="Arial"/>
                <a:cs typeface="Arial"/>
              </a:defRPr>
            </a:lvl8pPr>
            <a:lvl9pPr algn="l">
              <a:defRPr sz="2175" b="1">
                <a:solidFill>
                  <a:srgbClr val="087F8C"/>
                </a:solidFill>
                <a:latin typeface="Arial"/>
                <a:ea typeface="Arial"/>
                <a:cs typeface="Arial"/>
              </a:defRPr>
            </a:lvl9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Se mantiene</a:t>
            </a:r>
          </a:p>
        </p:txBody>
      </p:sp>
      <p:sp>
        <p:nvSpPr>
          <p:cNvPr id="12" name="">
            <a:extLst xmlns:a="http://schemas.openxmlformats.org/drawingml/2006/main">
              <a:ext uri="{FF2B5EF4-FFF2-40B4-BE49-F238E27FC236}">
                <a16:creationId xmlns:a16="http://schemas.microsoft.com/office/drawing/2014/main" id="{8E5499A0-354A-42D2-9DC5-A248274D3093}"/>
              </a:ext>
            </a:extLst>
          </p:cNvPr>
          <p:cNvSpPr>
            <a:spLocks xmlns:a="http://schemas.openxmlformats.org/drawingml/2006/main" noGrp="1"/>
          </p:cNvSpPr>
          <p:nvPr/>
        </p:nvSpPr>
        <p:spPr>
          <a:xfrm xmlns:a="http://schemas.openxmlformats.org/drawingml/2006/main">
            <a:off x="762000" y="48768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263746"/>
                </a:solidFill>
                <a:latin typeface="Arial"/>
                <a:ea typeface="Arial"/>
                <a:cs typeface="Arial"/>
              </a:defRPr>
            </a:defPPr>
            <a:lvl1pPr algn="l">
              <a:defRPr sz="1725" b="0">
                <a:solidFill>
                  <a:srgbClr val="263746"/>
                </a:solidFill>
                <a:latin typeface="Arial"/>
                <a:ea typeface="Arial"/>
                <a:cs typeface="Arial"/>
              </a:defRPr>
            </a:lvl1pPr>
            <a:lvl2pPr algn="l">
              <a:defRPr sz="1725" b="0">
                <a:solidFill>
                  <a:srgbClr val="263746"/>
                </a:solidFill>
                <a:latin typeface="Arial"/>
                <a:ea typeface="Arial"/>
                <a:cs typeface="Arial"/>
              </a:defRPr>
            </a:lvl2pPr>
            <a:lvl3pPr algn="l">
              <a:defRPr sz="1725" b="0">
                <a:solidFill>
                  <a:srgbClr val="263746"/>
                </a:solidFill>
                <a:latin typeface="Arial"/>
                <a:ea typeface="Arial"/>
                <a:cs typeface="Arial"/>
              </a:defRPr>
            </a:lvl3pPr>
            <a:lvl4pPr algn="l">
              <a:defRPr sz="1725" b="0">
                <a:solidFill>
                  <a:srgbClr val="263746"/>
                </a:solidFill>
                <a:latin typeface="Arial"/>
                <a:ea typeface="Arial"/>
                <a:cs typeface="Arial"/>
              </a:defRPr>
            </a:lvl4pPr>
            <a:lvl5pPr algn="l">
              <a:defRPr sz="1725" b="0">
                <a:solidFill>
                  <a:srgbClr val="263746"/>
                </a:solidFill>
                <a:latin typeface="Arial"/>
                <a:ea typeface="Arial"/>
                <a:cs typeface="Arial"/>
              </a:defRPr>
            </a:lvl5pPr>
            <a:lvl6pPr algn="l">
              <a:defRPr sz="1725" b="0">
                <a:solidFill>
                  <a:srgbClr val="263746"/>
                </a:solidFill>
                <a:latin typeface="Arial"/>
                <a:ea typeface="Arial"/>
                <a:cs typeface="Arial"/>
              </a:defRPr>
            </a:lvl6pPr>
            <a:lvl7pPr algn="l">
              <a:defRPr sz="1725" b="0">
                <a:solidFill>
                  <a:srgbClr val="263746"/>
                </a:solidFill>
                <a:latin typeface="Arial"/>
                <a:ea typeface="Arial"/>
                <a:cs typeface="Arial"/>
              </a:defRPr>
            </a:lvl7pPr>
            <a:lvl8pPr algn="l">
              <a:defRPr sz="1725" b="0">
                <a:solidFill>
                  <a:srgbClr val="263746"/>
                </a:solidFill>
                <a:latin typeface="Arial"/>
                <a:ea typeface="Arial"/>
                <a:cs typeface="Arial"/>
              </a:defRPr>
            </a:lvl8pPr>
            <a:lvl9pPr algn="l">
              <a:defRPr sz="1725" b="0">
                <a:solidFill>
                  <a:srgbClr val="263746"/>
                </a:solidFill>
                <a:latin typeface="Arial"/>
                <a:ea typeface="Arial"/>
                <a:cs typeface="Arial"/>
              </a:defRPr>
            </a:lvl9pPr>
          </a:lstStyle>
          <a:p xmlns:a="http://schemas.openxmlformats.org/drawingml/2006/main">
            <a:pPr algn="l">
              <a:defRPr sz="1725" b="0">
                <a:solidFill>
                  <a:srgbClr val="263746"/>
                </a:solidFill>
                <a:latin typeface="Arial"/>
                <a:ea typeface="Arial"/>
                <a:cs typeface="Arial"/>
              </a:defRPr>
            </a:pPr>
            <a:r>
              <a:rPr sz="1725" b="0">
                <a:solidFill>
                  <a:srgbClr val="263746"/>
                </a:solidFill>
                <a:latin typeface="Arial"/>
                <a:ea typeface="Arial"/>
                <a:cs typeface="Arial"/>
              </a:rPr>
              <a:t>Dataset, 24 clases, particiones y semilla 42</a:t>
            </a:r>
          </a:p>
        </p:txBody>
      </p:sp>
      <p:sp>
        <p:nvSpPr>
          <p:cNvPr id="13" name="">
            <a:extLst xmlns:a="http://schemas.openxmlformats.org/drawingml/2006/main">
              <a:ext uri="{FF2B5EF4-FFF2-40B4-BE49-F238E27FC236}">
                <a16:creationId xmlns:a16="http://schemas.microsoft.com/office/drawing/2014/main" id="{F3537B28-F954-4473-809A-6A9E3B2AEAC6}"/>
              </a:ext>
            </a:extLst>
          </p:cNvPr>
          <p:cNvSpPr>
            <a:spLocks xmlns:a="http://schemas.openxmlformats.org/drawingml/2006/main" noGrp="1"/>
          </p:cNvSpPr>
          <p:nvPr/>
        </p:nvSpPr>
        <p:spPr>
          <a:xfrm xmlns:a="http://schemas.openxmlformats.org/drawingml/2006/main">
            <a:off x="6429375" y="44291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087F8C"/>
                </a:solidFill>
                <a:latin typeface="Arial"/>
                <a:ea typeface="Arial"/>
                <a:cs typeface="Arial"/>
              </a:defRPr>
            </a:defPPr>
            <a:lvl1pPr algn="l">
              <a:defRPr sz="2175" b="1">
                <a:solidFill>
                  <a:srgbClr val="087F8C"/>
                </a:solidFill>
                <a:latin typeface="Arial"/>
                <a:ea typeface="Arial"/>
                <a:cs typeface="Arial"/>
              </a:defRPr>
            </a:lvl1pPr>
            <a:lvl2pPr algn="l">
              <a:defRPr sz="2175" b="1">
                <a:solidFill>
                  <a:srgbClr val="087F8C"/>
                </a:solidFill>
                <a:latin typeface="Arial"/>
                <a:ea typeface="Arial"/>
                <a:cs typeface="Arial"/>
              </a:defRPr>
            </a:lvl2pPr>
            <a:lvl3pPr algn="l">
              <a:defRPr sz="2175" b="1">
                <a:solidFill>
                  <a:srgbClr val="087F8C"/>
                </a:solidFill>
                <a:latin typeface="Arial"/>
                <a:ea typeface="Arial"/>
                <a:cs typeface="Arial"/>
              </a:defRPr>
            </a:lvl3pPr>
            <a:lvl4pPr algn="l">
              <a:defRPr sz="2175" b="1">
                <a:solidFill>
                  <a:srgbClr val="087F8C"/>
                </a:solidFill>
                <a:latin typeface="Arial"/>
                <a:ea typeface="Arial"/>
                <a:cs typeface="Arial"/>
              </a:defRPr>
            </a:lvl4pPr>
            <a:lvl5pPr algn="l">
              <a:defRPr sz="2175" b="1">
                <a:solidFill>
                  <a:srgbClr val="087F8C"/>
                </a:solidFill>
                <a:latin typeface="Arial"/>
                <a:ea typeface="Arial"/>
                <a:cs typeface="Arial"/>
              </a:defRPr>
            </a:lvl5pPr>
            <a:lvl6pPr algn="l">
              <a:defRPr sz="2175" b="1">
                <a:solidFill>
                  <a:srgbClr val="087F8C"/>
                </a:solidFill>
                <a:latin typeface="Arial"/>
                <a:ea typeface="Arial"/>
                <a:cs typeface="Arial"/>
              </a:defRPr>
            </a:lvl6pPr>
            <a:lvl7pPr algn="l">
              <a:defRPr sz="2175" b="1">
                <a:solidFill>
                  <a:srgbClr val="087F8C"/>
                </a:solidFill>
                <a:latin typeface="Arial"/>
                <a:ea typeface="Arial"/>
                <a:cs typeface="Arial"/>
              </a:defRPr>
            </a:lvl7pPr>
            <a:lvl8pPr algn="l">
              <a:defRPr sz="2175" b="1">
                <a:solidFill>
                  <a:srgbClr val="087F8C"/>
                </a:solidFill>
                <a:latin typeface="Arial"/>
                <a:ea typeface="Arial"/>
                <a:cs typeface="Arial"/>
              </a:defRPr>
            </a:lvl8pPr>
            <a:lvl9pPr algn="l">
              <a:defRPr sz="2175" b="1">
                <a:solidFill>
                  <a:srgbClr val="087F8C"/>
                </a:solidFill>
                <a:latin typeface="Arial"/>
                <a:ea typeface="Arial"/>
                <a:cs typeface="Arial"/>
              </a:defRPr>
            </a:lvl9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Se adapta</a:t>
            </a:r>
          </a:p>
        </p:txBody>
      </p:sp>
      <p:sp>
        <p:nvSpPr>
          <p:cNvPr id="14" name="">
            <a:extLst xmlns:a="http://schemas.openxmlformats.org/drawingml/2006/main">
              <a:ext uri="{FF2B5EF4-FFF2-40B4-BE49-F238E27FC236}">
                <a16:creationId xmlns:a16="http://schemas.microsoft.com/office/drawing/2014/main" id="{ECDC37CD-F12E-4659-ACEB-87FCBC603CB4}"/>
              </a:ext>
            </a:extLst>
          </p:cNvPr>
          <p:cNvSpPr>
            <a:spLocks xmlns:a="http://schemas.openxmlformats.org/drawingml/2006/main" noGrp="1"/>
          </p:cNvSpPr>
          <p:nvPr/>
        </p:nvSpPr>
        <p:spPr>
          <a:xfrm xmlns:a="http://schemas.openxmlformats.org/drawingml/2006/main">
            <a:off x="6429375" y="4876800"/>
            <a:ext cx="4810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263746"/>
                </a:solidFill>
                <a:latin typeface="Arial"/>
                <a:ea typeface="Arial"/>
                <a:cs typeface="Arial"/>
              </a:defRPr>
            </a:defPPr>
            <a:lvl1pPr algn="l">
              <a:defRPr sz="1725" b="0">
                <a:solidFill>
                  <a:srgbClr val="263746"/>
                </a:solidFill>
                <a:latin typeface="Arial"/>
                <a:ea typeface="Arial"/>
                <a:cs typeface="Arial"/>
              </a:defRPr>
            </a:lvl1pPr>
            <a:lvl2pPr algn="l">
              <a:defRPr sz="1725" b="0">
                <a:solidFill>
                  <a:srgbClr val="263746"/>
                </a:solidFill>
                <a:latin typeface="Arial"/>
                <a:ea typeface="Arial"/>
                <a:cs typeface="Arial"/>
              </a:defRPr>
            </a:lvl2pPr>
            <a:lvl3pPr algn="l">
              <a:defRPr sz="1725" b="0">
                <a:solidFill>
                  <a:srgbClr val="263746"/>
                </a:solidFill>
                <a:latin typeface="Arial"/>
                <a:ea typeface="Arial"/>
                <a:cs typeface="Arial"/>
              </a:defRPr>
            </a:lvl3pPr>
            <a:lvl4pPr algn="l">
              <a:defRPr sz="1725" b="0">
                <a:solidFill>
                  <a:srgbClr val="263746"/>
                </a:solidFill>
                <a:latin typeface="Arial"/>
                <a:ea typeface="Arial"/>
                <a:cs typeface="Arial"/>
              </a:defRPr>
            </a:lvl4pPr>
            <a:lvl5pPr algn="l">
              <a:defRPr sz="1725" b="0">
                <a:solidFill>
                  <a:srgbClr val="263746"/>
                </a:solidFill>
                <a:latin typeface="Arial"/>
                <a:ea typeface="Arial"/>
                <a:cs typeface="Arial"/>
              </a:defRPr>
            </a:lvl5pPr>
            <a:lvl6pPr algn="l">
              <a:defRPr sz="1725" b="0">
                <a:solidFill>
                  <a:srgbClr val="263746"/>
                </a:solidFill>
                <a:latin typeface="Arial"/>
                <a:ea typeface="Arial"/>
                <a:cs typeface="Arial"/>
              </a:defRPr>
            </a:lvl6pPr>
            <a:lvl7pPr algn="l">
              <a:defRPr sz="1725" b="0">
                <a:solidFill>
                  <a:srgbClr val="263746"/>
                </a:solidFill>
                <a:latin typeface="Arial"/>
                <a:ea typeface="Arial"/>
                <a:cs typeface="Arial"/>
              </a:defRPr>
            </a:lvl7pPr>
            <a:lvl8pPr algn="l">
              <a:defRPr sz="1725" b="0">
                <a:solidFill>
                  <a:srgbClr val="263746"/>
                </a:solidFill>
                <a:latin typeface="Arial"/>
                <a:ea typeface="Arial"/>
                <a:cs typeface="Arial"/>
              </a:defRPr>
            </a:lvl8pPr>
            <a:lvl9pPr algn="l">
              <a:defRPr sz="1725" b="0">
                <a:solidFill>
                  <a:srgbClr val="263746"/>
                </a:solidFill>
                <a:latin typeface="Arial"/>
                <a:ea typeface="Arial"/>
                <a:cs typeface="Arial"/>
              </a:defRPr>
            </a:lvl9pPr>
          </a:lstStyle>
          <a:p xmlns:a="http://schemas.openxmlformats.org/drawingml/2006/main">
            <a:pPr algn="l">
              <a:defRPr sz="1725" b="0">
                <a:solidFill>
                  <a:srgbClr val="263746"/>
                </a:solidFill>
                <a:latin typeface="Arial"/>
                <a:ea typeface="Arial"/>
                <a:cs typeface="Arial"/>
              </a:defRPr>
            </a:pPr>
            <a:r>
              <a:rPr sz="1725" b="0">
                <a:solidFill>
                  <a:srgbClr val="263746"/>
                </a:solidFill>
                <a:latin typeface="Arial"/>
                <a:ea typeface="Arial"/>
                <a:cs typeface="Arial"/>
              </a:rPr>
              <a:t>Formato de entrada y arquitectura para aprovechar la estructura espacial</a:t>
            </a:r>
          </a:p>
        </p:txBody>
      </p:sp>
      <p:sp>
        <p:nvSpPr>
          <p:cNvPr id="15" name="">
            <a:extLst xmlns:a="http://schemas.openxmlformats.org/drawingml/2006/main">
              <a:ext uri="{FF2B5EF4-FFF2-40B4-BE49-F238E27FC236}">
                <a16:creationId xmlns:a16="http://schemas.microsoft.com/office/drawing/2014/main" id="{654EE513-1201-48BD-95A1-927466A2E4AA}"/>
              </a:ext>
            </a:extLst>
          </p:cNvPr>
          <p:cNvSpPr>
            <a:spLocks xmlns:a="http://schemas.openxmlformats.org/drawingml/2006/main" noGrp="1"/>
          </p:cNvSpPr>
          <p:nvPr/>
        </p:nvSpPr>
        <p:spPr>
          <a:xfrm xmlns:a="http://schemas.openxmlformats.org/drawingml/2006/main">
            <a:off x="762000" y="584835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a:solidFill>
                  <a:srgbClr val="4E5C68"/>
                </a:solidFill>
                <a:latin typeface="Arial"/>
                <a:ea typeface="Arial"/>
                <a:cs typeface="Arial"/>
              </a:defRPr>
            </a:defPPr>
            <a:lvl1pPr algn="ctr">
              <a:defRPr sz="1800" b="1">
                <a:solidFill>
                  <a:srgbClr val="4E5C68"/>
                </a:solidFill>
                <a:latin typeface="Arial"/>
                <a:ea typeface="Arial"/>
                <a:cs typeface="Arial"/>
              </a:defRPr>
            </a:lvl1pPr>
            <a:lvl2pPr algn="ctr">
              <a:defRPr sz="1800" b="1">
                <a:solidFill>
                  <a:srgbClr val="4E5C68"/>
                </a:solidFill>
                <a:latin typeface="Arial"/>
                <a:ea typeface="Arial"/>
                <a:cs typeface="Arial"/>
              </a:defRPr>
            </a:lvl2pPr>
            <a:lvl3pPr algn="ctr">
              <a:defRPr sz="1800" b="1">
                <a:solidFill>
                  <a:srgbClr val="4E5C68"/>
                </a:solidFill>
                <a:latin typeface="Arial"/>
                <a:ea typeface="Arial"/>
                <a:cs typeface="Arial"/>
              </a:defRPr>
            </a:lvl3pPr>
            <a:lvl4pPr algn="ctr">
              <a:defRPr sz="1800" b="1">
                <a:solidFill>
                  <a:srgbClr val="4E5C68"/>
                </a:solidFill>
                <a:latin typeface="Arial"/>
                <a:ea typeface="Arial"/>
                <a:cs typeface="Arial"/>
              </a:defRPr>
            </a:lvl4pPr>
            <a:lvl5pPr algn="ctr">
              <a:defRPr sz="1800" b="1">
                <a:solidFill>
                  <a:srgbClr val="4E5C68"/>
                </a:solidFill>
                <a:latin typeface="Arial"/>
                <a:ea typeface="Arial"/>
                <a:cs typeface="Arial"/>
              </a:defRPr>
            </a:lvl5pPr>
            <a:lvl6pPr algn="ctr">
              <a:defRPr sz="1800" b="1">
                <a:solidFill>
                  <a:srgbClr val="4E5C68"/>
                </a:solidFill>
                <a:latin typeface="Arial"/>
                <a:ea typeface="Arial"/>
                <a:cs typeface="Arial"/>
              </a:defRPr>
            </a:lvl6pPr>
            <a:lvl7pPr algn="ctr">
              <a:defRPr sz="1800" b="1">
                <a:solidFill>
                  <a:srgbClr val="4E5C68"/>
                </a:solidFill>
                <a:latin typeface="Arial"/>
                <a:ea typeface="Arial"/>
                <a:cs typeface="Arial"/>
              </a:defRPr>
            </a:lvl7pPr>
            <a:lvl8pPr algn="ctr">
              <a:defRPr sz="1800" b="1">
                <a:solidFill>
                  <a:srgbClr val="4E5C68"/>
                </a:solidFill>
                <a:latin typeface="Arial"/>
                <a:ea typeface="Arial"/>
                <a:cs typeface="Arial"/>
              </a:defRPr>
            </a:lvl8pPr>
            <a:lvl9pPr algn="ctr">
              <a:defRPr sz="1800" b="1">
                <a:solidFill>
                  <a:srgbClr val="4E5C68"/>
                </a:solidFill>
                <a:latin typeface="Arial"/>
                <a:ea typeface="Arial"/>
                <a:cs typeface="Arial"/>
              </a:defRPr>
            </a:lvl9pPr>
          </a:lstStyle>
          <a:p xmlns:a="http://schemas.openxmlformats.org/drawingml/2006/main">
            <a:pPr algn="ctr">
              <a:defRPr sz="1800" b="1">
                <a:solidFill>
                  <a:srgbClr val="4E5C68"/>
                </a:solidFill>
                <a:latin typeface="Arial"/>
                <a:ea typeface="Arial"/>
                <a:cs typeface="Arial"/>
              </a:defRPr>
            </a:pPr>
            <a:r>
              <a:rPr sz="1800" b="1">
                <a:solidFill>
                  <a:srgbClr val="4E5C68"/>
                </a:solidFill>
                <a:latin typeface="Arial"/>
                <a:ea typeface="Arial"/>
                <a:cs typeface="Arial"/>
              </a:rPr>
              <a:t>No se repite la limpieza de la EP1: se reutilizan los datos ya validados.</a:t>
            </a:r>
          </a:p>
        </p:txBody>
      </p:sp>
    </p:spTree>
    <p:extLst>
      <p:ext uri="{BB962C8B-B14F-4D97-AF65-F5344CB8AC3E}">
        <p14:creationId xmlns:p14="http://schemas.microsoft.com/office/powerpoint/2010/main" val="18541644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24A3565-F1C2-4B7B-96BD-301B4A5AFD55}"/>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defRPr sz="3150" b="1">
                <a:solidFill>
                  <a:srgbClr val="17324D"/>
                </a:solidFill>
                <a:latin typeface="Arial"/>
                <a:ea typeface="Arial"/>
                <a:cs typeface="Arial"/>
              </a:defRPr>
            </a:lvl1pPr>
            <a:lvl2pPr algn="l">
              <a:defRPr sz="3150" b="1">
                <a:solidFill>
                  <a:srgbClr val="17324D"/>
                </a:solidFill>
                <a:latin typeface="Arial"/>
                <a:ea typeface="Arial"/>
                <a:cs typeface="Arial"/>
              </a:defRPr>
            </a:lvl2pPr>
            <a:lvl3pPr algn="l">
              <a:defRPr sz="3150" b="1">
                <a:solidFill>
                  <a:srgbClr val="17324D"/>
                </a:solidFill>
                <a:latin typeface="Arial"/>
                <a:ea typeface="Arial"/>
                <a:cs typeface="Arial"/>
              </a:defRPr>
            </a:lvl3pPr>
            <a:lvl4pPr algn="l">
              <a:defRPr sz="3150" b="1">
                <a:solidFill>
                  <a:srgbClr val="17324D"/>
                </a:solidFill>
                <a:latin typeface="Arial"/>
                <a:ea typeface="Arial"/>
                <a:cs typeface="Arial"/>
              </a:defRPr>
            </a:lvl4pPr>
            <a:lvl5pPr algn="l">
              <a:defRPr sz="3150" b="1">
                <a:solidFill>
                  <a:srgbClr val="17324D"/>
                </a:solidFill>
                <a:latin typeface="Arial"/>
                <a:ea typeface="Arial"/>
                <a:cs typeface="Arial"/>
              </a:defRPr>
            </a:lvl5pPr>
            <a:lvl6pPr algn="l">
              <a:defRPr sz="3150" b="1">
                <a:solidFill>
                  <a:srgbClr val="17324D"/>
                </a:solidFill>
                <a:latin typeface="Arial"/>
                <a:ea typeface="Arial"/>
                <a:cs typeface="Arial"/>
              </a:defRPr>
            </a:lvl6pPr>
            <a:lvl7pPr algn="l">
              <a:defRPr sz="3150" b="1">
                <a:solidFill>
                  <a:srgbClr val="17324D"/>
                </a:solidFill>
                <a:latin typeface="Arial"/>
                <a:ea typeface="Arial"/>
                <a:cs typeface="Arial"/>
              </a:defRPr>
            </a:lvl7pPr>
            <a:lvl8pPr algn="l">
              <a:defRPr sz="3150" b="1">
                <a:solidFill>
                  <a:srgbClr val="17324D"/>
                </a:solidFill>
                <a:latin typeface="Arial"/>
                <a:ea typeface="Arial"/>
                <a:cs typeface="Arial"/>
              </a:defRPr>
            </a:lvl8pPr>
            <a:lvl9pPr algn="l">
              <a:defRPr sz="3150" b="1">
                <a:solidFill>
                  <a:srgbClr val="17324D"/>
                </a:solidFill>
                <a:latin typeface="Arial"/>
                <a:ea typeface="Arial"/>
                <a:cs typeface="Arial"/>
              </a:defRPr>
            </a:lvl9pPr>
          </a:lstStyle>
          <a:p xmlns:a="http://schemas.openxmlformats.org/drawingml/2006/main">
            <a:pPr algn="l">
              <a:defRPr sz="3150" b="1">
                <a:solidFill>
                  <a:srgbClr val="17324D"/>
                </a:solidFill>
                <a:latin typeface="Arial"/>
                <a:ea typeface="Arial"/>
                <a:cs typeface="Arial"/>
              </a:defRPr>
            </a:pPr>
            <a:r>
              <a:rPr sz="3150" b="1">
                <a:solidFill>
                  <a:srgbClr val="17324D"/>
                </a:solidFill>
                <a:latin typeface="Arial"/>
                <a:ea typeface="Arial"/>
                <a:cs typeface="Arial"/>
              </a:rPr>
              <a:t>Preparación específica para la CNN</a:t>
            </a:r>
          </a:p>
        </p:txBody>
      </p:sp>
      <p:sp>
        <p:nvSpPr>
          <p:cNvPr id="2" name="">
            <a:extLst xmlns:a="http://schemas.openxmlformats.org/drawingml/2006/main">
              <a:ext uri="{FF2B5EF4-FFF2-40B4-BE49-F238E27FC236}">
                <a16:creationId xmlns:a16="http://schemas.microsoft.com/office/drawing/2014/main" id="{BEF5A151-D98C-401F-A234-46C6DD8BCD18}"/>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defRPr sz="1200" b="0">
                <a:solidFill>
                  <a:srgbClr val="4E5C68"/>
                </a:solidFill>
                <a:latin typeface="Arial"/>
                <a:ea typeface="Arial"/>
                <a:cs typeface="Arial"/>
              </a:defRPr>
            </a:lvl1pPr>
            <a:lvl2pPr algn="r">
              <a:defRPr sz="1200" b="0">
                <a:solidFill>
                  <a:srgbClr val="4E5C68"/>
                </a:solidFill>
                <a:latin typeface="Arial"/>
                <a:ea typeface="Arial"/>
                <a:cs typeface="Arial"/>
              </a:defRPr>
            </a:lvl2pPr>
            <a:lvl3pPr algn="r">
              <a:defRPr sz="1200" b="0">
                <a:solidFill>
                  <a:srgbClr val="4E5C68"/>
                </a:solidFill>
                <a:latin typeface="Arial"/>
                <a:ea typeface="Arial"/>
                <a:cs typeface="Arial"/>
              </a:defRPr>
            </a:lvl3pPr>
            <a:lvl4pPr algn="r">
              <a:defRPr sz="1200" b="0">
                <a:solidFill>
                  <a:srgbClr val="4E5C68"/>
                </a:solidFill>
                <a:latin typeface="Arial"/>
                <a:ea typeface="Arial"/>
                <a:cs typeface="Arial"/>
              </a:defRPr>
            </a:lvl4pPr>
            <a:lvl5pPr algn="r">
              <a:defRPr sz="1200" b="0">
                <a:solidFill>
                  <a:srgbClr val="4E5C68"/>
                </a:solidFill>
                <a:latin typeface="Arial"/>
                <a:ea typeface="Arial"/>
                <a:cs typeface="Arial"/>
              </a:defRPr>
            </a:lvl5pPr>
            <a:lvl6pPr algn="r">
              <a:defRPr sz="1200" b="0">
                <a:solidFill>
                  <a:srgbClr val="4E5C68"/>
                </a:solidFill>
                <a:latin typeface="Arial"/>
                <a:ea typeface="Arial"/>
                <a:cs typeface="Arial"/>
              </a:defRPr>
            </a:lvl6pPr>
            <a:lvl7pPr algn="r">
              <a:defRPr sz="1200" b="0">
                <a:solidFill>
                  <a:srgbClr val="4E5C68"/>
                </a:solidFill>
                <a:latin typeface="Arial"/>
                <a:ea typeface="Arial"/>
                <a:cs typeface="Arial"/>
              </a:defRPr>
            </a:lvl7pPr>
            <a:lvl8pPr algn="r">
              <a:defRPr sz="1200" b="0">
                <a:solidFill>
                  <a:srgbClr val="4E5C68"/>
                </a:solidFill>
                <a:latin typeface="Arial"/>
                <a:ea typeface="Arial"/>
                <a:cs typeface="Arial"/>
              </a:defRPr>
            </a:lvl8pPr>
            <a:lvl9pPr algn="r">
              <a:defRPr sz="1200" b="0">
                <a:solidFill>
                  <a:srgbClr val="4E5C68"/>
                </a:solidFill>
                <a:latin typeface="Arial"/>
                <a:ea typeface="Arial"/>
                <a:cs typeface="Arial"/>
              </a:defRPr>
            </a:lvl9pPr>
          </a:lstStyle>
          <a:p xmlns:a="http://schemas.openxmlformats.org/drawingml/2006/main">
            <a:pPr algn="r">
              <a:defRPr sz="1200" b="0">
                <a:solidFill>
                  <a:srgbClr val="4E5C68"/>
                </a:solidFill>
                <a:latin typeface="Arial"/>
                <a:ea typeface="Arial"/>
                <a:cs typeface="Arial"/>
              </a:defRPr>
            </a:pPr>
            <a:r>
              <a:rPr sz="1200" b="0">
                <a:solidFill>
                  <a:srgbClr val="4E5C68"/>
                </a:solidFill>
                <a:latin typeface="Arial"/>
                <a:ea typeface="Arial"/>
                <a:cs typeface="Arial"/>
              </a:rPr>
              <a:t>3 / 10</a:t>
            </a:r>
          </a:p>
        </p:txBody>
      </p:sp>
      <p:sp>
        <p:nvSpPr>
          <p:cNvPr id="3" name="">
            <a:extLst xmlns:a="http://schemas.openxmlformats.org/drawingml/2006/main">
              <a:ext uri="{FF2B5EF4-FFF2-40B4-BE49-F238E27FC236}">
                <a16:creationId xmlns:a16="http://schemas.microsoft.com/office/drawing/2014/main" id="{A332CD7C-EAB4-49EA-9BF9-D208C2F3930A}"/>
              </a:ext>
            </a:extLst>
          </p:cNvPr>
          <p:cNvSpPr>
            <a:spLocks xmlns:a="http://schemas.openxmlformats.org/drawingml/2006/main" noGrp="1"/>
          </p:cNvSpPr>
          <p:nvPr/>
        </p:nvSpPr>
        <p:spPr>
          <a:xfrm xmlns:a="http://schemas.openxmlformats.org/drawingml/2006/main">
            <a:off x="609600" y="1571625"/>
            <a:ext cx="2095500" cy="1219200"/>
          </a:xfrm>
          <a:prstGeom xmlns:a="http://schemas.openxmlformats.org/drawingml/2006/main" prst="roundRect">
            <a:avLst>
              <a:gd name="adj" fmla="val 6250"/>
            </a:avLst>
          </a:prstGeom>
          <a:solidFill xmlns:a="http://schemas.openxmlformats.org/drawingml/2006/main">
            <a:srgbClr val="EAF4F5"/>
          </a:solidFill>
          <a:ln xmlns:a="http://schemas.openxmlformats.org/drawingml/2006/main" w="14288">
            <a:solidFill>
              <a:srgbClr val="087F8C"/>
            </a:solidFill>
            <a:prstDash val="solid"/>
          </a:ln>
        </p:spPr>
      </p:sp>
      <p:sp>
        <p:nvSpPr>
          <p:cNvPr id="4" name="">
            <a:extLst xmlns:a="http://schemas.openxmlformats.org/drawingml/2006/main">
              <a:ext uri="{FF2B5EF4-FFF2-40B4-BE49-F238E27FC236}">
                <a16:creationId xmlns:a16="http://schemas.microsoft.com/office/drawing/2014/main" id="{730775B5-C464-4F31-8561-F8A12CB9CC9D}"/>
              </a:ext>
            </a:extLst>
          </p:cNvPr>
          <p:cNvSpPr>
            <a:spLocks xmlns:a="http://schemas.openxmlformats.org/drawingml/2006/main" noGrp="1"/>
          </p:cNvSpPr>
          <p:nvPr/>
        </p:nvSpPr>
        <p:spPr>
          <a:xfrm xmlns:a="http://schemas.openxmlformats.org/drawingml/2006/main">
            <a:off x="723900" y="164782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defRPr sz="1725" b="1">
                <a:solidFill>
                  <a:srgbClr val="17324D"/>
                </a:solidFill>
                <a:latin typeface="Arial"/>
                <a:ea typeface="Arial"/>
                <a:cs typeface="Arial"/>
              </a:defRPr>
            </a:lvl1pPr>
            <a:lvl2pPr algn="ctr">
              <a:defRPr sz="1725" b="1">
                <a:solidFill>
                  <a:srgbClr val="17324D"/>
                </a:solidFill>
                <a:latin typeface="Arial"/>
                <a:ea typeface="Arial"/>
                <a:cs typeface="Arial"/>
              </a:defRPr>
            </a:lvl2pPr>
            <a:lvl3pPr algn="ctr">
              <a:defRPr sz="1725" b="1">
                <a:solidFill>
                  <a:srgbClr val="17324D"/>
                </a:solidFill>
                <a:latin typeface="Arial"/>
                <a:ea typeface="Arial"/>
                <a:cs typeface="Arial"/>
              </a:defRPr>
            </a:lvl3pPr>
            <a:lvl4pPr algn="ctr">
              <a:defRPr sz="1725" b="1">
                <a:solidFill>
                  <a:srgbClr val="17324D"/>
                </a:solidFill>
                <a:latin typeface="Arial"/>
                <a:ea typeface="Arial"/>
                <a:cs typeface="Arial"/>
              </a:defRPr>
            </a:lvl4pPr>
            <a:lvl5pPr algn="ctr">
              <a:defRPr sz="1725" b="1">
                <a:solidFill>
                  <a:srgbClr val="17324D"/>
                </a:solidFill>
                <a:latin typeface="Arial"/>
                <a:ea typeface="Arial"/>
                <a:cs typeface="Arial"/>
              </a:defRPr>
            </a:lvl5pPr>
            <a:lvl6pPr algn="ctr">
              <a:defRPr sz="1725" b="1">
                <a:solidFill>
                  <a:srgbClr val="17324D"/>
                </a:solidFill>
                <a:latin typeface="Arial"/>
                <a:ea typeface="Arial"/>
                <a:cs typeface="Arial"/>
              </a:defRPr>
            </a:lvl6pPr>
            <a:lvl7pPr algn="ctr">
              <a:defRPr sz="1725" b="1">
                <a:solidFill>
                  <a:srgbClr val="17324D"/>
                </a:solidFill>
                <a:latin typeface="Arial"/>
                <a:ea typeface="Arial"/>
                <a:cs typeface="Arial"/>
              </a:defRPr>
            </a:lvl7pPr>
            <a:lvl8pPr algn="ctr">
              <a:defRPr sz="1725" b="1">
                <a:solidFill>
                  <a:srgbClr val="17324D"/>
                </a:solidFill>
                <a:latin typeface="Arial"/>
                <a:ea typeface="Arial"/>
                <a:cs typeface="Arial"/>
              </a:defRPr>
            </a:lvl8pPr>
            <a:lvl9pPr algn="ctr">
              <a:defRPr sz="1725" b="1">
                <a:solidFill>
                  <a:srgbClr val="17324D"/>
                </a:solidFill>
                <a:latin typeface="Arial"/>
                <a:ea typeface="Arial"/>
                <a:cs typeface="Arial"/>
              </a:defRPr>
            </a:lvl9pPr>
          </a:lstStyle>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CSV</a:t>
            </a:r>
          </a:p>
        </p:txBody>
      </p:sp>
      <p:sp>
        <p:nvSpPr>
          <p:cNvPr id="5" name="">
            <a:extLst xmlns:a="http://schemas.openxmlformats.org/drawingml/2006/main">
              <a:ext uri="{FF2B5EF4-FFF2-40B4-BE49-F238E27FC236}">
                <a16:creationId xmlns:a16="http://schemas.microsoft.com/office/drawing/2014/main" id="{61F1F7C3-B6B4-441C-8446-03B0B7684666}"/>
              </a:ext>
            </a:extLst>
          </p:cNvPr>
          <p:cNvSpPr>
            <a:spLocks xmlns:a="http://schemas.openxmlformats.org/drawingml/2006/main" noGrp="1"/>
          </p:cNvSpPr>
          <p:nvPr/>
        </p:nvSpPr>
        <p:spPr>
          <a:xfrm xmlns:a="http://schemas.openxmlformats.org/drawingml/2006/main">
            <a:off x="723900" y="2019300"/>
            <a:ext cx="1866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label + 784 píxeles</a:t>
            </a:r>
          </a:p>
        </p:txBody>
      </p:sp>
      <p:sp>
        <p:nvSpPr>
          <p:cNvPr id="6" name="">
            <a:extLst xmlns:a="http://schemas.openxmlformats.org/drawingml/2006/main">
              <a:ext uri="{FF2B5EF4-FFF2-40B4-BE49-F238E27FC236}">
                <a16:creationId xmlns:a16="http://schemas.microsoft.com/office/drawing/2014/main" id="{237737B0-83F5-478F-B9FE-D05E1039BC4A}"/>
              </a:ext>
            </a:extLst>
          </p:cNvPr>
          <p:cNvSpPr>
            <a:spLocks xmlns:a="http://schemas.openxmlformats.org/drawingml/2006/main" noGrp="1"/>
          </p:cNvSpPr>
          <p:nvPr/>
        </p:nvSpPr>
        <p:spPr>
          <a:xfrm xmlns:a="http://schemas.openxmlformats.org/drawingml/2006/main">
            <a:off x="2857500" y="1971675"/>
            <a:ext cx="457200" cy="40005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7" name="">
            <a:extLst xmlns:a="http://schemas.openxmlformats.org/drawingml/2006/main">
              <a:ext uri="{FF2B5EF4-FFF2-40B4-BE49-F238E27FC236}">
                <a16:creationId xmlns:a16="http://schemas.microsoft.com/office/drawing/2014/main" id="{6D0FA1DC-FCD0-4534-A1F7-0801E46E3767}"/>
              </a:ext>
            </a:extLst>
          </p:cNvPr>
          <p:cNvSpPr>
            <a:spLocks xmlns:a="http://schemas.openxmlformats.org/drawingml/2006/main" noGrp="1"/>
          </p:cNvSpPr>
          <p:nvPr/>
        </p:nvSpPr>
        <p:spPr>
          <a:xfrm xmlns:a="http://schemas.openxmlformats.org/drawingml/2006/main">
            <a:off x="3476625" y="1571625"/>
            <a:ext cx="2095500" cy="1219200"/>
          </a:xfrm>
          <a:prstGeom xmlns:a="http://schemas.openxmlformats.org/drawingml/2006/main" prst="roundRect">
            <a:avLst>
              <a:gd name="adj" fmla="val 6250"/>
            </a:avLst>
          </a:prstGeom>
          <a:solidFill xmlns:a="http://schemas.openxmlformats.org/drawingml/2006/main">
            <a:srgbClr val="EAF4F5"/>
          </a:solidFill>
          <a:ln xmlns:a="http://schemas.openxmlformats.org/drawingml/2006/main" w="14288">
            <a:solidFill>
              <a:srgbClr val="087F8C"/>
            </a:solidFill>
            <a:prstDash val="solid"/>
          </a:ln>
        </p:spPr>
      </p:sp>
      <p:sp>
        <p:nvSpPr>
          <p:cNvPr id="8" name="">
            <a:extLst xmlns:a="http://schemas.openxmlformats.org/drawingml/2006/main">
              <a:ext uri="{FF2B5EF4-FFF2-40B4-BE49-F238E27FC236}">
                <a16:creationId xmlns:a16="http://schemas.microsoft.com/office/drawing/2014/main" id="{4AC8BF47-A2C7-41E3-8E13-0F46C1664DA2}"/>
              </a:ext>
            </a:extLst>
          </p:cNvPr>
          <p:cNvSpPr>
            <a:spLocks xmlns:a="http://schemas.openxmlformats.org/drawingml/2006/main" noGrp="1"/>
          </p:cNvSpPr>
          <p:nvPr/>
        </p:nvSpPr>
        <p:spPr>
          <a:xfrm xmlns:a="http://schemas.openxmlformats.org/drawingml/2006/main">
            <a:off x="3590925" y="164782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defRPr sz="1725" b="1">
                <a:solidFill>
                  <a:srgbClr val="17324D"/>
                </a:solidFill>
                <a:latin typeface="Arial"/>
                <a:ea typeface="Arial"/>
                <a:cs typeface="Arial"/>
              </a:defRPr>
            </a:lvl1pPr>
            <a:lvl2pPr algn="ctr">
              <a:defRPr sz="1725" b="1">
                <a:solidFill>
                  <a:srgbClr val="17324D"/>
                </a:solidFill>
                <a:latin typeface="Arial"/>
                <a:ea typeface="Arial"/>
                <a:cs typeface="Arial"/>
              </a:defRPr>
            </a:lvl2pPr>
            <a:lvl3pPr algn="ctr">
              <a:defRPr sz="1725" b="1">
                <a:solidFill>
                  <a:srgbClr val="17324D"/>
                </a:solidFill>
                <a:latin typeface="Arial"/>
                <a:ea typeface="Arial"/>
                <a:cs typeface="Arial"/>
              </a:defRPr>
            </a:lvl3pPr>
            <a:lvl4pPr algn="ctr">
              <a:defRPr sz="1725" b="1">
                <a:solidFill>
                  <a:srgbClr val="17324D"/>
                </a:solidFill>
                <a:latin typeface="Arial"/>
                <a:ea typeface="Arial"/>
                <a:cs typeface="Arial"/>
              </a:defRPr>
            </a:lvl4pPr>
            <a:lvl5pPr algn="ctr">
              <a:defRPr sz="1725" b="1">
                <a:solidFill>
                  <a:srgbClr val="17324D"/>
                </a:solidFill>
                <a:latin typeface="Arial"/>
                <a:ea typeface="Arial"/>
                <a:cs typeface="Arial"/>
              </a:defRPr>
            </a:lvl5pPr>
            <a:lvl6pPr algn="ctr">
              <a:defRPr sz="1725" b="1">
                <a:solidFill>
                  <a:srgbClr val="17324D"/>
                </a:solidFill>
                <a:latin typeface="Arial"/>
                <a:ea typeface="Arial"/>
                <a:cs typeface="Arial"/>
              </a:defRPr>
            </a:lvl6pPr>
            <a:lvl7pPr algn="ctr">
              <a:defRPr sz="1725" b="1">
                <a:solidFill>
                  <a:srgbClr val="17324D"/>
                </a:solidFill>
                <a:latin typeface="Arial"/>
                <a:ea typeface="Arial"/>
                <a:cs typeface="Arial"/>
              </a:defRPr>
            </a:lvl7pPr>
            <a:lvl8pPr algn="ctr">
              <a:defRPr sz="1725" b="1">
                <a:solidFill>
                  <a:srgbClr val="17324D"/>
                </a:solidFill>
                <a:latin typeface="Arial"/>
                <a:ea typeface="Arial"/>
                <a:cs typeface="Arial"/>
              </a:defRPr>
            </a:lvl8pPr>
            <a:lvl9pPr algn="ctr">
              <a:defRPr sz="1725" b="1">
                <a:solidFill>
                  <a:srgbClr val="17324D"/>
                </a:solidFill>
                <a:latin typeface="Arial"/>
                <a:ea typeface="Arial"/>
                <a:cs typeface="Arial"/>
              </a:defRPr>
            </a:lvl9pPr>
          </a:lstStyle>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Normalizar</a:t>
            </a:r>
          </a:p>
        </p:txBody>
      </p:sp>
      <p:sp>
        <p:nvSpPr>
          <p:cNvPr id="9" name="">
            <a:extLst xmlns:a="http://schemas.openxmlformats.org/drawingml/2006/main">
              <a:ext uri="{FF2B5EF4-FFF2-40B4-BE49-F238E27FC236}">
                <a16:creationId xmlns:a16="http://schemas.microsoft.com/office/drawing/2014/main" id="{C3F30B9F-0022-404E-ABF4-AB97923EF6BF}"/>
              </a:ext>
            </a:extLst>
          </p:cNvPr>
          <p:cNvSpPr>
            <a:spLocks xmlns:a="http://schemas.openxmlformats.org/drawingml/2006/main" noGrp="1"/>
          </p:cNvSpPr>
          <p:nvPr/>
        </p:nvSpPr>
        <p:spPr>
          <a:xfrm xmlns:a="http://schemas.openxmlformats.org/drawingml/2006/main">
            <a:off x="3590925" y="2019300"/>
            <a:ext cx="1866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píxel / 255</a:t>
            </a:r>
          </a:p>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0-255 → 0-1</a:t>
            </a:r>
          </a:p>
        </p:txBody>
      </p:sp>
      <p:sp>
        <p:nvSpPr>
          <p:cNvPr id="10" name="">
            <a:extLst xmlns:a="http://schemas.openxmlformats.org/drawingml/2006/main">
              <a:ext uri="{FF2B5EF4-FFF2-40B4-BE49-F238E27FC236}">
                <a16:creationId xmlns:a16="http://schemas.microsoft.com/office/drawing/2014/main" id="{5B91AC4A-B132-4FA1-BED3-48E9892F16AE}"/>
              </a:ext>
            </a:extLst>
          </p:cNvPr>
          <p:cNvSpPr>
            <a:spLocks xmlns:a="http://schemas.openxmlformats.org/drawingml/2006/main" noGrp="1"/>
          </p:cNvSpPr>
          <p:nvPr/>
        </p:nvSpPr>
        <p:spPr>
          <a:xfrm xmlns:a="http://schemas.openxmlformats.org/drawingml/2006/main">
            <a:off x="5724525" y="1971675"/>
            <a:ext cx="457200" cy="40005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11" name="">
            <a:extLst xmlns:a="http://schemas.openxmlformats.org/drawingml/2006/main">
              <a:ext uri="{FF2B5EF4-FFF2-40B4-BE49-F238E27FC236}">
                <a16:creationId xmlns:a16="http://schemas.microsoft.com/office/drawing/2014/main" id="{9D32BA7F-0E89-4AB6-804E-28BD7FC5936C}"/>
              </a:ext>
            </a:extLst>
          </p:cNvPr>
          <p:cNvSpPr>
            <a:spLocks xmlns:a="http://schemas.openxmlformats.org/drawingml/2006/main" noGrp="1"/>
          </p:cNvSpPr>
          <p:nvPr/>
        </p:nvSpPr>
        <p:spPr>
          <a:xfrm xmlns:a="http://schemas.openxmlformats.org/drawingml/2006/main">
            <a:off x="6343650" y="1571625"/>
            <a:ext cx="2286000" cy="1219200"/>
          </a:xfrm>
          <a:prstGeom xmlns:a="http://schemas.openxmlformats.org/drawingml/2006/main" prst="roundRect">
            <a:avLst>
              <a:gd name="adj" fmla="val 6250"/>
            </a:avLst>
          </a:prstGeom>
          <a:solidFill xmlns:a="http://schemas.openxmlformats.org/drawingml/2006/main">
            <a:srgbClr val="EAF4F5"/>
          </a:solidFill>
          <a:ln xmlns:a="http://schemas.openxmlformats.org/drawingml/2006/main" w="14288">
            <a:solidFill>
              <a:srgbClr val="087F8C"/>
            </a:solidFill>
            <a:prstDash val="solid"/>
          </a:ln>
        </p:spPr>
      </p:sp>
      <p:sp>
        <p:nvSpPr>
          <p:cNvPr id="12" name="">
            <a:extLst xmlns:a="http://schemas.openxmlformats.org/drawingml/2006/main">
              <a:ext uri="{FF2B5EF4-FFF2-40B4-BE49-F238E27FC236}">
                <a16:creationId xmlns:a16="http://schemas.microsoft.com/office/drawing/2014/main" id="{321EC432-66D4-4A1D-A12A-90637A39B8E1}"/>
              </a:ext>
            </a:extLst>
          </p:cNvPr>
          <p:cNvSpPr>
            <a:spLocks xmlns:a="http://schemas.openxmlformats.org/drawingml/2006/main" noGrp="1"/>
          </p:cNvSpPr>
          <p:nvPr/>
        </p:nvSpPr>
        <p:spPr>
          <a:xfrm xmlns:a="http://schemas.openxmlformats.org/drawingml/2006/main">
            <a:off x="6457950" y="1647825"/>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defRPr sz="1725" b="1">
                <a:solidFill>
                  <a:srgbClr val="17324D"/>
                </a:solidFill>
                <a:latin typeface="Arial"/>
                <a:ea typeface="Arial"/>
                <a:cs typeface="Arial"/>
              </a:defRPr>
            </a:lvl1pPr>
            <a:lvl2pPr algn="ctr">
              <a:defRPr sz="1725" b="1">
                <a:solidFill>
                  <a:srgbClr val="17324D"/>
                </a:solidFill>
                <a:latin typeface="Arial"/>
                <a:ea typeface="Arial"/>
                <a:cs typeface="Arial"/>
              </a:defRPr>
            </a:lvl2pPr>
            <a:lvl3pPr algn="ctr">
              <a:defRPr sz="1725" b="1">
                <a:solidFill>
                  <a:srgbClr val="17324D"/>
                </a:solidFill>
                <a:latin typeface="Arial"/>
                <a:ea typeface="Arial"/>
                <a:cs typeface="Arial"/>
              </a:defRPr>
            </a:lvl3pPr>
            <a:lvl4pPr algn="ctr">
              <a:defRPr sz="1725" b="1">
                <a:solidFill>
                  <a:srgbClr val="17324D"/>
                </a:solidFill>
                <a:latin typeface="Arial"/>
                <a:ea typeface="Arial"/>
                <a:cs typeface="Arial"/>
              </a:defRPr>
            </a:lvl4pPr>
            <a:lvl5pPr algn="ctr">
              <a:defRPr sz="1725" b="1">
                <a:solidFill>
                  <a:srgbClr val="17324D"/>
                </a:solidFill>
                <a:latin typeface="Arial"/>
                <a:ea typeface="Arial"/>
                <a:cs typeface="Arial"/>
              </a:defRPr>
            </a:lvl5pPr>
            <a:lvl6pPr algn="ctr">
              <a:defRPr sz="1725" b="1">
                <a:solidFill>
                  <a:srgbClr val="17324D"/>
                </a:solidFill>
                <a:latin typeface="Arial"/>
                <a:ea typeface="Arial"/>
                <a:cs typeface="Arial"/>
              </a:defRPr>
            </a:lvl6pPr>
            <a:lvl7pPr algn="ctr">
              <a:defRPr sz="1725" b="1">
                <a:solidFill>
                  <a:srgbClr val="17324D"/>
                </a:solidFill>
                <a:latin typeface="Arial"/>
                <a:ea typeface="Arial"/>
                <a:cs typeface="Arial"/>
              </a:defRPr>
            </a:lvl7pPr>
            <a:lvl8pPr algn="ctr">
              <a:defRPr sz="1725" b="1">
                <a:solidFill>
                  <a:srgbClr val="17324D"/>
                </a:solidFill>
                <a:latin typeface="Arial"/>
                <a:ea typeface="Arial"/>
                <a:cs typeface="Arial"/>
              </a:defRPr>
            </a:lvl8pPr>
            <a:lvl9pPr algn="ctr">
              <a:defRPr sz="1725" b="1">
                <a:solidFill>
                  <a:srgbClr val="17324D"/>
                </a:solidFill>
                <a:latin typeface="Arial"/>
                <a:ea typeface="Arial"/>
                <a:cs typeface="Arial"/>
              </a:defRPr>
            </a:lvl9pPr>
          </a:lstStyle>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Reconstruir</a:t>
            </a:r>
          </a:p>
        </p:txBody>
      </p:sp>
      <p:sp>
        <p:nvSpPr>
          <p:cNvPr id="13" name="">
            <a:extLst xmlns:a="http://schemas.openxmlformats.org/drawingml/2006/main">
              <a:ext uri="{FF2B5EF4-FFF2-40B4-BE49-F238E27FC236}">
                <a16:creationId xmlns:a16="http://schemas.microsoft.com/office/drawing/2014/main" id="{230FD1A4-20F3-4F7A-97CE-C29DC3D3FD6C}"/>
              </a:ext>
            </a:extLst>
          </p:cNvPr>
          <p:cNvSpPr>
            <a:spLocks xmlns:a="http://schemas.openxmlformats.org/drawingml/2006/main" noGrp="1"/>
          </p:cNvSpPr>
          <p:nvPr/>
        </p:nvSpPr>
        <p:spPr>
          <a:xfrm xmlns:a="http://schemas.openxmlformats.org/drawingml/2006/main">
            <a:off x="6457950" y="2019300"/>
            <a:ext cx="20574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tensor 28 × 28 × 1</a:t>
            </a:r>
          </a:p>
        </p:txBody>
      </p:sp>
      <p:sp>
        <p:nvSpPr>
          <p:cNvPr id="14" name="">
            <a:extLst xmlns:a="http://schemas.openxmlformats.org/drawingml/2006/main">
              <a:ext uri="{FF2B5EF4-FFF2-40B4-BE49-F238E27FC236}">
                <a16:creationId xmlns:a16="http://schemas.microsoft.com/office/drawing/2014/main" id="{453EDA98-2CC6-442B-BB1C-55894AE13BE9}"/>
              </a:ext>
            </a:extLst>
          </p:cNvPr>
          <p:cNvSpPr>
            <a:spLocks xmlns:a="http://schemas.openxmlformats.org/drawingml/2006/main" noGrp="1"/>
          </p:cNvSpPr>
          <p:nvPr/>
        </p:nvSpPr>
        <p:spPr>
          <a:xfrm xmlns:a="http://schemas.openxmlformats.org/drawingml/2006/main">
            <a:off x="8782050" y="1971675"/>
            <a:ext cx="457200" cy="40005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15" name="">
            <a:extLst xmlns:a="http://schemas.openxmlformats.org/drawingml/2006/main">
              <a:ext uri="{FF2B5EF4-FFF2-40B4-BE49-F238E27FC236}">
                <a16:creationId xmlns:a16="http://schemas.microsoft.com/office/drawing/2014/main" id="{60FD2F60-4959-4D55-89A3-76C5E9D5366E}"/>
              </a:ext>
            </a:extLst>
          </p:cNvPr>
          <p:cNvSpPr>
            <a:spLocks xmlns:a="http://schemas.openxmlformats.org/drawingml/2006/main" noGrp="1"/>
          </p:cNvSpPr>
          <p:nvPr/>
        </p:nvSpPr>
        <p:spPr>
          <a:xfrm xmlns:a="http://schemas.openxmlformats.org/drawingml/2006/main">
            <a:off x="9401175" y="1571625"/>
            <a:ext cx="2095500" cy="1219200"/>
          </a:xfrm>
          <a:prstGeom xmlns:a="http://schemas.openxmlformats.org/drawingml/2006/main" prst="roundRect">
            <a:avLst>
              <a:gd name="adj" fmla="val 6250"/>
            </a:avLst>
          </a:prstGeom>
          <a:solidFill xmlns:a="http://schemas.openxmlformats.org/drawingml/2006/main">
            <a:srgbClr val="EAF4F5"/>
          </a:solidFill>
          <a:ln xmlns:a="http://schemas.openxmlformats.org/drawingml/2006/main" w="14288">
            <a:solidFill>
              <a:srgbClr val="087F8C"/>
            </a:solidFill>
            <a:prstDash val="solid"/>
          </a:ln>
        </p:spPr>
      </p:sp>
      <p:sp>
        <p:nvSpPr>
          <p:cNvPr id="16" name="">
            <a:extLst xmlns:a="http://schemas.openxmlformats.org/drawingml/2006/main">
              <a:ext uri="{FF2B5EF4-FFF2-40B4-BE49-F238E27FC236}">
                <a16:creationId xmlns:a16="http://schemas.microsoft.com/office/drawing/2014/main" id="{A4723885-5190-4FEB-A7BD-EE2C9044F8A9}"/>
              </a:ext>
            </a:extLst>
          </p:cNvPr>
          <p:cNvSpPr>
            <a:spLocks xmlns:a="http://schemas.openxmlformats.org/drawingml/2006/main" noGrp="1"/>
          </p:cNvSpPr>
          <p:nvPr/>
        </p:nvSpPr>
        <p:spPr>
          <a:xfrm xmlns:a="http://schemas.openxmlformats.org/drawingml/2006/main">
            <a:off x="9515475" y="164782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defRPr sz="1725" b="1">
                <a:solidFill>
                  <a:srgbClr val="17324D"/>
                </a:solidFill>
                <a:latin typeface="Arial"/>
                <a:ea typeface="Arial"/>
                <a:cs typeface="Arial"/>
              </a:defRPr>
            </a:lvl1pPr>
            <a:lvl2pPr algn="ctr">
              <a:defRPr sz="1725" b="1">
                <a:solidFill>
                  <a:srgbClr val="17324D"/>
                </a:solidFill>
                <a:latin typeface="Arial"/>
                <a:ea typeface="Arial"/>
                <a:cs typeface="Arial"/>
              </a:defRPr>
            </a:lvl2pPr>
            <a:lvl3pPr algn="ctr">
              <a:defRPr sz="1725" b="1">
                <a:solidFill>
                  <a:srgbClr val="17324D"/>
                </a:solidFill>
                <a:latin typeface="Arial"/>
                <a:ea typeface="Arial"/>
                <a:cs typeface="Arial"/>
              </a:defRPr>
            </a:lvl3pPr>
            <a:lvl4pPr algn="ctr">
              <a:defRPr sz="1725" b="1">
                <a:solidFill>
                  <a:srgbClr val="17324D"/>
                </a:solidFill>
                <a:latin typeface="Arial"/>
                <a:ea typeface="Arial"/>
                <a:cs typeface="Arial"/>
              </a:defRPr>
            </a:lvl4pPr>
            <a:lvl5pPr algn="ctr">
              <a:defRPr sz="1725" b="1">
                <a:solidFill>
                  <a:srgbClr val="17324D"/>
                </a:solidFill>
                <a:latin typeface="Arial"/>
                <a:ea typeface="Arial"/>
                <a:cs typeface="Arial"/>
              </a:defRPr>
            </a:lvl5pPr>
            <a:lvl6pPr algn="ctr">
              <a:defRPr sz="1725" b="1">
                <a:solidFill>
                  <a:srgbClr val="17324D"/>
                </a:solidFill>
                <a:latin typeface="Arial"/>
                <a:ea typeface="Arial"/>
                <a:cs typeface="Arial"/>
              </a:defRPr>
            </a:lvl6pPr>
            <a:lvl7pPr algn="ctr">
              <a:defRPr sz="1725" b="1">
                <a:solidFill>
                  <a:srgbClr val="17324D"/>
                </a:solidFill>
                <a:latin typeface="Arial"/>
                <a:ea typeface="Arial"/>
                <a:cs typeface="Arial"/>
              </a:defRPr>
            </a:lvl7pPr>
            <a:lvl8pPr algn="ctr">
              <a:defRPr sz="1725" b="1">
                <a:solidFill>
                  <a:srgbClr val="17324D"/>
                </a:solidFill>
                <a:latin typeface="Arial"/>
                <a:ea typeface="Arial"/>
                <a:cs typeface="Arial"/>
              </a:defRPr>
            </a:lvl8pPr>
            <a:lvl9pPr algn="ctr">
              <a:defRPr sz="1725" b="1">
                <a:solidFill>
                  <a:srgbClr val="17324D"/>
                </a:solidFill>
                <a:latin typeface="Arial"/>
                <a:ea typeface="Arial"/>
                <a:cs typeface="Arial"/>
              </a:defRPr>
            </a:lvl9pPr>
          </a:lstStyle>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Entrar a CNN</a:t>
            </a:r>
          </a:p>
        </p:txBody>
      </p:sp>
      <p:sp>
        <p:nvSpPr>
          <p:cNvPr id="17" name="">
            <a:extLst xmlns:a="http://schemas.openxmlformats.org/drawingml/2006/main">
              <a:ext uri="{FF2B5EF4-FFF2-40B4-BE49-F238E27FC236}">
                <a16:creationId xmlns:a16="http://schemas.microsoft.com/office/drawing/2014/main" id="{58FD4990-C94B-4A67-8B3A-DCA9BF15D51E}"/>
              </a:ext>
            </a:extLst>
          </p:cNvPr>
          <p:cNvSpPr>
            <a:spLocks xmlns:a="http://schemas.openxmlformats.org/drawingml/2006/main" noGrp="1"/>
          </p:cNvSpPr>
          <p:nvPr/>
        </p:nvSpPr>
        <p:spPr>
          <a:xfrm xmlns:a="http://schemas.openxmlformats.org/drawingml/2006/main">
            <a:off x="9515475" y="2019300"/>
            <a:ext cx="1866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conservar vecindad</a:t>
            </a:r>
          </a:p>
        </p:txBody>
      </p:sp>
      <p:sp>
        <p:nvSpPr>
          <p:cNvPr id="18" name="">
            <a:extLst xmlns:a="http://schemas.openxmlformats.org/drawingml/2006/main">
              <a:ext uri="{FF2B5EF4-FFF2-40B4-BE49-F238E27FC236}">
                <a16:creationId xmlns:a16="http://schemas.microsoft.com/office/drawing/2014/main" id="{35BC91B5-64C9-4C1E-A059-1072C9C16075}"/>
              </a:ext>
            </a:extLst>
          </p:cNvPr>
          <p:cNvSpPr>
            <a:spLocks xmlns:a="http://schemas.openxmlformats.org/drawingml/2006/main" noGrp="1"/>
          </p:cNvSpPr>
          <p:nvPr/>
        </p:nvSpPr>
        <p:spPr>
          <a:xfrm xmlns:a="http://schemas.openxmlformats.org/drawingml/2006/main">
            <a:off x="609600" y="328612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087F8C"/>
                </a:solidFill>
                <a:latin typeface="Arial"/>
                <a:ea typeface="Arial"/>
                <a:cs typeface="Arial"/>
              </a:defRPr>
            </a:defPPr>
            <a:lvl1pPr algn="l">
              <a:defRPr sz="2250" b="1">
                <a:solidFill>
                  <a:srgbClr val="087F8C"/>
                </a:solidFill>
                <a:latin typeface="Arial"/>
                <a:ea typeface="Arial"/>
                <a:cs typeface="Arial"/>
              </a:defRPr>
            </a:lvl1pPr>
            <a:lvl2pPr algn="l">
              <a:defRPr sz="2250" b="1">
                <a:solidFill>
                  <a:srgbClr val="087F8C"/>
                </a:solidFill>
                <a:latin typeface="Arial"/>
                <a:ea typeface="Arial"/>
                <a:cs typeface="Arial"/>
              </a:defRPr>
            </a:lvl2pPr>
            <a:lvl3pPr algn="l">
              <a:defRPr sz="2250" b="1">
                <a:solidFill>
                  <a:srgbClr val="087F8C"/>
                </a:solidFill>
                <a:latin typeface="Arial"/>
                <a:ea typeface="Arial"/>
                <a:cs typeface="Arial"/>
              </a:defRPr>
            </a:lvl3pPr>
            <a:lvl4pPr algn="l">
              <a:defRPr sz="2250" b="1">
                <a:solidFill>
                  <a:srgbClr val="087F8C"/>
                </a:solidFill>
                <a:latin typeface="Arial"/>
                <a:ea typeface="Arial"/>
                <a:cs typeface="Arial"/>
              </a:defRPr>
            </a:lvl4pPr>
            <a:lvl5pPr algn="l">
              <a:defRPr sz="2250" b="1">
                <a:solidFill>
                  <a:srgbClr val="087F8C"/>
                </a:solidFill>
                <a:latin typeface="Arial"/>
                <a:ea typeface="Arial"/>
                <a:cs typeface="Arial"/>
              </a:defRPr>
            </a:lvl5pPr>
            <a:lvl6pPr algn="l">
              <a:defRPr sz="2250" b="1">
                <a:solidFill>
                  <a:srgbClr val="087F8C"/>
                </a:solidFill>
                <a:latin typeface="Arial"/>
                <a:ea typeface="Arial"/>
                <a:cs typeface="Arial"/>
              </a:defRPr>
            </a:lvl6pPr>
            <a:lvl7pPr algn="l">
              <a:defRPr sz="2250" b="1">
                <a:solidFill>
                  <a:srgbClr val="087F8C"/>
                </a:solidFill>
                <a:latin typeface="Arial"/>
                <a:ea typeface="Arial"/>
                <a:cs typeface="Arial"/>
              </a:defRPr>
            </a:lvl7pPr>
            <a:lvl8pPr algn="l">
              <a:defRPr sz="2250" b="1">
                <a:solidFill>
                  <a:srgbClr val="087F8C"/>
                </a:solidFill>
                <a:latin typeface="Arial"/>
                <a:ea typeface="Arial"/>
                <a:cs typeface="Arial"/>
              </a:defRPr>
            </a:lvl8pPr>
            <a:lvl9pPr algn="l">
              <a:defRPr sz="2250" b="1">
                <a:solidFill>
                  <a:srgbClr val="087F8C"/>
                </a:solidFill>
                <a:latin typeface="Arial"/>
                <a:ea typeface="Arial"/>
                <a:cs typeface="Arial"/>
              </a:defRPr>
            </a:lvl9pPr>
          </a:lstStyle>
          <a:p xmlns:a="http://schemas.openxmlformats.org/drawingml/2006/main">
            <a:pPr algn="l">
              <a:defRPr sz="2250" b="1">
                <a:solidFill>
                  <a:srgbClr val="087F8C"/>
                </a:solidFill>
                <a:latin typeface="Arial"/>
                <a:ea typeface="Arial"/>
                <a:cs typeface="Arial"/>
              </a:defRPr>
            </a:pPr>
            <a:r>
              <a:rPr sz="2250" b="1">
                <a:solidFill>
                  <a:srgbClr val="087F8C"/>
                </a:solidFill>
                <a:latin typeface="Arial"/>
                <a:ea typeface="Arial"/>
                <a:cs typeface="Arial"/>
              </a:rPr>
              <a:t>Particiones estratificadas</a:t>
            </a:r>
          </a:p>
        </p:txBody>
      </p:sp>
      <p:sp>
        <p:nvSpPr>
          <p:cNvPr id="19" name="">
            <a:extLst xmlns:a="http://schemas.openxmlformats.org/drawingml/2006/main">
              <a:ext uri="{FF2B5EF4-FFF2-40B4-BE49-F238E27FC236}">
                <a16:creationId xmlns:a16="http://schemas.microsoft.com/office/drawing/2014/main" id="{6E08020A-7B74-4D07-8416-C5ABF7591C0A}"/>
              </a:ext>
            </a:extLst>
          </p:cNvPr>
          <p:cNvSpPr>
            <a:spLocks xmlns:a="http://schemas.openxmlformats.org/drawingml/2006/main" noGrp="1"/>
          </p:cNvSpPr>
          <p:nvPr/>
        </p:nvSpPr>
        <p:spPr>
          <a:xfrm xmlns:a="http://schemas.openxmlformats.org/drawingml/2006/main">
            <a:off x="762000" y="3952875"/>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defRPr sz="3900" b="1">
                <a:solidFill>
                  <a:srgbClr val="17324D"/>
                </a:solidFill>
                <a:latin typeface="Arial"/>
                <a:ea typeface="Arial"/>
                <a:cs typeface="Arial"/>
              </a:defRPr>
            </a:lvl1pPr>
            <a:lvl2pPr algn="ctr">
              <a:defRPr sz="3900" b="1">
                <a:solidFill>
                  <a:srgbClr val="17324D"/>
                </a:solidFill>
                <a:latin typeface="Arial"/>
                <a:ea typeface="Arial"/>
                <a:cs typeface="Arial"/>
              </a:defRPr>
            </a:lvl2pPr>
            <a:lvl3pPr algn="ctr">
              <a:defRPr sz="3900" b="1">
                <a:solidFill>
                  <a:srgbClr val="17324D"/>
                </a:solidFill>
                <a:latin typeface="Arial"/>
                <a:ea typeface="Arial"/>
                <a:cs typeface="Arial"/>
              </a:defRPr>
            </a:lvl3pPr>
            <a:lvl4pPr algn="ctr">
              <a:defRPr sz="3900" b="1">
                <a:solidFill>
                  <a:srgbClr val="17324D"/>
                </a:solidFill>
                <a:latin typeface="Arial"/>
                <a:ea typeface="Arial"/>
                <a:cs typeface="Arial"/>
              </a:defRPr>
            </a:lvl4pPr>
            <a:lvl5pPr algn="ctr">
              <a:defRPr sz="3900" b="1">
                <a:solidFill>
                  <a:srgbClr val="17324D"/>
                </a:solidFill>
                <a:latin typeface="Arial"/>
                <a:ea typeface="Arial"/>
                <a:cs typeface="Arial"/>
              </a:defRPr>
            </a:lvl5pPr>
            <a:lvl6pPr algn="ctr">
              <a:defRPr sz="3900" b="1">
                <a:solidFill>
                  <a:srgbClr val="17324D"/>
                </a:solidFill>
                <a:latin typeface="Arial"/>
                <a:ea typeface="Arial"/>
                <a:cs typeface="Arial"/>
              </a:defRPr>
            </a:lvl6pPr>
            <a:lvl7pPr algn="ctr">
              <a:defRPr sz="3900" b="1">
                <a:solidFill>
                  <a:srgbClr val="17324D"/>
                </a:solidFill>
                <a:latin typeface="Arial"/>
                <a:ea typeface="Arial"/>
                <a:cs typeface="Arial"/>
              </a:defRPr>
            </a:lvl7pPr>
            <a:lvl8pPr algn="ctr">
              <a:defRPr sz="3900" b="1">
                <a:solidFill>
                  <a:srgbClr val="17324D"/>
                </a:solidFill>
                <a:latin typeface="Arial"/>
                <a:ea typeface="Arial"/>
                <a:cs typeface="Arial"/>
              </a:defRPr>
            </a:lvl8pPr>
            <a:lvl9pPr algn="ctr">
              <a:defRPr sz="3900" b="1">
                <a:solidFill>
                  <a:srgbClr val="17324D"/>
                </a:solidFill>
                <a:latin typeface="Arial"/>
                <a:ea typeface="Arial"/>
                <a:cs typeface="Arial"/>
              </a:defRPr>
            </a:lvl9pPr>
          </a:lstStyle>
          <a:p xmlns:a="http://schemas.openxmlformats.org/drawingml/2006/main">
            <a:pPr algn="ctr">
              <a:defRPr sz="3900" b="1">
                <a:solidFill>
                  <a:srgbClr val="17324D"/>
                </a:solidFill>
                <a:latin typeface="Arial"/>
                <a:ea typeface="Arial"/>
                <a:cs typeface="Arial"/>
              </a:defRPr>
            </a:pPr>
            <a:r>
              <a:rPr sz="3900" b="1">
                <a:solidFill>
                  <a:srgbClr val="17324D"/>
                </a:solidFill>
                <a:latin typeface="Arial"/>
                <a:ea typeface="Arial"/>
                <a:cs typeface="Arial"/>
              </a:rPr>
              <a:t>21.964</a:t>
            </a:r>
          </a:p>
        </p:txBody>
      </p:sp>
      <p:sp>
        <p:nvSpPr>
          <p:cNvPr id="20" name="">
            <a:extLst xmlns:a="http://schemas.openxmlformats.org/drawingml/2006/main">
              <a:ext uri="{FF2B5EF4-FFF2-40B4-BE49-F238E27FC236}">
                <a16:creationId xmlns:a16="http://schemas.microsoft.com/office/drawing/2014/main" id="{3F8F4FC8-B105-4D2B-A5EE-EE99D4FEFDA9}"/>
              </a:ext>
            </a:extLst>
          </p:cNvPr>
          <p:cNvSpPr>
            <a:spLocks xmlns:a="http://schemas.openxmlformats.org/drawingml/2006/main" noGrp="1"/>
          </p:cNvSpPr>
          <p:nvPr/>
        </p:nvSpPr>
        <p:spPr>
          <a:xfrm xmlns:a="http://schemas.openxmlformats.org/drawingml/2006/main">
            <a:off x="762000" y="4610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defRPr sz="1500" b="0">
                <a:solidFill>
                  <a:srgbClr val="17324D"/>
                </a:solidFill>
                <a:latin typeface="Arial"/>
                <a:ea typeface="Arial"/>
                <a:cs typeface="Arial"/>
              </a:defRPr>
            </a:lvl1pPr>
            <a:lvl2pPr algn="ctr">
              <a:defRPr sz="1500" b="0">
                <a:solidFill>
                  <a:srgbClr val="17324D"/>
                </a:solidFill>
                <a:latin typeface="Arial"/>
                <a:ea typeface="Arial"/>
                <a:cs typeface="Arial"/>
              </a:defRPr>
            </a:lvl2pPr>
            <a:lvl3pPr algn="ctr">
              <a:defRPr sz="1500" b="0">
                <a:solidFill>
                  <a:srgbClr val="17324D"/>
                </a:solidFill>
                <a:latin typeface="Arial"/>
                <a:ea typeface="Arial"/>
                <a:cs typeface="Arial"/>
              </a:defRPr>
            </a:lvl3pPr>
            <a:lvl4pPr algn="ctr">
              <a:defRPr sz="1500" b="0">
                <a:solidFill>
                  <a:srgbClr val="17324D"/>
                </a:solidFill>
                <a:latin typeface="Arial"/>
                <a:ea typeface="Arial"/>
                <a:cs typeface="Arial"/>
              </a:defRPr>
            </a:lvl4pPr>
            <a:lvl5pPr algn="ctr">
              <a:defRPr sz="1500" b="0">
                <a:solidFill>
                  <a:srgbClr val="17324D"/>
                </a:solidFill>
                <a:latin typeface="Arial"/>
                <a:ea typeface="Arial"/>
                <a:cs typeface="Arial"/>
              </a:defRPr>
            </a:lvl5pPr>
            <a:lvl6pPr algn="ctr">
              <a:defRPr sz="1500" b="0">
                <a:solidFill>
                  <a:srgbClr val="17324D"/>
                </a:solidFill>
                <a:latin typeface="Arial"/>
                <a:ea typeface="Arial"/>
                <a:cs typeface="Arial"/>
              </a:defRPr>
            </a:lvl6pPr>
            <a:lvl7pPr algn="ctr">
              <a:defRPr sz="1500" b="0">
                <a:solidFill>
                  <a:srgbClr val="17324D"/>
                </a:solidFill>
                <a:latin typeface="Arial"/>
                <a:ea typeface="Arial"/>
                <a:cs typeface="Arial"/>
              </a:defRPr>
            </a:lvl7pPr>
            <a:lvl8pPr algn="ctr">
              <a:defRPr sz="1500" b="0">
                <a:solidFill>
                  <a:srgbClr val="17324D"/>
                </a:solidFill>
                <a:latin typeface="Arial"/>
                <a:ea typeface="Arial"/>
                <a:cs typeface="Arial"/>
              </a:defRPr>
            </a:lvl8pPr>
            <a:lvl9pPr algn="ctr">
              <a:defRPr sz="1500" b="0">
                <a:solidFill>
                  <a:srgbClr val="17324D"/>
                </a:solidFill>
                <a:latin typeface="Arial"/>
                <a:ea typeface="Arial"/>
                <a:cs typeface="Arial"/>
              </a:defRPr>
            </a:lvl9pPr>
          </a:lstStyle>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entrenamiento</a:t>
            </a:r>
          </a:p>
        </p:txBody>
      </p:sp>
      <p:sp>
        <p:nvSpPr>
          <p:cNvPr id="21" name="">
            <a:extLst xmlns:a="http://schemas.openxmlformats.org/drawingml/2006/main">
              <a:ext uri="{FF2B5EF4-FFF2-40B4-BE49-F238E27FC236}">
                <a16:creationId xmlns:a16="http://schemas.microsoft.com/office/drawing/2014/main" id="{F98ED157-C6E7-43B2-A4D6-1FCB8CFADE73}"/>
              </a:ext>
            </a:extLst>
          </p:cNvPr>
          <p:cNvSpPr>
            <a:spLocks xmlns:a="http://schemas.openxmlformats.org/drawingml/2006/main" noGrp="1"/>
          </p:cNvSpPr>
          <p:nvPr/>
        </p:nvSpPr>
        <p:spPr>
          <a:xfrm xmlns:a="http://schemas.openxmlformats.org/drawingml/2006/main">
            <a:off x="4333875" y="3952875"/>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defRPr sz="3900" b="1">
                <a:solidFill>
                  <a:srgbClr val="17324D"/>
                </a:solidFill>
                <a:latin typeface="Arial"/>
                <a:ea typeface="Arial"/>
                <a:cs typeface="Arial"/>
              </a:defRPr>
            </a:lvl1pPr>
            <a:lvl2pPr algn="ctr">
              <a:defRPr sz="3900" b="1">
                <a:solidFill>
                  <a:srgbClr val="17324D"/>
                </a:solidFill>
                <a:latin typeface="Arial"/>
                <a:ea typeface="Arial"/>
                <a:cs typeface="Arial"/>
              </a:defRPr>
            </a:lvl2pPr>
            <a:lvl3pPr algn="ctr">
              <a:defRPr sz="3900" b="1">
                <a:solidFill>
                  <a:srgbClr val="17324D"/>
                </a:solidFill>
                <a:latin typeface="Arial"/>
                <a:ea typeface="Arial"/>
                <a:cs typeface="Arial"/>
              </a:defRPr>
            </a:lvl3pPr>
            <a:lvl4pPr algn="ctr">
              <a:defRPr sz="3900" b="1">
                <a:solidFill>
                  <a:srgbClr val="17324D"/>
                </a:solidFill>
                <a:latin typeface="Arial"/>
                <a:ea typeface="Arial"/>
                <a:cs typeface="Arial"/>
              </a:defRPr>
            </a:lvl4pPr>
            <a:lvl5pPr algn="ctr">
              <a:defRPr sz="3900" b="1">
                <a:solidFill>
                  <a:srgbClr val="17324D"/>
                </a:solidFill>
                <a:latin typeface="Arial"/>
                <a:ea typeface="Arial"/>
                <a:cs typeface="Arial"/>
              </a:defRPr>
            </a:lvl5pPr>
            <a:lvl6pPr algn="ctr">
              <a:defRPr sz="3900" b="1">
                <a:solidFill>
                  <a:srgbClr val="17324D"/>
                </a:solidFill>
                <a:latin typeface="Arial"/>
                <a:ea typeface="Arial"/>
                <a:cs typeface="Arial"/>
              </a:defRPr>
            </a:lvl6pPr>
            <a:lvl7pPr algn="ctr">
              <a:defRPr sz="3900" b="1">
                <a:solidFill>
                  <a:srgbClr val="17324D"/>
                </a:solidFill>
                <a:latin typeface="Arial"/>
                <a:ea typeface="Arial"/>
                <a:cs typeface="Arial"/>
              </a:defRPr>
            </a:lvl7pPr>
            <a:lvl8pPr algn="ctr">
              <a:defRPr sz="3900" b="1">
                <a:solidFill>
                  <a:srgbClr val="17324D"/>
                </a:solidFill>
                <a:latin typeface="Arial"/>
                <a:ea typeface="Arial"/>
                <a:cs typeface="Arial"/>
              </a:defRPr>
            </a:lvl8pPr>
            <a:lvl9pPr algn="ctr">
              <a:defRPr sz="3900" b="1">
                <a:solidFill>
                  <a:srgbClr val="17324D"/>
                </a:solidFill>
                <a:latin typeface="Arial"/>
                <a:ea typeface="Arial"/>
                <a:cs typeface="Arial"/>
              </a:defRPr>
            </a:lvl9pPr>
          </a:lstStyle>
          <a:p xmlns:a="http://schemas.openxmlformats.org/drawingml/2006/main">
            <a:pPr algn="ctr">
              <a:defRPr sz="3900" b="1">
                <a:solidFill>
                  <a:srgbClr val="17324D"/>
                </a:solidFill>
                <a:latin typeface="Arial"/>
                <a:ea typeface="Arial"/>
                <a:cs typeface="Arial"/>
              </a:defRPr>
            </a:pPr>
            <a:r>
              <a:rPr sz="3900" b="1">
                <a:solidFill>
                  <a:srgbClr val="17324D"/>
                </a:solidFill>
                <a:latin typeface="Arial"/>
                <a:ea typeface="Arial"/>
                <a:cs typeface="Arial"/>
              </a:rPr>
              <a:t>5.491</a:t>
            </a:r>
          </a:p>
        </p:txBody>
      </p:sp>
      <p:sp>
        <p:nvSpPr>
          <p:cNvPr id="22" name="">
            <a:extLst xmlns:a="http://schemas.openxmlformats.org/drawingml/2006/main">
              <a:ext uri="{FF2B5EF4-FFF2-40B4-BE49-F238E27FC236}">
                <a16:creationId xmlns:a16="http://schemas.microsoft.com/office/drawing/2014/main" id="{2115140D-A20D-4D13-BB22-EEC41D0416E9}"/>
              </a:ext>
            </a:extLst>
          </p:cNvPr>
          <p:cNvSpPr>
            <a:spLocks xmlns:a="http://schemas.openxmlformats.org/drawingml/2006/main" noGrp="1"/>
          </p:cNvSpPr>
          <p:nvPr/>
        </p:nvSpPr>
        <p:spPr>
          <a:xfrm xmlns:a="http://schemas.openxmlformats.org/drawingml/2006/main">
            <a:off x="4333875" y="4610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defRPr sz="1500" b="0">
                <a:solidFill>
                  <a:srgbClr val="17324D"/>
                </a:solidFill>
                <a:latin typeface="Arial"/>
                <a:ea typeface="Arial"/>
                <a:cs typeface="Arial"/>
              </a:defRPr>
            </a:lvl1pPr>
            <a:lvl2pPr algn="ctr">
              <a:defRPr sz="1500" b="0">
                <a:solidFill>
                  <a:srgbClr val="17324D"/>
                </a:solidFill>
                <a:latin typeface="Arial"/>
                <a:ea typeface="Arial"/>
                <a:cs typeface="Arial"/>
              </a:defRPr>
            </a:lvl2pPr>
            <a:lvl3pPr algn="ctr">
              <a:defRPr sz="1500" b="0">
                <a:solidFill>
                  <a:srgbClr val="17324D"/>
                </a:solidFill>
                <a:latin typeface="Arial"/>
                <a:ea typeface="Arial"/>
                <a:cs typeface="Arial"/>
              </a:defRPr>
            </a:lvl3pPr>
            <a:lvl4pPr algn="ctr">
              <a:defRPr sz="1500" b="0">
                <a:solidFill>
                  <a:srgbClr val="17324D"/>
                </a:solidFill>
                <a:latin typeface="Arial"/>
                <a:ea typeface="Arial"/>
                <a:cs typeface="Arial"/>
              </a:defRPr>
            </a:lvl4pPr>
            <a:lvl5pPr algn="ctr">
              <a:defRPr sz="1500" b="0">
                <a:solidFill>
                  <a:srgbClr val="17324D"/>
                </a:solidFill>
                <a:latin typeface="Arial"/>
                <a:ea typeface="Arial"/>
                <a:cs typeface="Arial"/>
              </a:defRPr>
            </a:lvl5pPr>
            <a:lvl6pPr algn="ctr">
              <a:defRPr sz="1500" b="0">
                <a:solidFill>
                  <a:srgbClr val="17324D"/>
                </a:solidFill>
                <a:latin typeface="Arial"/>
                <a:ea typeface="Arial"/>
                <a:cs typeface="Arial"/>
              </a:defRPr>
            </a:lvl6pPr>
            <a:lvl7pPr algn="ctr">
              <a:defRPr sz="1500" b="0">
                <a:solidFill>
                  <a:srgbClr val="17324D"/>
                </a:solidFill>
                <a:latin typeface="Arial"/>
                <a:ea typeface="Arial"/>
                <a:cs typeface="Arial"/>
              </a:defRPr>
            </a:lvl7pPr>
            <a:lvl8pPr algn="ctr">
              <a:defRPr sz="1500" b="0">
                <a:solidFill>
                  <a:srgbClr val="17324D"/>
                </a:solidFill>
                <a:latin typeface="Arial"/>
                <a:ea typeface="Arial"/>
                <a:cs typeface="Arial"/>
              </a:defRPr>
            </a:lvl8pPr>
            <a:lvl9pPr algn="ctr">
              <a:defRPr sz="1500" b="0">
                <a:solidFill>
                  <a:srgbClr val="17324D"/>
                </a:solidFill>
                <a:latin typeface="Arial"/>
                <a:ea typeface="Arial"/>
                <a:cs typeface="Arial"/>
              </a:defRPr>
            </a:lvl9pPr>
          </a:lstStyle>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validación</a:t>
            </a:r>
          </a:p>
        </p:txBody>
      </p:sp>
      <p:sp>
        <p:nvSpPr>
          <p:cNvPr id="23" name="">
            <a:extLst xmlns:a="http://schemas.openxmlformats.org/drawingml/2006/main">
              <a:ext uri="{FF2B5EF4-FFF2-40B4-BE49-F238E27FC236}">
                <a16:creationId xmlns:a16="http://schemas.microsoft.com/office/drawing/2014/main" id="{BD05902E-801F-4561-B6E0-F808F8792F22}"/>
              </a:ext>
            </a:extLst>
          </p:cNvPr>
          <p:cNvSpPr>
            <a:spLocks xmlns:a="http://schemas.openxmlformats.org/drawingml/2006/main" noGrp="1"/>
          </p:cNvSpPr>
          <p:nvPr/>
        </p:nvSpPr>
        <p:spPr>
          <a:xfrm xmlns:a="http://schemas.openxmlformats.org/drawingml/2006/main">
            <a:off x="7905750" y="3952875"/>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defRPr sz="3900" b="1">
                <a:solidFill>
                  <a:srgbClr val="17324D"/>
                </a:solidFill>
                <a:latin typeface="Arial"/>
                <a:ea typeface="Arial"/>
                <a:cs typeface="Arial"/>
              </a:defRPr>
            </a:lvl1pPr>
            <a:lvl2pPr algn="ctr">
              <a:defRPr sz="3900" b="1">
                <a:solidFill>
                  <a:srgbClr val="17324D"/>
                </a:solidFill>
                <a:latin typeface="Arial"/>
                <a:ea typeface="Arial"/>
                <a:cs typeface="Arial"/>
              </a:defRPr>
            </a:lvl2pPr>
            <a:lvl3pPr algn="ctr">
              <a:defRPr sz="3900" b="1">
                <a:solidFill>
                  <a:srgbClr val="17324D"/>
                </a:solidFill>
                <a:latin typeface="Arial"/>
                <a:ea typeface="Arial"/>
                <a:cs typeface="Arial"/>
              </a:defRPr>
            </a:lvl3pPr>
            <a:lvl4pPr algn="ctr">
              <a:defRPr sz="3900" b="1">
                <a:solidFill>
                  <a:srgbClr val="17324D"/>
                </a:solidFill>
                <a:latin typeface="Arial"/>
                <a:ea typeface="Arial"/>
                <a:cs typeface="Arial"/>
              </a:defRPr>
            </a:lvl4pPr>
            <a:lvl5pPr algn="ctr">
              <a:defRPr sz="3900" b="1">
                <a:solidFill>
                  <a:srgbClr val="17324D"/>
                </a:solidFill>
                <a:latin typeface="Arial"/>
                <a:ea typeface="Arial"/>
                <a:cs typeface="Arial"/>
              </a:defRPr>
            </a:lvl5pPr>
            <a:lvl6pPr algn="ctr">
              <a:defRPr sz="3900" b="1">
                <a:solidFill>
                  <a:srgbClr val="17324D"/>
                </a:solidFill>
                <a:latin typeface="Arial"/>
                <a:ea typeface="Arial"/>
                <a:cs typeface="Arial"/>
              </a:defRPr>
            </a:lvl6pPr>
            <a:lvl7pPr algn="ctr">
              <a:defRPr sz="3900" b="1">
                <a:solidFill>
                  <a:srgbClr val="17324D"/>
                </a:solidFill>
                <a:latin typeface="Arial"/>
                <a:ea typeface="Arial"/>
                <a:cs typeface="Arial"/>
              </a:defRPr>
            </a:lvl7pPr>
            <a:lvl8pPr algn="ctr">
              <a:defRPr sz="3900" b="1">
                <a:solidFill>
                  <a:srgbClr val="17324D"/>
                </a:solidFill>
                <a:latin typeface="Arial"/>
                <a:ea typeface="Arial"/>
                <a:cs typeface="Arial"/>
              </a:defRPr>
            </a:lvl8pPr>
            <a:lvl9pPr algn="ctr">
              <a:defRPr sz="3900" b="1">
                <a:solidFill>
                  <a:srgbClr val="17324D"/>
                </a:solidFill>
                <a:latin typeface="Arial"/>
                <a:ea typeface="Arial"/>
                <a:cs typeface="Arial"/>
              </a:defRPr>
            </a:lvl9pPr>
          </a:lstStyle>
          <a:p xmlns:a="http://schemas.openxmlformats.org/drawingml/2006/main">
            <a:pPr algn="ctr">
              <a:defRPr sz="3900" b="1">
                <a:solidFill>
                  <a:srgbClr val="17324D"/>
                </a:solidFill>
                <a:latin typeface="Arial"/>
                <a:ea typeface="Arial"/>
                <a:cs typeface="Arial"/>
              </a:defRPr>
            </a:pPr>
            <a:r>
              <a:rPr sz="3900" b="1">
                <a:solidFill>
                  <a:srgbClr val="17324D"/>
                </a:solidFill>
                <a:latin typeface="Arial"/>
                <a:ea typeface="Arial"/>
                <a:cs typeface="Arial"/>
              </a:rPr>
              <a:t>7.172</a:t>
            </a:r>
          </a:p>
        </p:txBody>
      </p:sp>
      <p:sp>
        <p:nvSpPr>
          <p:cNvPr id="24" name="">
            <a:extLst xmlns:a="http://schemas.openxmlformats.org/drawingml/2006/main">
              <a:ext uri="{FF2B5EF4-FFF2-40B4-BE49-F238E27FC236}">
                <a16:creationId xmlns:a16="http://schemas.microsoft.com/office/drawing/2014/main" id="{608546A5-0F70-4A12-B94F-E0702C985F00}"/>
              </a:ext>
            </a:extLst>
          </p:cNvPr>
          <p:cNvSpPr>
            <a:spLocks xmlns:a="http://schemas.openxmlformats.org/drawingml/2006/main" noGrp="1"/>
          </p:cNvSpPr>
          <p:nvPr/>
        </p:nvSpPr>
        <p:spPr>
          <a:xfrm xmlns:a="http://schemas.openxmlformats.org/drawingml/2006/main">
            <a:off x="7905750" y="4610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defRPr sz="1500" b="0">
                <a:solidFill>
                  <a:srgbClr val="17324D"/>
                </a:solidFill>
                <a:latin typeface="Arial"/>
                <a:ea typeface="Arial"/>
                <a:cs typeface="Arial"/>
              </a:defRPr>
            </a:lvl1pPr>
            <a:lvl2pPr algn="ctr">
              <a:defRPr sz="1500" b="0">
                <a:solidFill>
                  <a:srgbClr val="17324D"/>
                </a:solidFill>
                <a:latin typeface="Arial"/>
                <a:ea typeface="Arial"/>
                <a:cs typeface="Arial"/>
              </a:defRPr>
            </a:lvl2pPr>
            <a:lvl3pPr algn="ctr">
              <a:defRPr sz="1500" b="0">
                <a:solidFill>
                  <a:srgbClr val="17324D"/>
                </a:solidFill>
                <a:latin typeface="Arial"/>
                <a:ea typeface="Arial"/>
                <a:cs typeface="Arial"/>
              </a:defRPr>
            </a:lvl3pPr>
            <a:lvl4pPr algn="ctr">
              <a:defRPr sz="1500" b="0">
                <a:solidFill>
                  <a:srgbClr val="17324D"/>
                </a:solidFill>
                <a:latin typeface="Arial"/>
                <a:ea typeface="Arial"/>
                <a:cs typeface="Arial"/>
              </a:defRPr>
            </a:lvl4pPr>
            <a:lvl5pPr algn="ctr">
              <a:defRPr sz="1500" b="0">
                <a:solidFill>
                  <a:srgbClr val="17324D"/>
                </a:solidFill>
                <a:latin typeface="Arial"/>
                <a:ea typeface="Arial"/>
                <a:cs typeface="Arial"/>
              </a:defRPr>
            </a:lvl5pPr>
            <a:lvl6pPr algn="ctr">
              <a:defRPr sz="1500" b="0">
                <a:solidFill>
                  <a:srgbClr val="17324D"/>
                </a:solidFill>
                <a:latin typeface="Arial"/>
                <a:ea typeface="Arial"/>
                <a:cs typeface="Arial"/>
              </a:defRPr>
            </a:lvl6pPr>
            <a:lvl7pPr algn="ctr">
              <a:defRPr sz="1500" b="0">
                <a:solidFill>
                  <a:srgbClr val="17324D"/>
                </a:solidFill>
                <a:latin typeface="Arial"/>
                <a:ea typeface="Arial"/>
                <a:cs typeface="Arial"/>
              </a:defRPr>
            </a:lvl7pPr>
            <a:lvl8pPr algn="ctr">
              <a:defRPr sz="1500" b="0">
                <a:solidFill>
                  <a:srgbClr val="17324D"/>
                </a:solidFill>
                <a:latin typeface="Arial"/>
                <a:ea typeface="Arial"/>
                <a:cs typeface="Arial"/>
              </a:defRPr>
            </a:lvl8pPr>
            <a:lvl9pPr algn="ctr">
              <a:defRPr sz="1500" b="0">
                <a:solidFill>
                  <a:srgbClr val="17324D"/>
                </a:solidFill>
                <a:latin typeface="Arial"/>
                <a:ea typeface="Arial"/>
                <a:cs typeface="Arial"/>
              </a:defRPr>
            </a:lvl9pPr>
          </a:lstStyle>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test oficial</a:t>
            </a:r>
          </a:p>
        </p:txBody>
      </p:sp>
      <p:sp>
        <p:nvSpPr>
          <p:cNvPr id="25" name="">
            <a:extLst xmlns:a="http://schemas.openxmlformats.org/drawingml/2006/main">
              <a:ext uri="{FF2B5EF4-FFF2-40B4-BE49-F238E27FC236}">
                <a16:creationId xmlns:a16="http://schemas.microsoft.com/office/drawing/2014/main" id="{F4259DA2-1A7E-4C25-BE20-2CA9902B283B}"/>
              </a:ext>
            </a:extLst>
          </p:cNvPr>
          <p:cNvSpPr>
            <a:spLocks xmlns:a="http://schemas.openxmlformats.org/drawingml/2006/main" noGrp="1"/>
          </p:cNvSpPr>
          <p:nvPr/>
        </p:nvSpPr>
        <p:spPr>
          <a:xfrm xmlns:a="http://schemas.openxmlformats.org/drawingml/2006/main">
            <a:off x="609600" y="58102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4E5C68"/>
                </a:solidFill>
                <a:latin typeface="Arial"/>
                <a:ea typeface="Arial"/>
                <a:cs typeface="Arial"/>
              </a:defRPr>
            </a:defPPr>
            <a:lvl1pPr algn="l">
              <a:defRPr sz="1725" b="0">
                <a:solidFill>
                  <a:srgbClr val="4E5C68"/>
                </a:solidFill>
                <a:latin typeface="Arial"/>
                <a:ea typeface="Arial"/>
                <a:cs typeface="Arial"/>
              </a:defRPr>
            </a:lvl1pPr>
            <a:lvl2pPr algn="l">
              <a:defRPr sz="1725" b="0">
                <a:solidFill>
                  <a:srgbClr val="4E5C68"/>
                </a:solidFill>
                <a:latin typeface="Arial"/>
                <a:ea typeface="Arial"/>
                <a:cs typeface="Arial"/>
              </a:defRPr>
            </a:lvl2pPr>
            <a:lvl3pPr algn="l">
              <a:defRPr sz="1725" b="0">
                <a:solidFill>
                  <a:srgbClr val="4E5C68"/>
                </a:solidFill>
                <a:latin typeface="Arial"/>
                <a:ea typeface="Arial"/>
                <a:cs typeface="Arial"/>
              </a:defRPr>
            </a:lvl3pPr>
            <a:lvl4pPr algn="l">
              <a:defRPr sz="1725" b="0">
                <a:solidFill>
                  <a:srgbClr val="4E5C68"/>
                </a:solidFill>
                <a:latin typeface="Arial"/>
                <a:ea typeface="Arial"/>
                <a:cs typeface="Arial"/>
              </a:defRPr>
            </a:lvl4pPr>
            <a:lvl5pPr algn="l">
              <a:defRPr sz="1725" b="0">
                <a:solidFill>
                  <a:srgbClr val="4E5C68"/>
                </a:solidFill>
                <a:latin typeface="Arial"/>
                <a:ea typeface="Arial"/>
                <a:cs typeface="Arial"/>
              </a:defRPr>
            </a:lvl5pPr>
            <a:lvl6pPr algn="l">
              <a:defRPr sz="1725" b="0">
                <a:solidFill>
                  <a:srgbClr val="4E5C68"/>
                </a:solidFill>
                <a:latin typeface="Arial"/>
                <a:ea typeface="Arial"/>
                <a:cs typeface="Arial"/>
              </a:defRPr>
            </a:lvl6pPr>
            <a:lvl7pPr algn="l">
              <a:defRPr sz="1725" b="0">
                <a:solidFill>
                  <a:srgbClr val="4E5C68"/>
                </a:solidFill>
                <a:latin typeface="Arial"/>
                <a:ea typeface="Arial"/>
                <a:cs typeface="Arial"/>
              </a:defRPr>
            </a:lvl7pPr>
            <a:lvl8pPr algn="l">
              <a:defRPr sz="1725" b="0">
                <a:solidFill>
                  <a:srgbClr val="4E5C68"/>
                </a:solidFill>
                <a:latin typeface="Arial"/>
                <a:ea typeface="Arial"/>
                <a:cs typeface="Arial"/>
              </a:defRPr>
            </a:lvl8pPr>
            <a:lvl9pPr algn="l">
              <a:defRPr sz="1725" b="0">
                <a:solidFill>
                  <a:srgbClr val="4E5C68"/>
                </a:solidFill>
                <a:latin typeface="Arial"/>
                <a:ea typeface="Arial"/>
                <a:cs typeface="Arial"/>
              </a:defRPr>
            </a:lvl9pPr>
          </a:lstStyle>
          <a:p xmlns:a="http://schemas.openxmlformats.org/drawingml/2006/main">
            <a:pPr algn="l">
              <a:defRPr sz="1725" b="0">
                <a:solidFill>
                  <a:srgbClr val="4E5C68"/>
                </a:solidFill>
                <a:latin typeface="Arial"/>
                <a:ea typeface="Arial"/>
                <a:cs typeface="Arial"/>
              </a:defRPr>
            </a:pPr>
            <a:r>
              <a:rPr sz="1725" b="0">
                <a:solidFill>
                  <a:srgbClr val="4E5C68"/>
                </a:solidFill>
                <a:latin typeface="Arial"/>
                <a:ea typeface="Arial"/>
                <a:cs typeface="Arial"/>
              </a:rPr>
              <a:t>Adaptación EP2: cambiar el formato, no volver a limpiar. El test sigue separado.</a:t>
            </a:r>
          </a:p>
        </p:txBody>
      </p:sp>
    </p:spTree>
    <p:extLst>
      <p:ext uri="{BB962C8B-B14F-4D97-AF65-F5344CB8AC3E}">
        <p14:creationId xmlns:p14="http://schemas.microsoft.com/office/powerpoint/2010/main" val="11522056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F71F853-074E-4115-98E2-5D601ADDCAA4}"/>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defRPr sz="3150" b="1">
                <a:solidFill>
                  <a:srgbClr val="17324D"/>
                </a:solidFill>
                <a:latin typeface="Arial"/>
                <a:ea typeface="Arial"/>
                <a:cs typeface="Arial"/>
              </a:defRPr>
            </a:lvl1pPr>
            <a:lvl2pPr algn="l">
              <a:defRPr sz="3150" b="1">
                <a:solidFill>
                  <a:srgbClr val="17324D"/>
                </a:solidFill>
                <a:latin typeface="Arial"/>
                <a:ea typeface="Arial"/>
                <a:cs typeface="Arial"/>
              </a:defRPr>
            </a:lvl2pPr>
            <a:lvl3pPr algn="l">
              <a:defRPr sz="3150" b="1">
                <a:solidFill>
                  <a:srgbClr val="17324D"/>
                </a:solidFill>
                <a:latin typeface="Arial"/>
                <a:ea typeface="Arial"/>
                <a:cs typeface="Arial"/>
              </a:defRPr>
            </a:lvl3pPr>
            <a:lvl4pPr algn="l">
              <a:defRPr sz="3150" b="1">
                <a:solidFill>
                  <a:srgbClr val="17324D"/>
                </a:solidFill>
                <a:latin typeface="Arial"/>
                <a:ea typeface="Arial"/>
                <a:cs typeface="Arial"/>
              </a:defRPr>
            </a:lvl4pPr>
            <a:lvl5pPr algn="l">
              <a:defRPr sz="3150" b="1">
                <a:solidFill>
                  <a:srgbClr val="17324D"/>
                </a:solidFill>
                <a:latin typeface="Arial"/>
                <a:ea typeface="Arial"/>
                <a:cs typeface="Arial"/>
              </a:defRPr>
            </a:lvl5pPr>
            <a:lvl6pPr algn="l">
              <a:defRPr sz="3150" b="1">
                <a:solidFill>
                  <a:srgbClr val="17324D"/>
                </a:solidFill>
                <a:latin typeface="Arial"/>
                <a:ea typeface="Arial"/>
                <a:cs typeface="Arial"/>
              </a:defRPr>
            </a:lvl6pPr>
            <a:lvl7pPr algn="l">
              <a:defRPr sz="3150" b="1">
                <a:solidFill>
                  <a:srgbClr val="17324D"/>
                </a:solidFill>
                <a:latin typeface="Arial"/>
                <a:ea typeface="Arial"/>
                <a:cs typeface="Arial"/>
              </a:defRPr>
            </a:lvl7pPr>
            <a:lvl8pPr algn="l">
              <a:defRPr sz="3150" b="1">
                <a:solidFill>
                  <a:srgbClr val="17324D"/>
                </a:solidFill>
                <a:latin typeface="Arial"/>
                <a:ea typeface="Arial"/>
                <a:cs typeface="Arial"/>
              </a:defRPr>
            </a:lvl8pPr>
            <a:lvl9pPr algn="l">
              <a:defRPr sz="3150" b="1">
                <a:solidFill>
                  <a:srgbClr val="17324D"/>
                </a:solidFill>
                <a:latin typeface="Arial"/>
                <a:ea typeface="Arial"/>
                <a:cs typeface="Arial"/>
              </a:defRPr>
            </a:lvl9pPr>
          </a:lstStyle>
          <a:p xmlns:a="http://schemas.openxmlformats.org/drawingml/2006/main">
            <a:pPr algn="l">
              <a:defRPr sz="3150" b="1">
                <a:solidFill>
                  <a:srgbClr val="17324D"/>
                </a:solidFill>
                <a:latin typeface="Arial"/>
                <a:ea typeface="Arial"/>
                <a:cs typeface="Arial"/>
              </a:defRPr>
            </a:pPr>
            <a:r>
              <a:rPr sz="3150" b="1">
                <a:solidFill>
                  <a:srgbClr val="17324D"/>
                </a:solidFill>
                <a:latin typeface="Arial"/>
                <a:ea typeface="Arial"/>
                <a:cs typeface="Arial"/>
              </a:rPr>
              <a:t>Arquitectura: aprender patrones espaciales</a:t>
            </a:r>
          </a:p>
        </p:txBody>
      </p:sp>
      <p:sp>
        <p:nvSpPr>
          <p:cNvPr id="2" name="">
            <a:extLst xmlns:a="http://schemas.openxmlformats.org/drawingml/2006/main">
              <a:ext uri="{FF2B5EF4-FFF2-40B4-BE49-F238E27FC236}">
                <a16:creationId xmlns:a16="http://schemas.microsoft.com/office/drawing/2014/main" id="{DBFD5D91-EDE2-4639-9A3D-20E84743DF44}"/>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defRPr sz="1200" b="0">
                <a:solidFill>
                  <a:srgbClr val="4E5C68"/>
                </a:solidFill>
                <a:latin typeface="Arial"/>
                <a:ea typeface="Arial"/>
                <a:cs typeface="Arial"/>
              </a:defRPr>
            </a:lvl1pPr>
            <a:lvl2pPr algn="r">
              <a:defRPr sz="1200" b="0">
                <a:solidFill>
                  <a:srgbClr val="4E5C68"/>
                </a:solidFill>
                <a:latin typeface="Arial"/>
                <a:ea typeface="Arial"/>
                <a:cs typeface="Arial"/>
              </a:defRPr>
            </a:lvl2pPr>
            <a:lvl3pPr algn="r">
              <a:defRPr sz="1200" b="0">
                <a:solidFill>
                  <a:srgbClr val="4E5C68"/>
                </a:solidFill>
                <a:latin typeface="Arial"/>
                <a:ea typeface="Arial"/>
                <a:cs typeface="Arial"/>
              </a:defRPr>
            </a:lvl3pPr>
            <a:lvl4pPr algn="r">
              <a:defRPr sz="1200" b="0">
                <a:solidFill>
                  <a:srgbClr val="4E5C68"/>
                </a:solidFill>
                <a:latin typeface="Arial"/>
                <a:ea typeface="Arial"/>
                <a:cs typeface="Arial"/>
              </a:defRPr>
            </a:lvl4pPr>
            <a:lvl5pPr algn="r">
              <a:defRPr sz="1200" b="0">
                <a:solidFill>
                  <a:srgbClr val="4E5C68"/>
                </a:solidFill>
                <a:latin typeface="Arial"/>
                <a:ea typeface="Arial"/>
                <a:cs typeface="Arial"/>
              </a:defRPr>
            </a:lvl5pPr>
            <a:lvl6pPr algn="r">
              <a:defRPr sz="1200" b="0">
                <a:solidFill>
                  <a:srgbClr val="4E5C68"/>
                </a:solidFill>
                <a:latin typeface="Arial"/>
                <a:ea typeface="Arial"/>
                <a:cs typeface="Arial"/>
              </a:defRPr>
            </a:lvl6pPr>
            <a:lvl7pPr algn="r">
              <a:defRPr sz="1200" b="0">
                <a:solidFill>
                  <a:srgbClr val="4E5C68"/>
                </a:solidFill>
                <a:latin typeface="Arial"/>
                <a:ea typeface="Arial"/>
                <a:cs typeface="Arial"/>
              </a:defRPr>
            </a:lvl7pPr>
            <a:lvl8pPr algn="r">
              <a:defRPr sz="1200" b="0">
                <a:solidFill>
                  <a:srgbClr val="4E5C68"/>
                </a:solidFill>
                <a:latin typeface="Arial"/>
                <a:ea typeface="Arial"/>
                <a:cs typeface="Arial"/>
              </a:defRPr>
            </a:lvl8pPr>
            <a:lvl9pPr algn="r">
              <a:defRPr sz="1200" b="0">
                <a:solidFill>
                  <a:srgbClr val="4E5C68"/>
                </a:solidFill>
                <a:latin typeface="Arial"/>
                <a:ea typeface="Arial"/>
                <a:cs typeface="Arial"/>
              </a:defRPr>
            </a:lvl9pPr>
          </a:lstStyle>
          <a:p xmlns:a="http://schemas.openxmlformats.org/drawingml/2006/main">
            <a:pPr algn="r">
              <a:defRPr sz="1200" b="0">
                <a:solidFill>
                  <a:srgbClr val="4E5C68"/>
                </a:solidFill>
                <a:latin typeface="Arial"/>
                <a:ea typeface="Arial"/>
                <a:cs typeface="Arial"/>
              </a:defRPr>
            </a:pPr>
            <a:r>
              <a:rPr sz="1200" b="0">
                <a:solidFill>
                  <a:srgbClr val="4E5C68"/>
                </a:solidFill>
                <a:latin typeface="Arial"/>
                <a:ea typeface="Arial"/>
                <a:cs typeface="Arial"/>
              </a:rPr>
              <a:t>4 / 10</a:t>
            </a:r>
          </a:p>
        </p:txBody>
      </p:sp>
      <p:sp>
        <p:nvSpPr>
          <p:cNvPr id="3" name="">
            <a:extLst xmlns:a="http://schemas.openxmlformats.org/drawingml/2006/main">
              <a:ext uri="{FF2B5EF4-FFF2-40B4-BE49-F238E27FC236}">
                <a16:creationId xmlns:a16="http://schemas.microsoft.com/office/drawing/2014/main" id="{50F77048-5DF9-421F-86AE-D0608B13A035}"/>
              </a:ext>
            </a:extLst>
          </p:cNvPr>
          <p:cNvSpPr>
            <a:spLocks xmlns:a="http://schemas.openxmlformats.org/drawingml/2006/main" noGrp="1"/>
          </p:cNvSpPr>
          <p:nvPr/>
        </p:nvSpPr>
        <p:spPr>
          <a:xfrm xmlns:a="http://schemas.openxmlformats.org/drawingml/2006/main">
            <a:off x="609600" y="1666875"/>
            <a:ext cx="1714500" cy="1143000"/>
          </a:xfrm>
          <a:prstGeom xmlns:a="http://schemas.openxmlformats.org/drawingml/2006/main" prst="roundRect">
            <a:avLst>
              <a:gd name="adj" fmla="val 6667"/>
            </a:avLst>
          </a:prstGeom>
          <a:solidFill xmlns:a="http://schemas.openxmlformats.org/drawingml/2006/main">
            <a:srgbClr val="EAF4F5"/>
          </a:solidFill>
          <a:ln xmlns:a="http://schemas.openxmlformats.org/drawingml/2006/main" w="14288">
            <a:solidFill>
              <a:srgbClr val="087F8C"/>
            </a:solidFill>
            <a:prstDash val="solid"/>
          </a:ln>
        </p:spPr>
      </p:sp>
      <p:sp>
        <p:nvSpPr>
          <p:cNvPr id="4" name="">
            <a:extLst xmlns:a="http://schemas.openxmlformats.org/drawingml/2006/main">
              <a:ext uri="{FF2B5EF4-FFF2-40B4-BE49-F238E27FC236}">
                <a16:creationId xmlns:a16="http://schemas.microsoft.com/office/drawing/2014/main" id="{F3854355-EDC7-4B2D-895D-F6B9C34EFCC6}"/>
              </a:ext>
            </a:extLst>
          </p:cNvPr>
          <p:cNvSpPr>
            <a:spLocks xmlns:a="http://schemas.openxmlformats.org/drawingml/2006/main" noGrp="1"/>
          </p:cNvSpPr>
          <p:nvPr/>
        </p:nvSpPr>
        <p:spPr>
          <a:xfrm xmlns:a="http://schemas.openxmlformats.org/drawingml/2006/main">
            <a:off x="723900" y="1743075"/>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defRPr sz="1725" b="1">
                <a:solidFill>
                  <a:srgbClr val="17324D"/>
                </a:solidFill>
                <a:latin typeface="Arial"/>
                <a:ea typeface="Arial"/>
                <a:cs typeface="Arial"/>
              </a:defRPr>
            </a:lvl1pPr>
            <a:lvl2pPr algn="ctr">
              <a:defRPr sz="1725" b="1">
                <a:solidFill>
                  <a:srgbClr val="17324D"/>
                </a:solidFill>
                <a:latin typeface="Arial"/>
                <a:ea typeface="Arial"/>
                <a:cs typeface="Arial"/>
              </a:defRPr>
            </a:lvl2pPr>
            <a:lvl3pPr algn="ctr">
              <a:defRPr sz="1725" b="1">
                <a:solidFill>
                  <a:srgbClr val="17324D"/>
                </a:solidFill>
                <a:latin typeface="Arial"/>
                <a:ea typeface="Arial"/>
                <a:cs typeface="Arial"/>
              </a:defRPr>
            </a:lvl3pPr>
            <a:lvl4pPr algn="ctr">
              <a:defRPr sz="1725" b="1">
                <a:solidFill>
                  <a:srgbClr val="17324D"/>
                </a:solidFill>
                <a:latin typeface="Arial"/>
                <a:ea typeface="Arial"/>
                <a:cs typeface="Arial"/>
              </a:defRPr>
            </a:lvl4pPr>
            <a:lvl5pPr algn="ctr">
              <a:defRPr sz="1725" b="1">
                <a:solidFill>
                  <a:srgbClr val="17324D"/>
                </a:solidFill>
                <a:latin typeface="Arial"/>
                <a:ea typeface="Arial"/>
                <a:cs typeface="Arial"/>
              </a:defRPr>
            </a:lvl5pPr>
            <a:lvl6pPr algn="ctr">
              <a:defRPr sz="1725" b="1">
                <a:solidFill>
                  <a:srgbClr val="17324D"/>
                </a:solidFill>
                <a:latin typeface="Arial"/>
                <a:ea typeface="Arial"/>
                <a:cs typeface="Arial"/>
              </a:defRPr>
            </a:lvl6pPr>
            <a:lvl7pPr algn="ctr">
              <a:defRPr sz="1725" b="1">
                <a:solidFill>
                  <a:srgbClr val="17324D"/>
                </a:solidFill>
                <a:latin typeface="Arial"/>
                <a:ea typeface="Arial"/>
                <a:cs typeface="Arial"/>
              </a:defRPr>
            </a:lvl7pPr>
            <a:lvl8pPr algn="ctr">
              <a:defRPr sz="1725" b="1">
                <a:solidFill>
                  <a:srgbClr val="17324D"/>
                </a:solidFill>
                <a:latin typeface="Arial"/>
                <a:ea typeface="Arial"/>
                <a:cs typeface="Arial"/>
              </a:defRPr>
            </a:lvl8pPr>
            <a:lvl9pPr algn="ctr">
              <a:defRPr sz="1725" b="1">
                <a:solidFill>
                  <a:srgbClr val="17324D"/>
                </a:solidFill>
                <a:latin typeface="Arial"/>
                <a:ea typeface="Arial"/>
                <a:cs typeface="Arial"/>
              </a:defRPr>
            </a:lvl9pPr>
          </a:lstStyle>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Entrada</a:t>
            </a:r>
          </a:p>
        </p:txBody>
      </p:sp>
      <p:sp>
        <p:nvSpPr>
          <p:cNvPr id="5" name="">
            <a:extLst xmlns:a="http://schemas.openxmlformats.org/drawingml/2006/main">
              <a:ext uri="{FF2B5EF4-FFF2-40B4-BE49-F238E27FC236}">
                <a16:creationId xmlns:a16="http://schemas.microsoft.com/office/drawing/2014/main" id="{8990B56C-7A5E-4FB4-AF6E-A71209BAEA66}"/>
              </a:ext>
            </a:extLst>
          </p:cNvPr>
          <p:cNvSpPr>
            <a:spLocks xmlns:a="http://schemas.openxmlformats.org/drawingml/2006/main" noGrp="1"/>
          </p:cNvSpPr>
          <p:nvPr/>
        </p:nvSpPr>
        <p:spPr>
          <a:xfrm xmlns:a="http://schemas.openxmlformats.org/drawingml/2006/main">
            <a:off x="723900" y="2114550"/>
            <a:ext cx="1485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28×28×1</a:t>
            </a:r>
          </a:p>
        </p:txBody>
      </p:sp>
      <p:sp>
        <p:nvSpPr>
          <p:cNvPr id="6" name="">
            <a:extLst xmlns:a="http://schemas.openxmlformats.org/drawingml/2006/main">
              <a:ext uri="{FF2B5EF4-FFF2-40B4-BE49-F238E27FC236}">
                <a16:creationId xmlns:a16="http://schemas.microsoft.com/office/drawing/2014/main" id="{28D64753-5016-4D7D-BA5A-DB54489B38B5}"/>
              </a:ext>
            </a:extLst>
          </p:cNvPr>
          <p:cNvSpPr>
            <a:spLocks xmlns:a="http://schemas.openxmlformats.org/drawingml/2006/main" noGrp="1"/>
          </p:cNvSpPr>
          <p:nvPr/>
        </p:nvSpPr>
        <p:spPr>
          <a:xfrm xmlns:a="http://schemas.openxmlformats.org/drawingml/2006/main">
            <a:off x="2400300" y="2028825"/>
            <a:ext cx="266700" cy="38100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7" name="">
            <a:extLst xmlns:a="http://schemas.openxmlformats.org/drawingml/2006/main">
              <a:ext uri="{FF2B5EF4-FFF2-40B4-BE49-F238E27FC236}">
                <a16:creationId xmlns:a16="http://schemas.microsoft.com/office/drawing/2014/main" id="{E726AE47-3334-4092-B5B2-2E79D7AB7A49}"/>
              </a:ext>
            </a:extLst>
          </p:cNvPr>
          <p:cNvSpPr>
            <a:spLocks xmlns:a="http://schemas.openxmlformats.org/drawingml/2006/main" noGrp="1"/>
          </p:cNvSpPr>
          <p:nvPr/>
        </p:nvSpPr>
        <p:spPr>
          <a:xfrm xmlns:a="http://schemas.openxmlformats.org/drawingml/2006/main">
            <a:off x="2667000" y="1666875"/>
            <a:ext cx="1809750" cy="1143000"/>
          </a:xfrm>
          <a:prstGeom xmlns:a="http://schemas.openxmlformats.org/drawingml/2006/main" prst="roundRect">
            <a:avLst>
              <a:gd name="adj" fmla="val 6667"/>
            </a:avLst>
          </a:prstGeom>
          <a:solidFill xmlns:a="http://schemas.openxmlformats.org/drawingml/2006/main">
            <a:srgbClr val="EAF4F5"/>
          </a:solidFill>
          <a:ln xmlns:a="http://schemas.openxmlformats.org/drawingml/2006/main" w="14288">
            <a:solidFill>
              <a:srgbClr val="087F8C"/>
            </a:solidFill>
            <a:prstDash val="solid"/>
          </a:ln>
        </p:spPr>
      </p:sp>
      <p:sp>
        <p:nvSpPr>
          <p:cNvPr id="8" name="">
            <a:extLst xmlns:a="http://schemas.openxmlformats.org/drawingml/2006/main">
              <a:ext uri="{FF2B5EF4-FFF2-40B4-BE49-F238E27FC236}">
                <a16:creationId xmlns:a16="http://schemas.microsoft.com/office/drawing/2014/main" id="{3775B539-B12F-45AE-A4FF-C3A3BCABF740}"/>
              </a:ext>
            </a:extLst>
          </p:cNvPr>
          <p:cNvSpPr>
            <a:spLocks xmlns:a="http://schemas.openxmlformats.org/drawingml/2006/main" noGrp="1"/>
          </p:cNvSpPr>
          <p:nvPr/>
        </p:nvSpPr>
        <p:spPr>
          <a:xfrm xmlns:a="http://schemas.openxmlformats.org/drawingml/2006/main">
            <a:off x="2781300" y="174307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defRPr sz="1725" b="1">
                <a:solidFill>
                  <a:srgbClr val="17324D"/>
                </a:solidFill>
                <a:latin typeface="Arial"/>
                <a:ea typeface="Arial"/>
                <a:cs typeface="Arial"/>
              </a:defRPr>
            </a:lvl1pPr>
            <a:lvl2pPr algn="ctr">
              <a:defRPr sz="1725" b="1">
                <a:solidFill>
                  <a:srgbClr val="17324D"/>
                </a:solidFill>
                <a:latin typeface="Arial"/>
                <a:ea typeface="Arial"/>
                <a:cs typeface="Arial"/>
              </a:defRPr>
            </a:lvl2pPr>
            <a:lvl3pPr algn="ctr">
              <a:defRPr sz="1725" b="1">
                <a:solidFill>
                  <a:srgbClr val="17324D"/>
                </a:solidFill>
                <a:latin typeface="Arial"/>
                <a:ea typeface="Arial"/>
                <a:cs typeface="Arial"/>
              </a:defRPr>
            </a:lvl3pPr>
            <a:lvl4pPr algn="ctr">
              <a:defRPr sz="1725" b="1">
                <a:solidFill>
                  <a:srgbClr val="17324D"/>
                </a:solidFill>
                <a:latin typeface="Arial"/>
                <a:ea typeface="Arial"/>
                <a:cs typeface="Arial"/>
              </a:defRPr>
            </a:lvl4pPr>
            <a:lvl5pPr algn="ctr">
              <a:defRPr sz="1725" b="1">
                <a:solidFill>
                  <a:srgbClr val="17324D"/>
                </a:solidFill>
                <a:latin typeface="Arial"/>
                <a:ea typeface="Arial"/>
                <a:cs typeface="Arial"/>
              </a:defRPr>
            </a:lvl5pPr>
            <a:lvl6pPr algn="ctr">
              <a:defRPr sz="1725" b="1">
                <a:solidFill>
                  <a:srgbClr val="17324D"/>
                </a:solidFill>
                <a:latin typeface="Arial"/>
                <a:ea typeface="Arial"/>
                <a:cs typeface="Arial"/>
              </a:defRPr>
            </a:lvl6pPr>
            <a:lvl7pPr algn="ctr">
              <a:defRPr sz="1725" b="1">
                <a:solidFill>
                  <a:srgbClr val="17324D"/>
                </a:solidFill>
                <a:latin typeface="Arial"/>
                <a:ea typeface="Arial"/>
                <a:cs typeface="Arial"/>
              </a:defRPr>
            </a:lvl7pPr>
            <a:lvl8pPr algn="ctr">
              <a:defRPr sz="1725" b="1">
                <a:solidFill>
                  <a:srgbClr val="17324D"/>
                </a:solidFill>
                <a:latin typeface="Arial"/>
                <a:ea typeface="Arial"/>
                <a:cs typeface="Arial"/>
              </a:defRPr>
            </a:lvl8pPr>
            <a:lvl9pPr algn="ctr">
              <a:defRPr sz="1725" b="1">
                <a:solidFill>
                  <a:srgbClr val="17324D"/>
                </a:solidFill>
                <a:latin typeface="Arial"/>
                <a:ea typeface="Arial"/>
                <a:cs typeface="Arial"/>
              </a:defRPr>
            </a:lvl9pPr>
          </a:lstStyle>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Conv + Pool</a:t>
            </a:r>
          </a:p>
        </p:txBody>
      </p:sp>
      <p:sp>
        <p:nvSpPr>
          <p:cNvPr id="9" name="">
            <a:extLst xmlns:a="http://schemas.openxmlformats.org/drawingml/2006/main">
              <a:ext uri="{FF2B5EF4-FFF2-40B4-BE49-F238E27FC236}">
                <a16:creationId xmlns:a16="http://schemas.microsoft.com/office/drawing/2014/main" id="{F629AD96-5769-42E1-9B74-BEC2099027D8}"/>
              </a:ext>
            </a:extLst>
          </p:cNvPr>
          <p:cNvSpPr>
            <a:spLocks xmlns:a="http://schemas.openxmlformats.org/drawingml/2006/main" noGrp="1"/>
          </p:cNvSpPr>
          <p:nvPr/>
        </p:nvSpPr>
        <p:spPr>
          <a:xfrm xmlns:a="http://schemas.openxmlformats.org/drawingml/2006/main">
            <a:off x="2781300" y="2114550"/>
            <a:ext cx="1581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32 filtros</a:t>
            </a:r>
          </a:p>
        </p:txBody>
      </p:sp>
      <p:sp>
        <p:nvSpPr>
          <p:cNvPr id="10" name="">
            <a:extLst xmlns:a="http://schemas.openxmlformats.org/drawingml/2006/main">
              <a:ext uri="{FF2B5EF4-FFF2-40B4-BE49-F238E27FC236}">
                <a16:creationId xmlns:a16="http://schemas.microsoft.com/office/drawing/2014/main" id="{6865A171-8080-4B53-8672-0F605FC82C1C}"/>
              </a:ext>
            </a:extLst>
          </p:cNvPr>
          <p:cNvSpPr>
            <a:spLocks xmlns:a="http://schemas.openxmlformats.org/drawingml/2006/main" noGrp="1"/>
          </p:cNvSpPr>
          <p:nvPr/>
        </p:nvSpPr>
        <p:spPr>
          <a:xfrm xmlns:a="http://schemas.openxmlformats.org/drawingml/2006/main">
            <a:off x="4552950" y="2028825"/>
            <a:ext cx="266700" cy="38100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11" name="">
            <a:extLst xmlns:a="http://schemas.openxmlformats.org/drawingml/2006/main">
              <a:ext uri="{FF2B5EF4-FFF2-40B4-BE49-F238E27FC236}">
                <a16:creationId xmlns:a16="http://schemas.microsoft.com/office/drawing/2014/main" id="{7C636839-BE47-4399-A791-DE4F65230DF9}"/>
              </a:ext>
            </a:extLst>
          </p:cNvPr>
          <p:cNvSpPr>
            <a:spLocks xmlns:a="http://schemas.openxmlformats.org/drawingml/2006/main" noGrp="1"/>
          </p:cNvSpPr>
          <p:nvPr/>
        </p:nvSpPr>
        <p:spPr>
          <a:xfrm xmlns:a="http://schemas.openxmlformats.org/drawingml/2006/main">
            <a:off x="4819650" y="1666875"/>
            <a:ext cx="1809750" cy="1143000"/>
          </a:xfrm>
          <a:prstGeom xmlns:a="http://schemas.openxmlformats.org/drawingml/2006/main" prst="roundRect">
            <a:avLst>
              <a:gd name="adj" fmla="val 6667"/>
            </a:avLst>
          </a:prstGeom>
          <a:solidFill xmlns:a="http://schemas.openxmlformats.org/drawingml/2006/main">
            <a:srgbClr val="EAF4F5"/>
          </a:solidFill>
          <a:ln xmlns:a="http://schemas.openxmlformats.org/drawingml/2006/main" w="14288">
            <a:solidFill>
              <a:srgbClr val="087F8C"/>
            </a:solidFill>
            <a:prstDash val="solid"/>
          </a:ln>
        </p:spPr>
      </p:sp>
      <p:sp>
        <p:nvSpPr>
          <p:cNvPr id="12" name="">
            <a:extLst xmlns:a="http://schemas.openxmlformats.org/drawingml/2006/main">
              <a:ext uri="{FF2B5EF4-FFF2-40B4-BE49-F238E27FC236}">
                <a16:creationId xmlns:a16="http://schemas.microsoft.com/office/drawing/2014/main" id="{D95349E2-8EDC-46FA-8F65-4FC957F7BFA4}"/>
              </a:ext>
            </a:extLst>
          </p:cNvPr>
          <p:cNvSpPr>
            <a:spLocks xmlns:a="http://schemas.openxmlformats.org/drawingml/2006/main" noGrp="1"/>
          </p:cNvSpPr>
          <p:nvPr/>
        </p:nvSpPr>
        <p:spPr>
          <a:xfrm xmlns:a="http://schemas.openxmlformats.org/drawingml/2006/main">
            <a:off x="4933950" y="174307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defRPr sz="1725" b="1">
                <a:solidFill>
                  <a:srgbClr val="17324D"/>
                </a:solidFill>
                <a:latin typeface="Arial"/>
                <a:ea typeface="Arial"/>
                <a:cs typeface="Arial"/>
              </a:defRPr>
            </a:lvl1pPr>
            <a:lvl2pPr algn="ctr">
              <a:defRPr sz="1725" b="1">
                <a:solidFill>
                  <a:srgbClr val="17324D"/>
                </a:solidFill>
                <a:latin typeface="Arial"/>
                <a:ea typeface="Arial"/>
                <a:cs typeface="Arial"/>
              </a:defRPr>
            </a:lvl2pPr>
            <a:lvl3pPr algn="ctr">
              <a:defRPr sz="1725" b="1">
                <a:solidFill>
                  <a:srgbClr val="17324D"/>
                </a:solidFill>
                <a:latin typeface="Arial"/>
                <a:ea typeface="Arial"/>
                <a:cs typeface="Arial"/>
              </a:defRPr>
            </a:lvl3pPr>
            <a:lvl4pPr algn="ctr">
              <a:defRPr sz="1725" b="1">
                <a:solidFill>
                  <a:srgbClr val="17324D"/>
                </a:solidFill>
                <a:latin typeface="Arial"/>
                <a:ea typeface="Arial"/>
                <a:cs typeface="Arial"/>
              </a:defRPr>
            </a:lvl4pPr>
            <a:lvl5pPr algn="ctr">
              <a:defRPr sz="1725" b="1">
                <a:solidFill>
                  <a:srgbClr val="17324D"/>
                </a:solidFill>
                <a:latin typeface="Arial"/>
                <a:ea typeface="Arial"/>
                <a:cs typeface="Arial"/>
              </a:defRPr>
            </a:lvl5pPr>
            <a:lvl6pPr algn="ctr">
              <a:defRPr sz="1725" b="1">
                <a:solidFill>
                  <a:srgbClr val="17324D"/>
                </a:solidFill>
                <a:latin typeface="Arial"/>
                <a:ea typeface="Arial"/>
                <a:cs typeface="Arial"/>
              </a:defRPr>
            </a:lvl6pPr>
            <a:lvl7pPr algn="ctr">
              <a:defRPr sz="1725" b="1">
                <a:solidFill>
                  <a:srgbClr val="17324D"/>
                </a:solidFill>
                <a:latin typeface="Arial"/>
                <a:ea typeface="Arial"/>
                <a:cs typeface="Arial"/>
              </a:defRPr>
            </a:lvl7pPr>
            <a:lvl8pPr algn="ctr">
              <a:defRPr sz="1725" b="1">
                <a:solidFill>
                  <a:srgbClr val="17324D"/>
                </a:solidFill>
                <a:latin typeface="Arial"/>
                <a:ea typeface="Arial"/>
                <a:cs typeface="Arial"/>
              </a:defRPr>
            </a:lvl8pPr>
            <a:lvl9pPr algn="ctr">
              <a:defRPr sz="1725" b="1">
                <a:solidFill>
                  <a:srgbClr val="17324D"/>
                </a:solidFill>
                <a:latin typeface="Arial"/>
                <a:ea typeface="Arial"/>
                <a:cs typeface="Arial"/>
              </a:defRPr>
            </a:lvl9pPr>
          </a:lstStyle>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Conv + Pool</a:t>
            </a:r>
          </a:p>
        </p:txBody>
      </p:sp>
      <p:sp>
        <p:nvSpPr>
          <p:cNvPr id="13" name="">
            <a:extLst xmlns:a="http://schemas.openxmlformats.org/drawingml/2006/main">
              <a:ext uri="{FF2B5EF4-FFF2-40B4-BE49-F238E27FC236}">
                <a16:creationId xmlns:a16="http://schemas.microsoft.com/office/drawing/2014/main" id="{FD0E4B1A-1BCD-4067-A541-EF3F45167047}"/>
              </a:ext>
            </a:extLst>
          </p:cNvPr>
          <p:cNvSpPr>
            <a:spLocks xmlns:a="http://schemas.openxmlformats.org/drawingml/2006/main" noGrp="1"/>
          </p:cNvSpPr>
          <p:nvPr/>
        </p:nvSpPr>
        <p:spPr>
          <a:xfrm xmlns:a="http://schemas.openxmlformats.org/drawingml/2006/main">
            <a:off x="4933950" y="2114550"/>
            <a:ext cx="1581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64 filtros</a:t>
            </a:r>
          </a:p>
        </p:txBody>
      </p:sp>
      <p:sp>
        <p:nvSpPr>
          <p:cNvPr id="14" name="">
            <a:extLst xmlns:a="http://schemas.openxmlformats.org/drawingml/2006/main">
              <a:ext uri="{FF2B5EF4-FFF2-40B4-BE49-F238E27FC236}">
                <a16:creationId xmlns:a16="http://schemas.microsoft.com/office/drawing/2014/main" id="{E7C9DCB3-39E0-4241-8A14-FE5DA3CEFDB7}"/>
              </a:ext>
            </a:extLst>
          </p:cNvPr>
          <p:cNvSpPr>
            <a:spLocks xmlns:a="http://schemas.openxmlformats.org/drawingml/2006/main" noGrp="1"/>
          </p:cNvSpPr>
          <p:nvPr/>
        </p:nvSpPr>
        <p:spPr>
          <a:xfrm xmlns:a="http://schemas.openxmlformats.org/drawingml/2006/main">
            <a:off x="6705600" y="2028825"/>
            <a:ext cx="266700" cy="38100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15" name="">
            <a:extLst xmlns:a="http://schemas.openxmlformats.org/drawingml/2006/main">
              <a:ext uri="{FF2B5EF4-FFF2-40B4-BE49-F238E27FC236}">
                <a16:creationId xmlns:a16="http://schemas.microsoft.com/office/drawing/2014/main" id="{C7CD7D64-9184-4581-956C-6CA0977CBFA9}"/>
              </a:ext>
            </a:extLst>
          </p:cNvPr>
          <p:cNvSpPr>
            <a:spLocks xmlns:a="http://schemas.openxmlformats.org/drawingml/2006/main" noGrp="1"/>
          </p:cNvSpPr>
          <p:nvPr/>
        </p:nvSpPr>
        <p:spPr>
          <a:xfrm xmlns:a="http://schemas.openxmlformats.org/drawingml/2006/main">
            <a:off x="6972300" y="1666875"/>
            <a:ext cx="1809750" cy="1143000"/>
          </a:xfrm>
          <a:prstGeom xmlns:a="http://schemas.openxmlformats.org/drawingml/2006/main" prst="roundRect">
            <a:avLst>
              <a:gd name="adj" fmla="val 6667"/>
            </a:avLst>
          </a:prstGeom>
          <a:solidFill xmlns:a="http://schemas.openxmlformats.org/drawingml/2006/main">
            <a:srgbClr val="EAF4F5"/>
          </a:solidFill>
          <a:ln xmlns:a="http://schemas.openxmlformats.org/drawingml/2006/main" w="14288">
            <a:solidFill>
              <a:srgbClr val="087F8C"/>
            </a:solidFill>
            <a:prstDash val="solid"/>
          </a:ln>
        </p:spPr>
      </p:sp>
      <p:sp>
        <p:nvSpPr>
          <p:cNvPr id="16" name="">
            <a:extLst xmlns:a="http://schemas.openxmlformats.org/drawingml/2006/main">
              <a:ext uri="{FF2B5EF4-FFF2-40B4-BE49-F238E27FC236}">
                <a16:creationId xmlns:a16="http://schemas.microsoft.com/office/drawing/2014/main" id="{F2B61EEC-3D0C-4C50-BCC3-64FF05AAA246}"/>
              </a:ext>
            </a:extLst>
          </p:cNvPr>
          <p:cNvSpPr>
            <a:spLocks xmlns:a="http://schemas.openxmlformats.org/drawingml/2006/main" noGrp="1"/>
          </p:cNvSpPr>
          <p:nvPr/>
        </p:nvSpPr>
        <p:spPr>
          <a:xfrm xmlns:a="http://schemas.openxmlformats.org/drawingml/2006/main">
            <a:off x="7086600" y="174307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defRPr sz="1725" b="1">
                <a:solidFill>
                  <a:srgbClr val="17324D"/>
                </a:solidFill>
                <a:latin typeface="Arial"/>
                <a:ea typeface="Arial"/>
                <a:cs typeface="Arial"/>
              </a:defRPr>
            </a:lvl1pPr>
            <a:lvl2pPr algn="ctr">
              <a:defRPr sz="1725" b="1">
                <a:solidFill>
                  <a:srgbClr val="17324D"/>
                </a:solidFill>
                <a:latin typeface="Arial"/>
                <a:ea typeface="Arial"/>
                <a:cs typeface="Arial"/>
              </a:defRPr>
            </a:lvl2pPr>
            <a:lvl3pPr algn="ctr">
              <a:defRPr sz="1725" b="1">
                <a:solidFill>
                  <a:srgbClr val="17324D"/>
                </a:solidFill>
                <a:latin typeface="Arial"/>
                <a:ea typeface="Arial"/>
                <a:cs typeface="Arial"/>
              </a:defRPr>
            </a:lvl3pPr>
            <a:lvl4pPr algn="ctr">
              <a:defRPr sz="1725" b="1">
                <a:solidFill>
                  <a:srgbClr val="17324D"/>
                </a:solidFill>
                <a:latin typeface="Arial"/>
                <a:ea typeface="Arial"/>
                <a:cs typeface="Arial"/>
              </a:defRPr>
            </a:lvl4pPr>
            <a:lvl5pPr algn="ctr">
              <a:defRPr sz="1725" b="1">
                <a:solidFill>
                  <a:srgbClr val="17324D"/>
                </a:solidFill>
                <a:latin typeface="Arial"/>
                <a:ea typeface="Arial"/>
                <a:cs typeface="Arial"/>
              </a:defRPr>
            </a:lvl5pPr>
            <a:lvl6pPr algn="ctr">
              <a:defRPr sz="1725" b="1">
                <a:solidFill>
                  <a:srgbClr val="17324D"/>
                </a:solidFill>
                <a:latin typeface="Arial"/>
                <a:ea typeface="Arial"/>
                <a:cs typeface="Arial"/>
              </a:defRPr>
            </a:lvl6pPr>
            <a:lvl7pPr algn="ctr">
              <a:defRPr sz="1725" b="1">
                <a:solidFill>
                  <a:srgbClr val="17324D"/>
                </a:solidFill>
                <a:latin typeface="Arial"/>
                <a:ea typeface="Arial"/>
                <a:cs typeface="Arial"/>
              </a:defRPr>
            </a:lvl7pPr>
            <a:lvl8pPr algn="ctr">
              <a:defRPr sz="1725" b="1">
                <a:solidFill>
                  <a:srgbClr val="17324D"/>
                </a:solidFill>
                <a:latin typeface="Arial"/>
                <a:ea typeface="Arial"/>
                <a:cs typeface="Arial"/>
              </a:defRPr>
            </a:lvl8pPr>
            <a:lvl9pPr algn="ctr">
              <a:defRPr sz="1725" b="1">
                <a:solidFill>
                  <a:srgbClr val="17324D"/>
                </a:solidFill>
                <a:latin typeface="Arial"/>
                <a:ea typeface="Arial"/>
                <a:cs typeface="Arial"/>
              </a:defRPr>
            </a:lvl9pPr>
          </a:lstStyle>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Conv + Pool</a:t>
            </a:r>
          </a:p>
        </p:txBody>
      </p:sp>
      <p:sp>
        <p:nvSpPr>
          <p:cNvPr id="17" name="">
            <a:extLst xmlns:a="http://schemas.openxmlformats.org/drawingml/2006/main">
              <a:ext uri="{FF2B5EF4-FFF2-40B4-BE49-F238E27FC236}">
                <a16:creationId xmlns:a16="http://schemas.microsoft.com/office/drawing/2014/main" id="{F02B6578-22D9-41AA-9F17-3C40DB2EDC4E}"/>
              </a:ext>
            </a:extLst>
          </p:cNvPr>
          <p:cNvSpPr>
            <a:spLocks xmlns:a="http://schemas.openxmlformats.org/drawingml/2006/main" noGrp="1"/>
          </p:cNvSpPr>
          <p:nvPr/>
        </p:nvSpPr>
        <p:spPr>
          <a:xfrm xmlns:a="http://schemas.openxmlformats.org/drawingml/2006/main">
            <a:off x="7086600" y="2114550"/>
            <a:ext cx="1581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128 filtros</a:t>
            </a:r>
          </a:p>
        </p:txBody>
      </p:sp>
      <p:sp>
        <p:nvSpPr>
          <p:cNvPr id="18" name="">
            <a:extLst xmlns:a="http://schemas.openxmlformats.org/drawingml/2006/main">
              <a:ext uri="{FF2B5EF4-FFF2-40B4-BE49-F238E27FC236}">
                <a16:creationId xmlns:a16="http://schemas.microsoft.com/office/drawing/2014/main" id="{143037A4-9665-4E2D-B7B6-53B86372DE10}"/>
              </a:ext>
            </a:extLst>
          </p:cNvPr>
          <p:cNvSpPr>
            <a:spLocks xmlns:a="http://schemas.openxmlformats.org/drawingml/2006/main" noGrp="1"/>
          </p:cNvSpPr>
          <p:nvPr/>
        </p:nvSpPr>
        <p:spPr>
          <a:xfrm xmlns:a="http://schemas.openxmlformats.org/drawingml/2006/main">
            <a:off x="8858250" y="2028825"/>
            <a:ext cx="266700" cy="38100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19" name="">
            <a:extLst xmlns:a="http://schemas.openxmlformats.org/drawingml/2006/main">
              <a:ext uri="{FF2B5EF4-FFF2-40B4-BE49-F238E27FC236}">
                <a16:creationId xmlns:a16="http://schemas.microsoft.com/office/drawing/2014/main" id="{931E84DF-BE69-446E-8B21-425B3B9C3492}"/>
              </a:ext>
            </a:extLst>
          </p:cNvPr>
          <p:cNvSpPr>
            <a:spLocks xmlns:a="http://schemas.openxmlformats.org/drawingml/2006/main" noGrp="1"/>
          </p:cNvSpPr>
          <p:nvPr/>
        </p:nvSpPr>
        <p:spPr>
          <a:xfrm xmlns:a="http://schemas.openxmlformats.org/drawingml/2006/main">
            <a:off x="9124950" y="1666875"/>
            <a:ext cx="2381250" cy="1143000"/>
          </a:xfrm>
          <a:prstGeom xmlns:a="http://schemas.openxmlformats.org/drawingml/2006/main" prst="roundRect">
            <a:avLst>
              <a:gd name="adj" fmla="val 6667"/>
            </a:avLst>
          </a:prstGeom>
          <a:solidFill xmlns:a="http://schemas.openxmlformats.org/drawingml/2006/main">
            <a:srgbClr val="E8EEF4"/>
          </a:solidFill>
          <a:ln xmlns:a="http://schemas.openxmlformats.org/drawingml/2006/main" w="14288">
            <a:solidFill>
              <a:srgbClr val="087F8C"/>
            </a:solidFill>
            <a:prstDash val="solid"/>
          </a:ln>
        </p:spPr>
      </p:sp>
      <p:sp>
        <p:nvSpPr>
          <p:cNvPr id="20" name="">
            <a:extLst xmlns:a="http://schemas.openxmlformats.org/drawingml/2006/main">
              <a:ext uri="{FF2B5EF4-FFF2-40B4-BE49-F238E27FC236}">
                <a16:creationId xmlns:a16="http://schemas.microsoft.com/office/drawing/2014/main" id="{0FF90219-1B3B-4AD7-80E0-5D356C3D8DD7}"/>
              </a:ext>
            </a:extLst>
          </p:cNvPr>
          <p:cNvSpPr>
            <a:spLocks xmlns:a="http://schemas.openxmlformats.org/drawingml/2006/main" noGrp="1"/>
          </p:cNvSpPr>
          <p:nvPr/>
        </p:nvSpPr>
        <p:spPr>
          <a:xfrm xmlns:a="http://schemas.openxmlformats.org/drawingml/2006/main">
            <a:off x="9239250" y="1743075"/>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defRPr sz="1725" b="1">
                <a:solidFill>
                  <a:srgbClr val="17324D"/>
                </a:solidFill>
                <a:latin typeface="Arial"/>
                <a:ea typeface="Arial"/>
                <a:cs typeface="Arial"/>
              </a:defRPr>
            </a:lvl1pPr>
            <a:lvl2pPr algn="ctr">
              <a:defRPr sz="1725" b="1">
                <a:solidFill>
                  <a:srgbClr val="17324D"/>
                </a:solidFill>
                <a:latin typeface="Arial"/>
                <a:ea typeface="Arial"/>
                <a:cs typeface="Arial"/>
              </a:defRPr>
            </a:lvl2pPr>
            <a:lvl3pPr algn="ctr">
              <a:defRPr sz="1725" b="1">
                <a:solidFill>
                  <a:srgbClr val="17324D"/>
                </a:solidFill>
                <a:latin typeface="Arial"/>
                <a:ea typeface="Arial"/>
                <a:cs typeface="Arial"/>
              </a:defRPr>
            </a:lvl3pPr>
            <a:lvl4pPr algn="ctr">
              <a:defRPr sz="1725" b="1">
                <a:solidFill>
                  <a:srgbClr val="17324D"/>
                </a:solidFill>
                <a:latin typeface="Arial"/>
                <a:ea typeface="Arial"/>
                <a:cs typeface="Arial"/>
              </a:defRPr>
            </a:lvl4pPr>
            <a:lvl5pPr algn="ctr">
              <a:defRPr sz="1725" b="1">
                <a:solidFill>
                  <a:srgbClr val="17324D"/>
                </a:solidFill>
                <a:latin typeface="Arial"/>
                <a:ea typeface="Arial"/>
                <a:cs typeface="Arial"/>
              </a:defRPr>
            </a:lvl5pPr>
            <a:lvl6pPr algn="ctr">
              <a:defRPr sz="1725" b="1">
                <a:solidFill>
                  <a:srgbClr val="17324D"/>
                </a:solidFill>
                <a:latin typeface="Arial"/>
                <a:ea typeface="Arial"/>
                <a:cs typeface="Arial"/>
              </a:defRPr>
            </a:lvl6pPr>
            <a:lvl7pPr algn="ctr">
              <a:defRPr sz="1725" b="1">
                <a:solidFill>
                  <a:srgbClr val="17324D"/>
                </a:solidFill>
                <a:latin typeface="Arial"/>
                <a:ea typeface="Arial"/>
                <a:cs typeface="Arial"/>
              </a:defRPr>
            </a:lvl7pPr>
            <a:lvl8pPr algn="ctr">
              <a:defRPr sz="1725" b="1">
                <a:solidFill>
                  <a:srgbClr val="17324D"/>
                </a:solidFill>
                <a:latin typeface="Arial"/>
                <a:ea typeface="Arial"/>
                <a:cs typeface="Arial"/>
              </a:defRPr>
            </a:lvl8pPr>
            <a:lvl9pPr algn="ctr">
              <a:defRPr sz="1725" b="1">
                <a:solidFill>
                  <a:srgbClr val="17324D"/>
                </a:solidFill>
                <a:latin typeface="Arial"/>
                <a:ea typeface="Arial"/>
                <a:cs typeface="Arial"/>
              </a:defRPr>
            </a:lvl9pPr>
          </a:lstStyle>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Clasificador</a:t>
            </a:r>
          </a:p>
        </p:txBody>
      </p:sp>
      <p:sp>
        <p:nvSpPr>
          <p:cNvPr id="21" name="">
            <a:extLst xmlns:a="http://schemas.openxmlformats.org/drawingml/2006/main">
              <a:ext uri="{FF2B5EF4-FFF2-40B4-BE49-F238E27FC236}">
                <a16:creationId xmlns:a16="http://schemas.microsoft.com/office/drawing/2014/main" id="{A81E8706-ACAB-4EB1-8DFF-17328F4E030E}"/>
              </a:ext>
            </a:extLst>
          </p:cNvPr>
          <p:cNvSpPr>
            <a:spLocks xmlns:a="http://schemas.openxmlformats.org/drawingml/2006/main" noGrp="1"/>
          </p:cNvSpPr>
          <p:nvPr/>
        </p:nvSpPr>
        <p:spPr>
          <a:xfrm xmlns:a="http://schemas.openxmlformats.org/drawingml/2006/main">
            <a:off x="9239250" y="2114550"/>
            <a:ext cx="21526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Dense 128 → 24</a:t>
            </a:r>
          </a:p>
        </p:txBody>
      </p:sp>
      <p:sp>
        <p:nvSpPr>
          <p:cNvPr id="22" name="">
            <a:extLst xmlns:a="http://schemas.openxmlformats.org/drawingml/2006/main">
              <a:ext uri="{FF2B5EF4-FFF2-40B4-BE49-F238E27FC236}">
                <a16:creationId xmlns:a16="http://schemas.microsoft.com/office/drawing/2014/main" id="{0653DF39-B6BC-4DB4-B251-536ABECF87C7}"/>
              </a:ext>
            </a:extLst>
          </p:cNvPr>
          <p:cNvSpPr>
            <a:spLocks xmlns:a="http://schemas.openxmlformats.org/drawingml/2006/main" noGrp="1"/>
          </p:cNvSpPr>
          <p:nvPr/>
        </p:nvSpPr>
        <p:spPr>
          <a:xfrm xmlns:a="http://schemas.openxmlformats.org/drawingml/2006/main">
            <a:off x="2667000" y="29718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3 × 3</a:t>
            </a:r>
          </a:p>
        </p:txBody>
      </p:sp>
      <p:sp>
        <p:nvSpPr>
          <p:cNvPr id="23" name="">
            <a:extLst xmlns:a="http://schemas.openxmlformats.org/drawingml/2006/main">
              <a:ext uri="{FF2B5EF4-FFF2-40B4-BE49-F238E27FC236}">
                <a16:creationId xmlns:a16="http://schemas.microsoft.com/office/drawing/2014/main" id="{267B96BB-3CFC-43F2-90AA-BD1FC43FFF75}"/>
              </a:ext>
            </a:extLst>
          </p:cNvPr>
          <p:cNvSpPr>
            <a:spLocks xmlns:a="http://schemas.openxmlformats.org/drawingml/2006/main" noGrp="1"/>
          </p:cNvSpPr>
          <p:nvPr/>
        </p:nvSpPr>
        <p:spPr>
          <a:xfrm xmlns:a="http://schemas.openxmlformats.org/drawingml/2006/main">
            <a:off x="4819650" y="29718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3 × 3</a:t>
            </a:r>
          </a:p>
        </p:txBody>
      </p:sp>
      <p:sp>
        <p:nvSpPr>
          <p:cNvPr id="24" name="">
            <a:extLst xmlns:a="http://schemas.openxmlformats.org/drawingml/2006/main">
              <a:ext uri="{FF2B5EF4-FFF2-40B4-BE49-F238E27FC236}">
                <a16:creationId xmlns:a16="http://schemas.microsoft.com/office/drawing/2014/main" id="{0161AF05-D296-4C5E-B1B6-9D1510F1513E}"/>
              </a:ext>
            </a:extLst>
          </p:cNvPr>
          <p:cNvSpPr>
            <a:spLocks xmlns:a="http://schemas.openxmlformats.org/drawingml/2006/main" noGrp="1"/>
          </p:cNvSpPr>
          <p:nvPr/>
        </p:nvSpPr>
        <p:spPr>
          <a:xfrm xmlns:a="http://schemas.openxmlformats.org/drawingml/2006/main">
            <a:off x="6972300" y="29718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defRPr sz="1350" b="0">
                <a:solidFill>
                  <a:srgbClr val="4E5C68"/>
                </a:solidFill>
                <a:latin typeface="Arial"/>
                <a:ea typeface="Arial"/>
                <a:cs typeface="Arial"/>
              </a:defRPr>
            </a:lvl1pPr>
            <a:lvl2pPr algn="ctr">
              <a:defRPr sz="1350" b="0">
                <a:solidFill>
                  <a:srgbClr val="4E5C68"/>
                </a:solidFill>
                <a:latin typeface="Arial"/>
                <a:ea typeface="Arial"/>
                <a:cs typeface="Arial"/>
              </a:defRPr>
            </a:lvl2pPr>
            <a:lvl3pPr algn="ctr">
              <a:defRPr sz="1350" b="0">
                <a:solidFill>
                  <a:srgbClr val="4E5C68"/>
                </a:solidFill>
                <a:latin typeface="Arial"/>
                <a:ea typeface="Arial"/>
                <a:cs typeface="Arial"/>
              </a:defRPr>
            </a:lvl3pPr>
            <a:lvl4pPr algn="ctr">
              <a:defRPr sz="1350" b="0">
                <a:solidFill>
                  <a:srgbClr val="4E5C68"/>
                </a:solidFill>
                <a:latin typeface="Arial"/>
                <a:ea typeface="Arial"/>
                <a:cs typeface="Arial"/>
              </a:defRPr>
            </a:lvl4pPr>
            <a:lvl5pPr algn="ctr">
              <a:defRPr sz="1350" b="0">
                <a:solidFill>
                  <a:srgbClr val="4E5C68"/>
                </a:solidFill>
                <a:latin typeface="Arial"/>
                <a:ea typeface="Arial"/>
                <a:cs typeface="Arial"/>
              </a:defRPr>
            </a:lvl5pPr>
            <a:lvl6pPr algn="ctr">
              <a:defRPr sz="1350" b="0">
                <a:solidFill>
                  <a:srgbClr val="4E5C68"/>
                </a:solidFill>
                <a:latin typeface="Arial"/>
                <a:ea typeface="Arial"/>
                <a:cs typeface="Arial"/>
              </a:defRPr>
            </a:lvl6pPr>
            <a:lvl7pPr algn="ctr">
              <a:defRPr sz="1350" b="0">
                <a:solidFill>
                  <a:srgbClr val="4E5C68"/>
                </a:solidFill>
                <a:latin typeface="Arial"/>
                <a:ea typeface="Arial"/>
                <a:cs typeface="Arial"/>
              </a:defRPr>
            </a:lvl7pPr>
            <a:lvl8pPr algn="ctr">
              <a:defRPr sz="1350" b="0">
                <a:solidFill>
                  <a:srgbClr val="4E5C68"/>
                </a:solidFill>
                <a:latin typeface="Arial"/>
                <a:ea typeface="Arial"/>
                <a:cs typeface="Arial"/>
              </a:defRPr>
            </a:lvl8pPr>
            <a:lvl9pPr algn="ctr">
              <a:defRPr sz="1350" b="0">
                <a:solidFill>
                  <a:srgbClr val="4E5C68"/>
                </a:solidFill>
                <a:latin typeface="Arial"/>
                <a:ea typeface="Arial"/>
                <a:cs typeface="Arial"/>
              </a:defRPr>
            </a:lvl9pPr>
          </a:lstStyle>
          <a:p xmlns:a="http://schemas.openxmlformats.org/drawingml/2006/main">
            <a:pPr algn="ctr">
              <a:defRPr sz="1350" b="0">
                <a:solidFill>
                  <a:srgbClr val="4E5C68"/>
                </a:solidFill>
                <a:latin typeface="Arial"/>
                <a:ea typeface="Arial"/>
                <a:cs typeface="Arial"/>
              </a:defRPr>
            </a:pPr>
            <a:r>
              <a:rPr sz="1350" b="0">
                <a:solidFill>
                  <a:srgbClr val="4E5C68"/>
                </a:solidFill>
                <a:latin typeface="Arial"/>
                <a:ea typeface="Arial"/>
                <a:cs typeface="Arial"/>
              </a:rPr>
              <a:t>3 × 3</a:t>
            </a:r>
          </a:p>
        </p:txBody>
      </p:sp>
      <p:sp>
        <p:nvSpPr>
          <p:cNvPr id="25" name="">
            <a:extLst xmlns:a="http://schemas.openxmlformats.org/drawingml/2006/main">
              <a:ext uri="{FF2B5EF4-FFF2-40B4-BE49-F238E27FC236}">
                <a16:creationId xmlns:a16="http://schemas.microsoft.com/office/drawing/2014/main" id="{825603A7-43A6-4939-A230-9F68E82E856B}"/>
              </a:ext>
            </a:extLst>
          </p:cNvPr>
          <p:cNvSpPr>
            <a:spLocks xmlns:a="http://schemas.openxmlformats.org/drawingml/2006/main" noGrp="1"/>
          </p:cNvSpPr>
          <p:nvPr/>
        </p:nvSpPr>
        <p:spPr>
          <a:xfrm xmlns:a="http://schemas.openxmlformats.org/drawingml/2006/main">
            <a:off x="609600" y="3857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087F8C"/>
                </a:solidFill>
                <a:latin typeface="Arial"/>
                <a:ea typeface="Arial"/>
                <a:cs typeface="Arial"/>
              </a:defRPr>
            </a:defPPr>
            <a:lvl1pPr algn="l">
              <a:defRPr sz="2100" b="1">
                <a:solidFill>
                  <a:srgbClr val="087F8C"/>
                </a:solidFill>
                <a:latin typeface="Arial"/>
                <a:ea typeface="Arial"/>
                <a:cs typeface="Arial"/>
              </a:defRPr>
            </a:lvl1pPr>
            <a:lvl2pPr algn="l">
              <a:defRPr sz="2100" b="1">
                <a:solidFill>
                  <a:srgbClr val="087F8C"/>
                </a:solidFill>
                <a:latin typeface="Arial"/>
                <a:ea typeface="Arial"/>
                <a:cs typeface="Arial"/>
              </a:defRPr>
            </a:lvl2pPr>
            <a:lvl3pPr algn="l">
              <a:defRPr sz="2100" b="1">
                <a:solidFill>
                  <a:srgbClr val="087F8C"/>
                </a:solidFill>
                <a:latin typeface="Arial"/>
                <a:ea typeface="Arial"/>
                <a:cs typeface="Arial"/>
              </a:defRPr>
            </a:lvl3pPr>
            <a:lvl4pPr algn="l">
              <a:defRPr sz="2100" b="1">
                <a:solidFill>
                  <a:srgbClr val="087F8C"/>
                </a:solidFill>
                <a:latin typeface="Arial"/>
                <a:ea typeface="Arial"/>
                <a:cs typeface="Arial"/>
              </a:defRPr>
            </a:lvl4pPr>
            <a:lvl5pPr algn="l">
              <a:defRPr sz="2100" b="1">
                <a:solidFill>
                  <a:srgbClr val="087F8C"/>
                </a:solidFill>
                <a:latin typeface="Arial"/>
                <a:ea typeface="Arial"/>
                <a:cs typeface="Arial"/>
              </a:defRPr>
            </a:lvl5pPr>
            <a:lvl6pPr algn="l">
              <a:defRPr sz="2100" b="1">
                <a:solidFill>
                  <a:srgbClr val="087F8C"/>
                </a:solidFill>
                <a:latin typeface="Arial"/>
                <a:ea typeface="Arial"/>
                <a:cs typeface="Arial"/>
              </a:defRPr>
            </a:lvl6pPr>
            <a:lvl7pPr algn="l">
              <a:defRPr sz="2100" b="1">
                <a:solidFill>
                  <a:srgbClr val="087F8C"/>
                </a:solidFill>
                <a:latin typeface="Arial"/>
                <a:ea typeface="Arial"/>
                <a:cs typeface="Arial"/>
              </a:defRPr>
            </a:lvl7pPr>
            <a:lvl8pPr algn="l">
              <a:defRPr sz="2100" b="1">
                <a:solidFill>
                  <a:srgbClr val="087F8C"/>
                </a:solidFill>
                <a:latin typeface="Arial"/>
                <a:ea typeface="Arial"/>
                <a:cs typeface="Arial"/>
              </a:defRPr>
            </a:lvl8pPr>
            <a:lvl9pPr algn="l">
              <a:defRPr sz="2100" b="1">
                <a:solidFill>
                  <a:srgbClr val="087F8C"/>
                </a:solidFill>
                <a:latin typeface="Arial"/>
                <a:ea typeface="Arial"/>
                <a:cs typeface="Arial"/>
              </a:defRPr>
            </a:lvl9pPr>
          </a:lstStyle>
          <a:p xmlns:a="http://schemas.openxmlformats.org/drawingml/2006/main">
            <a:pPr algn="l">
              <a:defRPr sz="2100" b="1">
                <a:solidFill>
                  <a:srgbClr val="087F8C"/>
                </a:solidFill>
                <a:latin typeface="Arial"/>
                <a:ea typeface="Arial"/>
                <a:cs typeface="Arial"/>
              </a:defRPr>
            </a:pPr>
            <a:r>
              <a:rPr sz="2100" b="1">
                <a:solidFill>
                  <a:srgbClr val="087F8C"/>
                </a:solidFill>
                <a:latin typeface="Arial"/>
                <a:ea typeface="Arial"/>
                <a:cs typeface="Arial"/>
              </a:rPr>
              <a:t>Convolución</a:t>
            </a:r>
          </a:p>
        </p:txBody>
      </p:sp>
      <p:sp>
        <p:nvSpPr>
          <p:cNvPr id="26" name="">
            <a:extLst xmlns:a="http://schemas.openxmlformats.org/drawingml/2006/main">
              <a:ext uri="{FF2B5EF4-FFF2-40B4-BE49-F238E27FC236}">
                <a16:creationId xmlns:a16="http://schemas.microsoft.com/office/drawing/2014/main" id="{79FBE906-802E-4A14-AFC5-2658AC9D684A}"/>
              </a:ext>
            </a:extLst>
          </p:cNvPr>
          <p:cNvSpPr>
            <a:spLocks xmlns:a="http://schemas.openxmlformats.org/drawingml/2006/main" noGrp="1"/>
          </p:cNvSpPr>
          <p:nvPr/>
        </p:nvSpPr>
        <p:spPr>
          <a:xfrm xmlns:a="http://schemas.openxmlformats.org/drawingml/2006/main">
            <a:off x="609600" y="4295775"/>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263746"/>
                </a:solidFill>
                <a:latin typeface="Arial"/>
                <a:ea typeface="Arial"/>
                <a:cs typeface="Arial"/>
              </a:defRPr>
            </a:defPPr>
            <a:lvl1pPr algn="l">
              <a:defRPr sz="1650" b="0">
                <a:solidFill>
                  <a:srgbClr val="263746"/>
                </a:solidFill>
                <a:latin typeface="Arial"/>
                <a:ea typeface="Arial"/>
                <a:cs typeface="Arial"/>
              </a:defRPr>
            </a:lvl1pPr>
            <a:lvl2pPr algn="l">
              <a:defRPr sz="1650" b="0">
                <a:solidFill>
                  <a:srgbClr val="263746"/>
                </a:solidFill>
                <a:latin typeface="Arial"/>
                <a:ea typeface="Arial"/>
                <a:cs typeface="Arial"/>
              </a:defRPr>
            </a:lvl2pPr>
            <a:lvl3pPr algn="l">
              <a:defRPr sz="1650" b="0">
                <a:solidFill>
                  <a:srgbClr val="263746"/>
                </a:solidFill>
                <a:latin typeface="Arial"/>
                <a:ea typeface="Arial"/>
                <a:cs typeface="Arial"/>
              </a:defRPr>
            </a:lvl3pPr>
            <a:lvl4pPr algn="l">
              <a:defRPr sz="1650" b="0">
                <a:solidFill>
                  <a:srgbClr val="263746"/>
                </a:solidFill>
                <a:latin typeface="Arial"/>
                <a:ea typeface="Arial"/>
                <a:cs typeface="Arial"/>
              </a:defRPr>
            </a:lvl4pPr>
            <a:lvl5pPr algn="l">
              <a:defRPr sz="1650" b="0">
                <a:solidFill>
                  <a:srgbClr val="263746"/>
                </a:solidFill>
                <a:latin typeface="Arial"/>
                <a:ea typeface="Arial"/>
                <a:cs typeface="Arial"/>
              </a:defRPr>
            </a:lvl5pPr>
            <a:lvl6pPr algn="l">
              <a:defRPr sz="1650" b="0">
                <a:solidFill>
                  <a:srgbClr val="263746"/>
                </a:solidFill>
                <a:latin typeface="Arial"/>
                <a:ea typeface="Arial"/>
                <a:cs typeface="Arial"/>
              </a:defRPr>
            </a:lvl6pPr>
            <a:lvl7pPr algn="l">
              <a:defRPr sz="1650" b="0">
                <a:solidFill>
                  <a:srgbClr val="263746"/>
                </a:solidFill>
                <a:latin typeface="Arial"/>
                <a:ea typeface="Arial"/>
                <a:cs typeface="Arial"/>
              </a:defRPr>
            </a:lvl7pPr>
            <a:lvl8pPr algn="l">
              <a:defRPr sz="1650" b="0">
                <a:solidFill>
                  <a:srgbClr val="263746"/>
                </a:solidFill>
                <a:latin typeface="Arial"/>
                <a:ea typeface="Arial"/>
                <a:cs typeface="Arial"/>
              </a:defRPr>
            </a:lvl8pPr>
            <a:lvl9pPr algn="l">
              <a:defRPr sz="1650" b="0">
                <a:solidFill>
                  <a:srgbClr val="263746"/>
                </a:solidFill>
                <a:latin typeface="Arial"/>
                <a:ea typeface="Arial"/>
                <a:cs typeface="Arial"/>
              </a:defRPr>
            </a:lvl9pPr>
          </a:lstStyle>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Detecta bordes, contornos y combinaciones locales usando filtros compartidos.</a:t>
            </a:r>
          </a:p>
        </p:txBody>
      </p:sp>
      <p:sp>
        <p:nvSpPr>
          <p:cNvPr id="27" name="">
            <a:extLst xmlns:a="http://schemas.openxmlformats.org/drawingml/2006/main">
              <a:ext uri="{FF2B5EF4-FFF2-40B4-BE49-F238E27FC236}">
                <a16:creationId xmlns:a16="http://schemas.microsoft.com/office/drawing/2014/main" id="{3BC25760-4780-44AF-9B96-0E86A399FD2F}"/>
              </a:ext>
            </a:extLst>
          </p:cNvPr>
          <p:cNvSpPr>
            <a:spLocks xmlns:a="http://schemas.openxmlformats.org/drawingml/2006/main" noGrp="1"/>
          </p:cNvSpPr>
          <p:nvPr/>
        </p:nvSpPr>
        <p:spPr>
          <a:xfrm xmlns:a="http://schemas.openxmlformats.org/drawingml/2006/main">
            <a:off x="4429125" y="38576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087F8C"/>
                </a:solidFill>
                <a:latin typeface="Arial"/>
                <a:ea typeface="Arial"/>
                <a:cs typeface="Arial"/>
              </a:defRPr>
            </a:defPPr>
            <a:lvl1pPr algn="l">
              <a:defRPr sz="2100" b="1">
                <a:solidFill>
                  <a:srgbClr val="087F8C"/>
                </a:solidFill>
                <a:latin typeface="Arial"/>
                <a:ea typeface="Arial"/>
                <a:cs typeface="Arial"/>
              </a:defRPr>
            </a:lvl1pPr>
            <a:lvl2pPr algn="l">
              <a:defRPr sz="2100" b="1">
                <a:solidFill>
                  <a:srgbClr val="087F8C"/>
                </a:solidFill>
                <a:latin typeface="Arial"/>
                <a:ea typeface="Arial"/>
                <a:cs typeface="Arial"/>
              </a:defRPr>
            </a:lvl2pPr>
            <a:lvl3pPr algn="l">
              <a:defRPr sz="2100" b="1">
                <a:solidFill>
                  <a:srgbClr val="087F8C"/>
                </a:solidFill>
                <a:latin typeface="Arial"/>
                <a:ea typeface="Arial"/>
                <a:cs typeface="Arial"/>
              </a:defRPr>
            </a:lvl3pPr>
            <a:lvl4pPr algn="l">
              <a:defRPr sz="2100" b="1">
                <a:solidFill>
                  <a:srgbClr val="087F8C"/>
                </a:solidFill>
                <a:latin typeface="Arial"/>
                <a:ea typeface="Arial"/>
                <a:cs typeface="Arial"/>
              </a:defRPr>
            </a:lvl4pPr>
            <a:lvl5pPr algn="l">
              <a:defRPr sz="2100" b="1">
                <a:solidFill>
                  <a:srgbClr val="087F8C"/>
                </a:solidFill>
                <a:latin typeface="Arial"/>
                <a:ea typeface="Arial"/>
                <a:cs typeface="Arial"/>
              </a:defRPr>
            </a:lvl5pPr>
            <a:lvl6pPr algn="l">
              <a:defRPr sz="2100" b="1">
                <a:solidFill>
                  <a:srgbClr val="087F8C"/>
                </a:solidFill>
                <a:latin typeface="Arial"/>
                <a:ea typeface="Arial"/>
                <a:cs typeface="Arial"/>
              </a:defRPr>
            </a:lvl6pPr>
            <a:lvl7pPr algn="l">
              <a:defRPr sz="2100" b="1">
                <a:solidFill>
                  <a:srgbClr val="087F8C"/>
                </a:solidFill>
                <a:latin typeface="Arial"/>
                <a:ea typeface="Arial"/>
                <a:cs typeface="Arial"/>
              </a:defRPr>
            </a:lvl7pPr>
            <a:lvl8pPr algn="l">
              <a:defRPr sz="2100" b="1">
                <a:solidFill>
                  <a:srgbClr val="087F8C"/>
                </a:solidFill>
                <a:latin typeface="Arial"/>
                <a:ea typeface="Arial"/>
                <a:cs typeface="Arial"/>
              </a:defRPr>
            </a:lvl8pPr>
            <a:lvl9pPr algn="l">
              <a:defRPr sz="2100" b="1">
                <a:solidFill>
                  <a:srgbClr val="087F8C"/>
                </a:solidFill>
                <a:latin typeface="Arial"/>
                <a:ea typeface="Arial"/>
                <a:cs typeface="Arial"/>
              </a:defRPr>
            </a:lvl9pPr>
          </a:lstStyle>
          <a:p xmlns:a="http://schemas.openxmlformats.org/drawingml/2006/main">
            <a:pPr algn="l">
              <a:defRPr sz="2100" b="1">
                <a:solidFill>
                  <a:srgbClr val="087F8C"/>
                </a:solidFill>
                <a:latin typeface="Arial"/>
                <a:ea typeface="Arial"/>
                <a:cs typeface="Arial"/>
              </a:defRPr>
            </a:pPr>
            <a:r>
              <a:rPr sz="2100" b="1">
                <a:solidFill>
                  <a:srgbClr val="087F8C"/>
                </a:solidFill>
                <a:latin typeface="Arial"/>
                <a:ea typeface="Arial"/>
                <a:cs typeface="Arial"/>
              </a:rPr>
              <a:t>Pooling</a:t>
            </a:r>
          </a:p>
        </p:txBody>
      </p:sp>
      <p:sp>
        <p:nvSpPr>
          <p:cNvPr id="28" name="">
            <a:extLst xmlns:a="http://schemas.openxmlformats.org/drawingml/2006/main">
              <a:ext uri="{FF2B5EF4-FFF2-40B4-BE49-F238E27FC236}">
                <a16:creationId xmlns:a16="http://schemas.microsoft.com/office/drawing/2014/main" id="{1D5FAC12-24E2-43C6-B154-39FE588C7BD9}"/>
              </a:ext>
            </a:extLst>
          </p:cNvPr>
          <p:cNvSpPr>
            <a:spLocks xmlns:a="http://schemas.openxmlformats.org/drawingml/2006/main" noGrp="1"/>
          </p:cNvSpPr>
          <p:nvPr/>
        </p:nvSpPr>
        <p:spPr>
          <a:xfrm xmlns:a="http://schemas.openxmlformats.org/drawingml/2006/main">
            <a:off x="4429125" y="4295775"/>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263746"/>
                </a:solidFill>
                <a:latin typeface="Arial"/>
                <a:ea typeface="Arial"/>
                <a:cs typeface="Arial"/>
              </a:defRPr>
            </a:defPPr>
            <a:lvl1pPr algn="l">
              <a:defRPr sz="1650" b="0">
                <a:solidFill>
                  <a:srgbClr val="263746"/>
                </a:solidFill>
                <a:latin typeface="Arial"/>
                <a:ea typeface="Arial"/>
                <a:cs typeface="Arial"/>
              </a:defRPr>
            </a:lvl1pPr>
            <a:lvl2pPr algn="l">
              <a:defRPr sz="1650" b="0">
                <a:solidFill>
                  <a:srgbClr val="263746"/>
                </a:solidFill>
                <a:latin typeface="Arial"/>
                <a:ea typeface="Arial"/>
                <a:cs typeface="Arial"/>
              </a:defRPr>
            </a:lvl2pPr>
            <a:lvl3pPr algn="l">
              <a:defRPr sz="1650" b="0">
                <a:solidFill>
                  <a:srgbClr val="263746"/>
                </a:solidFill>
                <a:latin typeface="Arial"/>
                <a:ea typeface="Arial"/>
                <a:cs typeface="Arial"/>
              </a:defRPr>
            </a:lvl3pPr>
            <a:lvl4pPr algn="l">
              <a:defRPr sz="1650" b="0">
                <a:solidFill>
                  <a:srgbClr val="263746"/>
                </a:solidFill>
                <a:latin typeface="Arial"/>
                <a:ea typeface="Arial"/>
                <a:cs typeface="Arial"/>
              </a:defRPr>
            </a:lvl4pPr>
            <a:lvl5pPr algn="l">
              <a:defRPr sz="1650" b="0">
                <a:solidFill>
                  <a:srgbClr val="263746"/>
                </a:solidFill>
                <a:latin typeface="Arial"/>
                <a:ea typeface="Arial"/>
                <a:cs typeface="Arial"/>
              </a:defRPr>
            </a:lvl5pPr>
            <a:lvl6pPr algn="l">
              <a:defRPr sz="1650" b="0">
                <a:solidFill>
                  <a:srgbClr val="263746"/>
                </a:solidFill>
                <a:latin typeface="Arial"/>
                <a:ea typeface="Arial"/>
                <a:cs typeface="Arial"/>
              </a:defRPr>
            </a:lvl6pPr>
            <a:lvl7pPr algn="l">
              <a:defRPr sz="1650" b="0">
                <a:solidFill>
                  <a:srgbClr val="263746"/>
                </a:solidFill>
                <a:latin typeface="Arial"/>
                <a:ea typeface="Arial"/>
                <a:cs typeface="Arial"/>
              </a:defRPr>
            </a:lvl7pPr>
            <a:lvl8pPr algn="l">
              <a:defRPr sz="1650" b="0">
                <a:solidFill>
                  <a:srgbClr val="263746"/>
                </a:solidFill>
                <a:latin typeface="Arial"/>
                <a:ea typeface="Arial"/>
                <a:cs typeface="Arial"/>
              </a:defRPr>
            </a:lvl8pPr>
            <a:lvl9pPr algn="l">
              <a:defRPr sz="1650" b="0">
                <a:solidFill>
                  <a:srgbClr val="263746"/>
                </a:solidFill>
                <a:latin typeface="Arial"/>
                <a:ea typeface="Arial"/>
                <a:cs typeface="Arial"/>
              </a:defRPr>
            </a:lvl9pPr>
          </a:lstStyle>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Reduce el tamaño espacial y conserva las activaciones más importantes.</a:t>
            </a:r>
          </a:p>
        </p:txBody>
      </p:sp>
      <p:sp>
        <p:nvSpPr>
          <p:cNvPr id="29" name="">
            <a:extLst xmlns:a="http://schemas.openxmlformats.org/drawingml/2006/main">
              <a:ext uri="{FF2B5EF4-FFF2-40B4-BE49-F238E27FC236}">
                <a16:creationId xmlns:a16="http://schemas.microsoft.com/office/drawing/2014/main" id="{2294E67E-A056-4FAE-95B9-BED90B6D89E0}"/>
              </a:ext>
            </a:extLst>
          </p:cNvPr>
          <p:cNvSpPr>
            <a:spLocks xmlns:a="http://schemas.openxmlformats.org/drawingml/2006/main" noGrp="1"/>
          </p:cNvSpPr>
          <p:nvPr/>
        </p:nvSpPr>
        <p:spPr>
          <a:xfrm xmlns:a="http://schemas.openxmlformats.org/drawingml/2006/main">
            <a:off x="7953375" y="385762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087F8C"/>
                </a:solidFill>
                <a:latin typeface="Arial"/>
                <a:ea typeface="Arial"/>
                <a:cs typeface="Arial"/>
              </a:defRPr>
            </a:defPPr>
            <a:lvl1pPr algn="l">
              <a:defRPr sz="2100" b="1">
                <a:solidFill>
                  <a:srgbClr val="087F8C"/>
                </a:solidFill>
                <a:latin typeface="Arial"/>
                <a:ea typeface="Arial"/>
                <a:cs typeface="Arial"/>
              </a:defRPr>
            </a:lvl1pPr>
            <a:lvl2pPr algn="l">
              <a:defRPr sz="2100" b="1">
                <a:solidFill>
                  <a:srgbClr val="087F8C"/>
                </a:solidFill>
                <a:latin typeface="Arial"/>
                <a:ea typeface="Arial"/>
                <a:cs typeface="Arial"/>
              </a:defRPr>
            </a:lvl2pPr>
            <a:lvl3pPr algn="l">
              <a:defRPr sz="2100" b="1">
                <a:solidFill>
                  <a:srgbClr val="087F8C"/>
                </a:solidFill>
                <a:latin typeface="Arial"/>
                <a:ea typeface="Arial"/>
                <a:cs typeface="Arial"/>
              </a:defRPr>
            </a:lvl3pPr>
            <a:lvl4pPr algn="l">
              <a:defRPr sz="2100" b="1">
                <a:solidFill>
                  <a:srgbClr val="087F8C"/>
                </a:solidFill>
                <a:latin typeface="Arial"/>
                <a:ea typeface="Arial"/>
                <a:cs typeface="Arial"/>
              </a:defRPr>
            </a:lvl4pPr>
            <a:lvl5pPr algn="l">
              <a:defRPr sz="2100" b="1">
                <a:solidFill>
                  <a:srgbClr val="087F8C"/>
                </a:solidFill>
                <a:latin typeface="Arial"/>
                <a:ea typeface="Arial"/>
                <a:cs typeface="Arial"/>
              </a:defRPr>
            </a:lvl5pPr>
            <a:lvl6pPr algn="l">
              <a:defRPr sz="2100" b="1">
                <a:solidFill>
                  <a:srgbClr val="087F8C"/>
                </a:solidFill>
                <a:latin typeface="Arial"/>
                <a:ea typeface="Arial"/>
                <a:cs typeface="Arial"/>
              </a:defRPr>
            </a:lvl6pPr>
            <a:lvl7pPr algn="l">
              <a:defRPr sz="2100" b="1">
                <a:solidFill>
                  <a:srgbClr val="087F8C"/>
                </a:solidFill>
                <a:latin typeface="Arial"/>
                <a:ea typeface="Arial"/>
                <a:cs typeface="Arial"/>
              </a:defRPr>
            </a:lvl7pPr>
            <a:lvl8pPr algn="l">
              <a:defRPr sz="2100" b="1">
                <a:solidFill>
                  <a:srgbClr val="087F8C"/>
                </a:solidFill>
                <a:latin typeface="Arial"/>
                <a:ea typeface="Arial"/>
                <a:cs typeface="Arial"/>
              </a:defRPr>
            </a:lvl8pPr>
            <a:lvl9pPr algn="l">
              <a:defRPr sz="2100" b="1">
                <a:solidFill>
                  <a:srgbClr val="087F8C"/>
                </a:solidFill>
                <a:latin typeface="Arial"/>
                <a:ea typeface="Arial"/>
                <a:cs typeface="Arial"/>
              </a:defRPr>
            </a:lvl9pPr>
          </a:lstStyle>
          <a:p xmlns:a="http://schemas.openxmlformats.org/drawingml/2006/main">
            <a:pPr algn="l">
              <a:defRPr sz="2100" b="1">
                <a:solidFill>
                  <a:srgbClr val="087F8C"/>
                </a:solidFill>
                <a:latin typeface="Arial"/>
                <a:ea typeface="Arial"/>
                <a:cs typeface="Arial"/>
              </a:defRPr>
            </a:pPr>
            <a:r>
              <a:rPr sz="2100" b="1">
                <a:solidFill>
                  <a:srgbClr val="087F8C"/>
                </a:solidFill>
                <a:latin typeface="Arial"/>
                <a:ea typeface="Arial"/>
                <a:cs typeface="Arial"/>
              </a:rPr>
              <a:t>Softmax</a:t>
            </a:r>
          </a:p>
        </p:txBody>
      </p:sp>
      <p:sp>
        <p:nvSpPr>
          <p:cNvPr id="30" name="">
            <a:extLst xmlns:a="http://schemas.openxmlformats.org/drawingml/2006/main">
              <a:ext uri="{FF2B5EF4-FFF2-40B4-BE49-F238E27FC236}">
                <a16:creationId xmlns:a16="http://schemas.microsoft.com/office/drawing/2014/main" id="{3411F0CF-FF9B-4766-8544-3B2D29B35EEA}"/>
              </a:ext>
            </a:extLst>
          </p:cNvPr>
          <p:cNvSpPr>
            <a:spLocks xmlns:a="http://schemas.openxmlformats.org/drawingml/2006/main" noGrp="1"/>
          </p:cNvSpPr>
          <p:nvPr/>
        </p:nvSpPr>
        <p:spPr>
          <a:xfrm xmlns:a="http://schemas.openxmlformats.org/drawingml/2006/main">
            <a:off x="7953375" y="429577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263746"/>
                </a:solidFill>
                <a:latin typeface="Arial"/>
                <a:ea typeface="Arial"/>
                <a:cs typeface="Arial"/>
              </a:defRPr>
            </a:defPPr>
            <a:lvl1pPr algn="l">
              <a:defRPr sz="1650" b="0">
                <a:solidFill>
                  <a:srgbClr val="263746"/>
                </a:solidFill>
                <a:latin typeface="Arial"/>
                <a:ea typeface="Arial"/>
                <a:cs typeface="Arial"/>
              </a:defRPr>
            </a:lvl1pPr>
            <a:lvl2pPr algn="l">
              <a:defRPr sz="1650" b="0">
                <a:solidFill>
                  <a:srgbClr val="263746"/>
                </a:solidFill>
                <a:latin typeface="Arial"/>
                <a:ea typeface="Arial"/>
                <a:cs typeface="Arial"/>
              </a:defRPr>
            </a:lvl2pPr>
            <a:lvl3pPr algn="l">
              <a:defRPr sz="1650" b="0">
                <a:solidFill>
                  <a:srgbClr val="263746"/>
                </a:solidFill>
                <a:latin typeface="Arial"/>
                <a:ea typeface="Arial"/>
                <a:cs typeface="Arial"/>
              </a:defRPr>
            </a:lvl3pPr>
            <a:lvl4pPr algn="l">
              <a:defRPr sz="1650" b="0">
                <a:solidFill>
                  <a:srgbClr val="263746"/>
                </a:solidFill>
                <a:latin typeface="Arial"/>
                <a:ea typeface="Arial"/>
                <a:cs typeface="Arial"/>
              </a:defRPr>
            </a:lvl4pPr>
            <a:lvl5pPr algn="l">
              <a:defRPr sz="1650" b="0">
                <a:solidFill>
                  <a:srgbClr val="263746"/>
                </a:solidFill>
                <a:latin typeface="Arial"/>
                <a:ea typeface="Arial"/>
                <a:cs typeface="Arial"/>
              </a:defRPr>
            </a:lvl5pPr>
            <a:lvl6pPr algn="l">
              <a:defRPr sz="1650" b="0">
                <a:solidFill>
                  <a:srgbClr val="263746"/>
                </a:solidFill>
                <a:latin typeface="Arial"/>
                <a:ea typeface="Arial"/>
                <a:cs typeface="Arial"/>
              </a:defRPr>
            </a:lvl6pPr>
            <a:lvl7pPr algn="l">
              <a:defRPr sz="1650" b="0">
                <a:solidFill>
                  <a:srgbClr val="263746"/>
                </a:solidFill>
                <a:latin typeface="Arial"/>
                <a:ea typeface="Arial"/>
                <a:cs typeface="Arial"/>
              </a:defRPr>
            </a:lvl7pPr>
            <a:lvl8pPr algn="l">
              <a:defRPr sz="1650" b="0">
                <a:solidFill>
                  <a:srgbClr val="263746"/>
                </a:solidFill>
                <a:latin typeface="Arial"/>
                <a:ea typeface="Arial"/>
                <a:cs typeface="Arial"/>
              </a:defRPr>
            </a:lvl8pPr>
            <a:lvl9pPr algn="l">
              <a:defRPr sz="1650" b="0">
                <a:solidFill>
                  <a:srgbClr val="263746"/>
                </a:solidFill>
                <a:latin typeface="Arial"/>
                <a:ea typeface="Arial"/>
                <a:cs typeface="Arial"/>
              </a:defRPr>
            </a:lvl9pPr>
          </a:lstStyle>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Entrega 24 probabilidades que suman 1; elegimos la mayor.</a:t>
            </a:r>
          </a:p>
        </p:txBody>
      </p:sp>
      <p:sp>
        <p:nvSpPr>
          <p:cNvPr id="31" name="">
            <a:extLst xmlns:a="http://schemas.openxmlformats.org/drawingml/2006/main">
              <a:ext uri="{FF2B5EF4-FFF2-40B4-BE49-F238E27FC236}">
                <a16:creationId xmlns:a16="http://schemas.microsoft.com/office/drawing/2014/main" id="{A1C7699B-B2FD-4DC2-8EBC-A9D632FE0F67}"/>
              </a:ext>
            </a:extLst>
          </p:cNvPr>
          <p:cNvSpPr>
            <a:spLocks xmlns:a="http://schemas.openxmlformats.org/drawingml/2006/main" noGrp="1"/>
          </p:cNvSpPr>
          <p:nvPr/>
        </p:nvSpPr>
        <p:spPr>
          <a:xfrm xmlns:a="http://schemas.openxmlformats.org/drawingml/2006/main">
            <a:off x="609600" y="5753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7324D"/>
                </a:solidFill>
                <a:latin typeface="Arial"/>
                <a:ea typeface="Arial"/>
                <a:cs typeface="Arial"/>
              </a:defRPr>
            </a:defPPr>
            <a:lvl1pPr algn="l">
              <a:defRPr sz="2100" b="1">
                <a:solidFill>
                  <a:srgbClr val="17324D"/>
                </a:solidFill>
                <a:latin typeface="Arial"/>
                <a:ea typeface="Arial"/>
                <a:cs typeface="Arial"/>
              </a:defRPr>
            </a:lvl1pPr>
            <a:lvl2pPr algn="l">
              <a:defRPr sz="2100" b="1">
                <a:solidFill>
                  <a:srgbClr val="17324D"/>
                </a:solidFill>
                <a:latin typeface="Arial"/>
                <a:ea typeface="Arial"/>
                <a:cs typeface="Arial"/>
              </a:defRPr>
            </a:lvl2pPr>
            <a:lvl3pPr algn="l">
              <a:defRPr sz="2100" b="1">
                <a:solidFill>
                  <a:srgbClr val="17324D"/>
                </a:solidFill>
                <a:latin typeface="Arial"/>
                <a:ea typeface="Arial"/>
                <a:cs typeface="Arial"/>
              </a:defRPr>
            </a:lvl3pPr>
            <a:lvl4pPr algn="l">
              <a:defRPr sz="2100" b="1">
                <a:solidFill>
                  <a:srgbClr val="17324D"/>
                </a:solidFill>
                <a:latin typeface="Arial"/>
                <a:ea typeface="Arial"/>
                <a:cs typeface="Arial"/>
              </a:defRPr>
            </a:lvl4pPr>
            <a:lvl5pPr algn="l">
              <a:defRPr sz="2100" b="1">
                <a:solidFill>
                  <a:srgbClr val="17324D"/>
                </a:solidFill>
                <a:latin typeface="Arial"/>
                <a:ea typeface="Arial"/>
                <a:cs typeface="Arial"/>
              </a:defRPr>
            </a:lvl5pPr>
            <a:lvl6pPr algn="l">
              <a:defRPr sz="2100" b="1">
                <a:solidFill>
                  <a:srgbClr val="17324D"/>
                </a:solidFill>
                <a:latin typeface="Arial"/>
                <a:ea typeface="Arial"/>
                <a:cs typeface="Arial"/>
              </a:defRPr>
            </a:lvl6pPr>
            <a:lvl7pPr algn="l">
              <a:defRPr sz="2100" b="1">
                <a:solidFill>
                  <a:srgbClr val="17324D"/>
                </a:solidFill>
                <a:latin typeface="Arial"/>
                <a:ea typeface="Arial"/>
                <a:cs typeface="Arial"/>
              </a:defRPr>
            </a:lvl7pPr>
            <a:lvl8pPr algn="l">
              <a:defRPr sz="2100" b="1">
                <a:solidFill>
                  <a:srgbClr val="17324D"/>
                </a:solidFill>
                <a:latin typeface="Arial"/>
                <a:ea typeface="Arial"/>
                <a:cs typeface="Arial"/>
              </a:defRPr>
            </a:lvl8pPr>
            <a:lvl9pPr algn="l">
              <a:defRPr sz="2100" b="1">
                <a:solidFill>
                  <a:srgbClr val="17324D"/>
                </a:solidFill>
                <a:latin typeface="Arial"/>
                <a:ea typeface="Arial"/>
                <a:cs typeface="Arial"/>
              </a:defRPr>
            </a:lvl9pPr>
          </a:lstStyle>
          <a:p xmlns:a="http://schemas.openxmlformats.org/drawingml/2006/main">
            <a:pPr algn="l">
              <a:defRPr sz="2100" b="1">
                <a:solidFill>
                  <a:srgbClr val="17324D"/>
                </a:solidFill>
                <a:latin typeface="Arial"/>
                <a:ea typeface="Arial"/>
                <a:cs typeface="Arial"/>
              </a:defRPr>
            </a:pPr>
            <a:r>
              <a:rPr sz="2100" b="1">
                <a:solidFill>
                  <a:srgbClr val="17324D"/>
                </a:solidFill>
                <a:latin typeface="Arial"/>
                <a:ea typeface="Arial"/>
                <a:cs typeface="Arial"/>
              </a:rPr>
              <a:t>Total: 243.352 parámetros entrenables</a:t>
            </a:r>
          </a:p>
        </p:txBody>
      </p:sp>
    </p:spTree>
    <p:extLst>
      <p:ext uri="{BB962C8B-B14F-4D97-AF65-F5344CB8AC3E}">
        <p14:creationId xmlns:p14="http://schemas.microsoft.com/office/powerpoint/2010/main" val="1905239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5A82375-C7BA-4762-8B29-434344AE61E2}"/>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defRPr sz="3150" b="1">
                <a:solidFill>
                  <a:srgbClr val="17324D"/>
                </a:solidFill>
                <a:latin typeface="Arial"/>
                <a:ea typeface="Arial"/>
                <a:cs typeface="Arial"/>
              </a:defRPr>
            </a:lvl1pPr>
            <a:lvl2pPr algn="l">
              <a:defRPr sz="3150" b="1">
                <a:solidFill>
                  <a:srgbClr val="17324D"/>
                </a:solidFill>
                <a:latin typeface="Arial"/>
                <a:ea typeface="Arial"/>
                <a:cs typeface="Arial"/>
              </a:defRPr>
            </a:lvl2pPr>
            <a:lvl3pPr algn="l">
              <a:defRPr sz="3150" b="1">
                <a:solidFill>
                  <a:srgbClr val="17324D"/>
                </a:solidFill>
                <a:latin typeface="Arial"/>
                <a:ea typeface="Arial"/>
                <a:cs typeface="Arial"/>
              </a:defRPr>
            </a:lvl3pPr>
            <a:lvl4pPr algn="l">
              <a:defRPr sz="3150" b="1">
                <a:solidFill>
                  <a:srgbClr val="17324D"/>
                </a:solidFill>
                <a:latin typeface="Arial"/>
                <a:ea typeface="Arial"/>
                <a:cs typeface="Arial"/>
              </a:defRPr>
            </a:lvl4pPr>
            <a:lvl5pPr algn="l">
              <a:defRPr sz="3150" b="1">
                <a:solidFill>
                  <a:srgbClr val="17324D"/>
                </a:solidFill>
                <a:latin typeface="Arial"/>
                <a:ea typeface="Arial"/>
                <a:cs typeface="Arial"/>
              </a:defRPr>
            </a:lvl5pPr>
            <a:lvl6pPr algn="l">
              <a:defRPr sz="3150" b="1">
                <a:solidFill>
                  <a:srgbClr val="17324D"/>
                </a:solidFill>
                <a:latin typeface="Arial"/>
                <a:ea typeface="Arial"/>
                <a:cs typeface="Arial"/>
              </a:defRPr>
            </a:lvl6pPr>
            <a:lvl7pPr algn="l">
              <a:defRPr sz="3150" b="1">
                <a:solidFill>
                  <a:srgbClr val="17324D"/>
                </a:solidFill>
                <a:latin typeface="Arial"/>
                <a:ea typeface="Arial"/>
                <a:cs typeface="Arial"/>
              </a:defRPr>
            </a:lvl7pPr>
            <a:lvl8pPr algn="l">
              <a:defRPr sz="3150" b="1">
                <a:solidFill>
                  <a:srgbClr val="17324D"/>
                </a:solidFill>
                <a:latin typeface="Arial"/>
                <a:ea typeface="Arial"/>
                <a:cs typeface="Arial"/>
              </a:defRPr>
            </a:lvl8pPr>
            <a:lvl9pPr algn="l">
              <a:defRPr sz="3150" b="1">
                <a:solidFill>
                  <a:srgbClr val="17324D"/>
                </a:solidFill>
                <a:latin typeface="Arial"/>
                <a:ea typeface="Arial"/>
                <a:cs typeface="Arial"/>
              </a:defRPr>
            </a:lvl9pPr>
          </a:lstStyle>
          <a:p xmlns:a="http://schemas.openxmlformats.org/drawingml/2006/main">
            <a:pPr algn="l">
              <a:defRPr sz="3150" b="1">
                <a:solidFill>
                  <a:srgbClr val="17324D"/>
                </a:solidFill>
                <a:latin typeface="Arial"/>
                <a:ea typeface="Arial"/>
                <a:cs typeface="Arial"/>
              </a:defRPr>
            </a:pPr>
            <a:r>
              <a:rPr sz="3150" b="1">
                <a:solidFill>
                  <a:srgbClr val="17324D"/>
                </a:solidFill>
                <a:latin typeface="Arial"/>
                <a:ea typeface="Arial"/>
                <a:cs typeface="Arial"/>
              </a:rPr>
              <a:t>Entrenamiento y control del sobreajuste</a:t>
            </a:r>
          </a:p>
        </p:txBody>
      </p:sp>
      <p:sp>
        <p:nvSpPr>
          <p:cNvPr id="2" name="">
            <a:extLst xmlns:a="http://schemas.openxmlformats.org/drawingml/2006/main">
              <a:ext uri="{FF2B5EF4-FFF2-40B4-BE49-F238E27FC236}">
                <a16:creationId xmlns:a16="http://schemas.microsoft.com/office/drawing/2014/main" id="{33E3224A-803E-44F2-9F7F-2609B56660E2}"/>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defRPr sz="1200" b="0">
                <a:solidFill>
                  <a:srgbClr val="4E5C68"/>
                </a:solidFill>
                <a:latin typeface="Arial"/>
                <a:ea typeface="Arial"/>
                <a:cs typeface="Arial"/>
              </a:defRPr>
            </a:lvl1pPr>
            <a:lvl2pPr algn="r">
              <a:defRPr sz="1200" b="0">
                <a:solidFill>
                  <a:srgbClr val="4E5C68"/>
                </a:solidFill>
                <a:latin typeface="Arial"/>
                <a:ea typeface="Arial"/>
                <a:cs typeface="Arial"/>
              </a:defRPr>
            </a:lvl2pPr>
            <a:lvl3pPr algn="r">
              <a:defRPr sz="1200" b="0">
                <a:solidFill>
                  <a:srgbClr val="4E5C68"/>
                </a:solidFill>
                <a:latin typeface="Arial"/>
                <a:ea typeface="Arial"/>
                <a:cs typeface="Arial"/>
              </a:defRPr>
            </a:lvl3pPr>
            <a:lvl4pPr algn="r">
              <a:defRPr sz="1200" b="0">
                <a:solidFill>
                  <a:srgbClr val="4E5C68"/>
                </a:solidFill>
                <a:latin typeface="Arial"/>
                <a:ea typeface="Arial"/>
                <a:cs typeface="Arial"/>
              </a:defRPr>
            </a:lvl4pPr>
            <a:lvl5pPr algn="r">
              <a:defRPr sz="1200" b="0">
                <a:solidFill>
                  <a:srgbClr val="4E5C68"/>
                </a:solidFill>
                <a:latin typeface="Arial"/>
                <a:ea typeface="Arial"/>
                <a:cs typeface="Arial"/>
              </a:defRPr>
            </a:lvl5pPr>
            <a:lvl6pPr algn="r">
              <a:defRPr sz="1200" b="0">
                <a:solidFill>
                  <a:srgbClr val="4E5C68"/>
                </a:solidFill>
                <a:latin typeface="Arial"/>
                <a:ea typeface="Arial"/>
                <a:cs typeface="Arial"/>
              </a:defRPr>
            </a:lvl6pPr>
            <a:lvl7pPr algn="r">
              <a:defRPr sz="1200" b="0">
                <a:solidFill>
                  <a:srgbClr val="4E5C68"/>
                </a:solidFill>
                <a:latin typeface="Arial"/>
                <a:ea typeface="Arial"/>
                <a:cs typeface="Arial"/>
              </a:defRPr>
            </a:lvl7pPr>
            <a:lvl8pPr algn="r">
              <a:defRPr sz="1200" b="0">
                <a:solidFill>
                  <a:srgbClr val="4E5C68"/>
                </a:solidFill>
                <a:latin typeface="Arial"/>
                <a:ea typeface="Arial"/>
                <a:cs typeface="Arial"/>
              </a:defRPr>
            </a:lvl8pPr>
            <a:lvl9pPr algn="r">
              <a:defRPr sz="1200" b="0">
                <a:solidFill>
                  <a:srgbClr val="4E5C68"/>
                </a:solidFill>
                <a:latin typeface="Arial"/>
                <a:ea typeface="Arial"/>
                <a:cs typeface="Arial"/>
              </a:defRPr>
            </a:lvl9pPr>
          </a:lstStyle>
          <a:p xmlns:a="http://schemas.openxmlformats.org/drawingml/2006/main">
            <a:pPr algn="r">
              <a:defRPr sz="1200" b="0">
                <a:solidFill>
                  <a:srgbClr val="4E5C68"/>
                </a:solidFill>
                <a:latin typeface="Arial"/>
                <a:ea typeface="Arial"/>
                <a:cs typeface="Arial"/>
              </a:defRPr>
            </a:pPr>
            <a:r>
              <a:rPr sz="1200" b="0">
                <a:solidFill>
                  <a:srgbClr val="4E5C68"/>
                </a:solidFill>
                <a:latin typeface="Arial"/>
                <a:ea typeface="Arial"/>
                <a:cs typeface="Arial"/>
              </a:rPr>
              <a:t>5 / 10</a:t>
            </a:r>
          </a:p>
        </p:txBody>
      </p:sp>
      <p:sp>
        <p:nvSpPr>
          <p:cNvPr id="3" name="">
            <a:extLst xmlns:a="http://schemas.openxmlformats.org/drawingml/2006/main">
              <a:ext uri="{FF2B5EF4-FFF2-40B4-BE49-F238E27FC236}">
                <a16:creationId xmlns:a16="http://schemas.microsoft.com/office/drawing/2014/main" id="{C4C91DCF-3136-4DDE-81CD-C9F3AF5413F5}"/>
              </a:ext>
            </a:extLst>
          </p:cNvPr>
          <p:cNvSpPr>
            <a:spLocks xmlns:a="http://schemas.openxmlformats.org/drawingml/2006/main" noGrp="1"/>
          </p:cNvSpPr>
          <p:nvPr/>
        </p:nvSpPr>
        <p:spPr>
          <a:xfrm xmlns:a="http://schemas.openxmlformats.org/drawingml/2006/main">
            <a:off x="609600" y="142875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087F8C"/>
                </a:solidFill>
                <a:latin typeface="Arial"/>
                <a:ea typeface="Arial"/>
                <a:cs typeface="Arial"/>
              </a:defRPr>
            </a:defPPr>
            <a:lvl1pPr algn="l">
              <a:defRPr sz="2250" b="1">
                <a:solidFill>
                  <a:srgbClr val="087F8C"/>
                </a:solidFill>
                <a:latin typeface="Arial"/>
                <a:ea typeface="Arial"/>
                <a:cs typeface="Arial"/>
              </a:defRPr>
            </a:lvl1pPr>
            <a:lvl2pPr algn="l">
              <a:defRPr sz="2250" b="1">
                <a:solidFill>
                  <a:srgbClr val="087F8C"/>
                </a:solidFill>
                <a:latin typeface="Arial"/>
                <a:ea typeface="Arial"/>
                <a:cs typeface="Arial"/>
              </a:defRPr>
            </a:lvl2pPr>
            <a:lvl3pPr algn="l">
              <a:defRPr sz="2250" b="1">
                <a:solidFill>
                  <a:srgbClr val="087F8C"/>
                </a:solidFill>
                <a:latin typeface="Arial"/>
                <a:ea typeface="Arial"/>
                <a:cs typeface="Arial"/>
              </a:defRPr>
            </a:lvl3pPr>
            <a:lvl4pPr algn="l">
              <a:defRPr sz="2250" b="1">
                <a:solidFill>
                  <a:srgbClr val="087F8C"/>
                </a:solidFill>
                <a:latin typeface="Arial"/>
                <a:ea typeface="Arial"/>
                <a:cs typeface="Arial"/>
              </a:defRPr>
            </a:lvl4pPr>
            <a:lvl5pPr algn="l">
              <a:defRPr sz="2250" b="1">
                <a:solidFill>
                  <a:srgbClr val="087F8C"/>
                </a:solidFill>
                <a:latin typeface="Arial"/>
                <a:ea typeface="Arial"/>
                <a:cs typeface="Arial"/>
              </a:defRPr>
            </a:lvl5pPr>
            <a:lvl6pPr algn="l">
              <a:defRPr sz="2250" b="1">
                <a:solidFill>
                  <a:srgbClr val="087F8C"/>
                </a:solidFill>
                <a:latin typeface="Arial"/>
                <a:ea typeface="Arial"/>
                <a:cs typeface="Arial"/>
              </a:defRPr>
            </a:lvl6pPr>
            <a:lvl7pPr algn="l">
              <a:defRPr sz="2250" b="1">
                <a:solidFill>
                  <a:srgbClr val="087F8C"/>
                </a:solidFill>
                <a:latin typeface="Arial"/>
                <a:ea typeface="Arial"/>
                <a:cs typeface="Arial"/>
              </a:defRPr>
            </a:lvl7pPr>
            <a:lvl8pPr algn="l">
              <a:defRPr sz="2250" b="1">
                <a:solidFill>
                  <a:srgbClr val="087F8C"/>
                </a:solidFill>
                <a:latin typeface="Arial"/>
                <a:ea typeface="Arial"/>
                <a:cs typeface="Arial"/>
              </a:defRPr>
            </a:lvl8pPr>
            <a:lvl9pPr algn="l">
              <a:defRPr sz="2250" b="1">
                <a:solidFill>
                  <a:srgbClr val="087F8C"/>
                </a:solidFill>
                <a:latin typeface="Arial"/>
                <a:ea typeface="Arial"/>
                <a:cs typeface="Arial"/>
              </a:defRPr>
            </a:lvl9pPr>
          </a:lstStyle>
          <a:p xmlns:a="http://schemas.openxmlformats.org/drawingml/2006/main">
            <a:pPr algn="l">
              <a:defRPr sz="2250" b="1">
                <a:solidFill>
                  <a:srgbClr val="087F8C"/>
                </a:solidFill>
                <a:latin typeface="Arial"/>
                <a:ea typeface="Arial"/>
                <a:cs typeface="Arial"/>
              </a:defRPr>
            </a:pPr>
            <a:r>
              <a:rPr sz="2250" b="1">
                <a:solidFill>
                  <a:srgbClr val="087F8C"/>
                </a:solidFill>
                <a:latin typeface="Arial"/>
                <a:ea typeface="Arial"/>
                <a:cs typeface="Arial"/>
              </a:rPr>
              <a:t>Configuración</a:t>
            </a:r>
          </a:p>
        </p:txBody>
      </p:sp>
      <p:sp>
        <p:nvSpPr>
          <p:cNvPr id="4" name="">
            <a:extLst xmlns:a="http://schemas.openxmlformats.org/drawingml/2006/main">
              <a:ext uri="{FF2B5EF4-FFF2-40B4-BE49-F238E27FC236}">
                <a16:creationId xmlns:a16="http://schemas.microsoft.com/office/drawing/2014/main" id="{1930BE84-FC85-4344-9E48-663635FBA33B}"/>
              </a:ext>
            </a:extLst>
          </p:cNvPr>
          <p:cNvSpPr>
            <a:spLocks xmlns:a="http://schemas.openxmlformats.org/drawingml/2006/main" noGrp="1"/>
          </p:cNvSpPr>
          <p:nvPr/>
        </p:nvSpPr>
        <p:spPr>
          <a:xfrm xmlns:a="http://schemas.openxmlformats.org/drawingml/2006/main">
            <a:off x="609600" y="2047875"/>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324D"/>
                </a:solidFill>
                <a:latin typeface="Arial"/>
                <a:ea typeface="Arial"/>
                <a:cs typeface="Arial"/>
              </a:defRPr>
            </a:defPPr>
            <a:lvl1pPr algn="l">
              <a:defRPr sz="1500" b="1">
                <a:solidFill>
                  <a:srgbClr val="17324D"/>
                </a:solidFill>
                <a:latin typeface="Arial"/>
                <a:ea typeface="Arial"/>
                <a:cs typeface="Arial"/>
              </a:defRPr>
            </a:lvl1pPr>
            <a:lvl2pPr algn="l">
              <a:defRPr sz="1500" b="1">
                <a:solidFill>
                  <a:srgbClr val="17324D"/>
                </a:solidFill>
                <a:latin typeface="Arial"/>
                <a:ea typeface="Arial"/>
                <a:cs typeface="Arial"/>
              </a:defRPr>
            </a:lvl2pPr>
            <a:lvl3pPr algn="l">
              <a:defRPr sz="1500" b="1">
                <a:solidFill>
                  <a:srgbClr val="17324D"/>
                </a:solidFill>
                <a:latin typeface="Arial"/>
                <a:ea typeface="Arial"/>
                <a:cs typeface="Arial"/>
              </a:defRPr>
            </a:lvl3pPr>
            <a:lvl4pPr algn="l">
              <a:defRPr sz="1500" b="1">
                <a:solidFill>
                  <a:srgbClr val="17324D"/>
                </a:solidFill>
                <a:latin typeface="Arial"/>
                <a:ea typeface="Arial"/>
                <a:cs typeface="Arial"/>
              </a:defRPr>
            </a:lvl4pPr>
            <a:lvl5pPr algn="l">
              <a:defRPr sz="1500" b="1">
                <a:solidFill>
                  <a:srgbClr val="17324D"/>
                </a:solidFill>
                <a:latin typeface="Arial"/>
                <a:ea typeface="Arial"/>
                <a:cs typeface="Arial"/>
              </a:defRPr>
            </a:lvl5pPr>
            <a:lvl6pPr algn="l">
              <a:defRPr sz="1500" b="1">
                <a:solidFill>
                  <a:srgbClr val="17324D"/>
                </a:solidFill>
                <a:latin typeface="Arial"/>
                <a:ea typeface="Arial"/>
                <a:cs typeface="Arial"/>
              </a:defRPr>
            </a:lvl6pPr>
            <a:lvl7pPr algn="l">
              <a:defRPr sz="1500" b="1">
                <a:solidFill>
                  <a:srgbClr val="17324D"/>
                </a:solidFill>
                <a:latin typeface="Arial"/>
                <a:ea typeface="Arial"/>
                <a:cs typeface="Arial"/>
              </a:defRPr>
            </a:lvl7pPr>
            <a:lvl8pPr algn="l">
              <a:defRPr sz="1500" b="1">
                <a:solidFill>
                  <a:srgbClr val="17324D"/>
                </a:solidFill>
                <a:latin typeface="Arial"/>
                <a:ea typeface="Arial"/>
                <a:cs typeface="Arial"/>
              </a:defRPr>
            </a:lvl8pPr>
            <a:lvl9pPr algn="l">
              <a:defRPr sz="1500" b="1">
                <a:solidFill>
                  <a:srgbClr val="17324D"/>
                </a:solidFill>
                <a:latin typeface="Arial"/>
                <a:ea typeface="Arial"/>
                <a:cs typeface="Arial"/>
              </a:defRPr>
            </a:lvl9pPr>
          </a:lstStyle>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Optimizador</a:t>
            </a:r>
          </a:p>
        </p:txBody>
      </p:sp>
      <p:sp>
        <p:nvSpPr>
          <p:cNvPr id="5" name="">
            <a:extLst xmlns:a="http://schemas.openxmlformats.org/drawingml/2006/main">
              <a:ext uri="{FF2B5EF4-FFF2-40B4-BE49-F238E27FC236}">
                <a16:creationId xmlns:a16="http://schemas.microsoft.com/office/drawing/2014/main" id="{6785D316-A88D-449C-B40D-D168B15687B7}"/>
              </a:ext>
            </a:extLst>
          </p:cNvPr>
          <p:cNvSpPr>
            <a:spLocks xmlns:a="http://schemas.openxmlformats.org/drawingml/2006/main" noGrp="1"/>
          </p:cNvSpPr>
          <p:nvPr/>
        </p:nvSpPr>
        <p:spPr>
          <a:xfrm xmlns:a="http://schemas.openxmlformats.org/drawingml/2006/main">
            <a:off x="2333625" y="2047875"/>
            <a:ext cx="309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263746"/>
                </a:solidFill>
                <a:latin typeface="Arial"/>
                <a:ea typeface="Arial"/>
                <a:cs typeface="Arial"/>
              </a:defRPr>
            </a:defPPr>
            <a:lvl1pPr algn="l">
              <a:defRPr sz="1500" b="0">
                <a:solidFill>
                  <a:srgbClr val="263746"/>
                </a:solidFill>
                <a:latin typeface="Arial"/>
                <a:ea typeface="Arial"/>
                <a:cs typeface="Arial"/>
              </a:defRPr>
            </a:lvl1pPr>
            <a:lvl2pPr algn="l">
              <a:defRPr sz="1500" b="0">
                <a:solidFill>
                  <a:srgbClr val="263746"/>
                </a:solidFill>
                <a:latin typeface="Arial"/>
                <a:ea typeface="Arial"/>
                <a:cs typeface="Arial"/>
              </a:defRPr>
            </a:lvl2pPr>
            <a:lvl3pPr algn="l">
              <a:defRPr sz="1500" b="0">
                <a:solidFill>
                  <a:srgbClr val="263746"/>
                </a:solidFill>
                <a:latin typeface="Arial"/>
                <a:ea typeface="Arial"/>
                <a:cs typeface="Arial"/>
              </a:defRPr>
            </a:lvl3pPr>
            <a:lvl4pPr algn="l">
              <a:defRPr sz="1500" b="0">
                <a:solidFill>
                  <a:srgbClr val="263746"/>
                </a:solidFill>
                <a:latin typeface="Arial"/>
                <a:ea typeface="Arial"/>
                <a:cs typeface="Arial"/>
              </a:defRPr>
            </a:lvl4pPr>
            <a:lvl5pPr algn="l">
              <a:defRPr sz="1500" b="0">
                <a:solidFill>
                  <a:srgbClr val="263746"/>
                </a:solidFill>
                <a:latin typeface="Arial"/>
                <a:ea typeface="Arial"/>
                <a:cs typeface="Arial"/>
              </a:defRPr>
            </a:lvl5pPr>
            <a:lvl6pPr algn="l">
              <a:defRPr sz="1500" b="0">
                <a:solidFill>
                  <a:srgbClr val="263746"/>
                </a:solidFill>
                <a:latin typeface="Arial"/>
                <a:ea typeface="Arial"/>
                <a:cs typeface="Arial"/>
              </a:defRPr>
            </a:lvl6pPr>
            <a:lvl7pPr algn="l">
              <a:defRPr sz="1500" b="0">
                <a:solidFill>
                  <a:srgbClr val="263746"/>
                </a:solidFill>
                <a:latin typeface="Arial"/>
                <a:ea typeface="Arial"/>
                <a:cs typeface="Arial"/>
              </a:defRPr>
            </a:lvl7pPr>
            <a:lvl8pPr algn="l">
              <a:defRPr sz="1500" b="0">
                <a:solidFill>
                  <a:srgbClr val="263746"/>
                </a:solidFill>
                <a:latin typeface="Arial"/>
                <a:ea typeface="Arial"/>
                <a:cs typeface="Arial"/>
              </a:defRPr>
            </a:lvl8pPr>
            <a:lvl9pPr algn="l">
              <a:defRPr sz="1500" b="0">
                <a:solidFill>
                  <a:srgbClr val="263746"/>
                </a:solidFill>
                <a:latin typeface="Arial"/>
                <a:ea typeface="Arial"/>
                <a:cs typeface="Arial"/>
              </a:defRPr>
            </a:lvl9pPr>
          </a:lstStyle>
          <a:p xmlns:a="http://schemas.openxmlformats.org/drawingml/2006/main">
            <a:pPr algn="l">
              <a:defRPr sz="1500" b="0">
                <a:solidFill>
                  <a:srgbClr val="263746"/>
                </a:solidFill>
                <a:latin typeface="Arial"/>
                <a:ea typeface="Arial"/>
                <a:cs typeface="Arial"/>
              </a:defRPr>
            </a:pPr>
            <a:r>
              <a:rPr sz="1500" b="0">
                <a:solidFill>
                  <a:srgbClr val="263746"/>
                </a:solidFill>
                <a:latin typeface="Arial"/>
                <a:ea typeface="Arial"/>
                <a:cs typeface="Arial"/>
              </a:rPr>
              <a:t>Adam · 0,001</a:t>
            </a:r>
          </a:p>
        </p:txBody>
      </p:sp>
      <p:sp>
        <p:nvSpPr>
          <p:cNvPr id="6" name="">
            <a:extLst xmlns:a="http://schemas.openxmlformats.org/drawingml/2006/main">
              <a:ext uri="{FF2B5EF4-FFF2-40B4-BE49-F238E27FC236}">
                <a16:creationId xmlns:a16="http://schemas.microsoft.com/office/drawing/2014/main" id="{36BA8B4B-3F1F-4139-BFEE-0AFA283350FE}"/>
              </a:ext>
            </a:extLst>
          </p:cNvPr>
          <p:cNvSpPr>
            <a:spLocks xmlns:a="http://schemas.openxmlformats.org/drawingml/2006/main" noGrp="1"/>
          </p:cNvSpPr>
          <p:nvPr/>
        </p:nvSpPr>
        <p:spPr>
          <a:xfrm xmlns:a="http://schemas.openxmlformats.org/drawingml/2006/main">
            <a:off x="609600" y="2600325"/>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324D"/>
                </a:solidFill>
                <a:latin typeface="Arial"/>
                <a:ea typeface="Arial"/>
                <a:cs typeface="Arial"/>
              </a:defRPr>
            </a:defPPr>
            <a:lvl1pPr algn="l">
              <a:defRPr sz="1500" b="1">
                <a:solidFill>
                  <a:srgbClr val="17324D"/>
                </a:solidFill>
                <a:latin typeface="Arial"/>
                <a:ea typeface="Arial"/>
                <a:cs typeface="Arial"/>
              </a:defRPr>
            </a:lvl1pPr>
            <a:lvl2pPr algn="l">
              <a:defRPr sz="1500" b="1">
                <a:solidFill>
                  <a:srgbClr val="17324D"/>
                </a:solidFill>
                <a:latin typeface="Arial"/>
                <a:ea typeface="Arial"/>
                <a:cs typeface="Arial"/>
              </a:defRPr>
            </a:lvl2pPr>
            <a:lvl3pPr algn="l">
              <a:defRPr sz="1500" b="1">
                <a:solidFill>
                  <a:srgbClr val="17324D"/>
                </a:solidFill>
                <a:latin typeface="Arial"/>
                <a:ea typeface="Arial"/>
                <a:cs typeface="Arial"/>
              </a:defRPr>
            </a:lvl3pPr>
            <a:lvl4pPr algn="l">
              <a:defRPr sz="1500" b="1">
                <a:solidFill>
                  <a:srgbClr val="17324D"/>
                </a:solidFill>
                <a:latin typeface="Arial"/>
                <a:ea typeface="Arial"/>
                <a:cs typeface="Arial"/>
              </a:defRPr>
            </a:lvl4pPr>
            <a:lvl5pPr algn="l">
              <a:defRPr sz="1500" b="1">
                <a:solidFill>
                  <a:srgbClr val="17324D"/>
                </a:solidFill>
                <a:latin typeface="Arial"/>
                <a:ea typeface="Arial"/>
                <a:cs typeface="Arial"/>
              </a:defRPr>
            </a:lvl5pPr>
            <a:lvl6pPr algn="l">
              <a:defRPr sz="1500" b="1">
                <a:solidFill>
                  <a:srgbClr val="17324D"/>
                </a:solidFill>
                <a:latin typeface="Arial"/>
                <a:ea typeface="Arial"/>
                <a:cs typeface="Arial"/>
              </a:defRPr>
            </a:lvl6pPr>
            <a:lvl7pPr algn="l">
              <a:defRPr sz="1500" b="1">
                <a:solidFill>
                  <a:srgbClr val="17324D"/>
                </a:solidFill>
                <a:latin typeface="Arial"/>
                <a:ea typeface="Arial"/>
                <a:cs typeface="Arial"/>
              </a:defRPr>
            </a:lvl7pPr>
            <a:lvl8pPr algn="l">
              <a:defRPr sz="1500" b="1">
                <a:solidFill>
                  <a:srgbClr val="17324D"/>
                </a:solidFill>
                <a:latin typeface="Arial"/>
                <a:ea typeface="Arial"/>
                <a:cs typeface="Arial"/>
              </a:defRPr>
            </a:lvl8pPr>
            <a:lvl9pPr algn="l">
              <a:defRPr sz="1500" b="1">
                <a:solidFill>
                  <a:srgbClr val="17324D"/>
                </a:solidFill>
                <a:latin typeface="Arial"/>
                <a:ea typeface="Arial"/>
                <a:cs typeface="Arial"/>
              </a:defRPr>
            </a:lvl9pPr>
          </a:lstStyle>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Pérdida</a:t>
            </a:r>
          </a:p>
        </p:txBody>
      </p:sp>
      <p:sp>
        <p:nvSpPr>
          <p:cNvPr id="7" name="">
            <a:extLst xmlns:a="http://schemas.openxmlformats.org/drawingml/2006/main">
              <a:ext uri="{FF2B5EF4-FFF2-40B4-BE49-F238E27FC236}">
                <a16:creationId xmlns:a16="http://schemas.microsoft.com/office/drawing/2014/main" id="{74868820-4D82-43FB-ABDA-CB9237952FE0}"/>
              </a:ext>
            </a:extLst>
          </p:cNvPr>
          <p:cNvSpPr>
            <a:spLocks xmlns:a="http://schemas.openxmlformats.org/drawingml/2006/main" noGrp="1"/>
          </p:cNvSpPr>
          <p:nvPr/>
        </p:nvSpPr>
        <p:spPr>
          <a:xfrm xmlns:a="http://schemas.openxmlformats.org/drawingml/2006/main">
            <a:off x="2333625" y="2600325"/>
            <a:ext cx="309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263746"/>
                </a:solidFill>
                <a:latin typeface="Arial"/>
                <a:ea typeface="Arial"/>
                <a:cs typeface="Arial"/>
              </a:defRPr>
            </a:defPPr>
            <a:lvl1pPr algn="l">
              <a:defRPr sz="1500" b="0">
                <a:solidFill>
                  <a:srgbClr val="263746"/>
                </a:solidFill>
                <a:latin typeface="Arial"/>
                <a:ea typeface="Arial"/>
                <a:cs typeface="Arial"/>
              </a:defRPr>
            </a:lvl1pPr>
            <a:lvl2pPr algn="l">
              <a:defRPr sz="1500" b="0">
                <a:solidFill>
                  <a:srgbClr val="263746"/>
                </a:solidFill>
                <a:latin typeface="Arial"/>
                <a:ea typeface="Arial"/>
                <a:cs typeface="Arial"/>
              </a:defRPr>
            </a:lvl2pPr>
            <a:lvl3pPr algn="l">
              <a:defRPr sz="1500" b="0">
                <a:solidFill>
                  <a:srgbClr val="263746"/>
                </a:solidFill>
                <a:latin typeface="Arial"/>
                <a:ea typeface="Arial"/>
                <a:cs typeface="Arial"/>
              </a:defRPr>
            </a:lvl3pPr>
            <a:lvl4pPr algn="l">
              <a:defRPr sz="1500" b="0">
                <a:solidFill>
                  <a:srgbClr val="263746"/>
                </a:solidFill>
                <a:latin typeface="Arial"/>
                <a:ea typeface="Arial"/>
                <a:cs typeface="Arial"/>
              </a:defRPr>
            </a:lvl4pPr>
            <a:lvl5pPr algn="l">
              <a:defRPr sz="1500" b="0">
                <a:solidFill>
                  <a:srgbClr val="263746"/>
                </a:solidFill>
                <a:latin typeface="Arial"/>
                <a:ea typeface="Arial"/>
                <a:cs typeface="Arial"/>
              </a:defRPr>
            </a:lvl5pPr>
            <a:lvl6pPr algn="l">
              <a:defRPr sz="1500" b="0">
                <a:solidFill>
                  <a:srgbClr val="263746"/>
                </a:solidFill>
                <a:latin typeface="Arial"/>
                <a:ea typeface="Arial"/>
                <a:cs typeface="Arial"/>
              </a:defRPr>
            </a:lvl6pPr>
            <a:lvl7pPr algn="l">
              <a:defRPr sz="1500" b="0">
                <a:solidFill>
                  <a:srgbClr val="263746"/>
                </a:solidFill>
                <a:latin typeface="Arial"/>
                <a:ea typeface="Arial"/>
                <a:cs typeface="Arial"/>
              </a:defRPr>
            </a:lvl7pPr>
            <a:lvl8pPr algn="l">
              <a:defRPr sz="1500" b="0">
                <a:solidFill>
                  <a:srgbClr val="263746"/>
                </a:solidFill>
                <a:latin typeface="Arial"/>
                <a:ea typeface="Arial"/>
                <a:cs typeface="Arial"/>
              </a:defRPr>
            </a:lvl8pPr>
            <a:lvl9pPr algn="l">
              <a:defRPr sz="1500" b="0">
                <a:solidFill>
                  <a:srgbClr val="263746"/>
                </a:solidFill>
                <a:latin typeface="Arial"/>
                <a:ea typeface="Arial"/>
                <a:cs typeface="Arial"/>
              </a:defRPr>
            </a:lvl9pPr>
          </a:lstStyle>
          <a:p xmlns:a="http://schemas.openxmlformats.org/drawingml/2006/main">
            <a:pPr algn="l">
              <a:defRPr sz="1500" b="0">
                <a:solidFill>
                  <a:srgbClr val="263746"/>
                </a:solidFill>
                <a:latin typeface="Arial"/>
                <a:ea typeface="Arial"/>
                <a:cs typeface="Arial"/>
              </a:defRPr>
            </a:pPr>
            <a:r>
              <a:rPr sz="1500" b="0">
                <a:solidFill>
                  <a:srgbClr val="263746"/>
                </a:solidFill>
                <a:latin typeface="Arial"/>
                <a:ea typeface="Arial"/>
                <a:cs typeface="Arial"/>
              </a:rPr>
              <a:t>Sparse categorical crossentropy</a:t>
            </a:r>
          </a:p>
        </p:txBody>
      </p:sp>
      <p:sp>
        <p:nvSpPr>
          <p:cNvPr id="8" name="">
            <a:extLst xmlns:a="http://schemas.openxmlformats.org/drawingml/2006/main">
              <a:ext uri="{FF2B5EF4-FFF2-40B4-BE49-F238E27FC236}">
                <a16:creationId xmlns:a16="http://schemas.microsoft.com/office/drawing/2014/main" id="{7CA07847-F6AC-4DA5-971C-D7C8B1E01485}"/>
              </a:ext>
            </a:extLst>
          </p:cNvPr>
          <p:cNvSpPr>
            <a:spLocks xmlns:a="http://schemas.openxmlformats.org/drawingml/2006/main" noGrp="1"/>
          </p:cNvSpPr>
          <p:nvPr/>
        </p:nvSpPr>
        <p:spPr>
          <a:xfrm xmlns:a="http://schemas.openxmlformats.org/drawingml/2006/main">
            <a:off x="609600" y="3152775"/>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324D"/>
                </a:solidFill>
                <a:latin typeface="Arial"/>
                <a:ea typeface="Arial"/>
                <a:cs typeface="Arial"/>
              </a:defRPr>
            </a:defPPr>
            <a:lvl1pPr algn="l">
              <a:defRPr sz="1500" b="1">
                <a:solidFill>
                  <a:srgbClr val="17324D"/>
                </a:solidFill>
                <a:latin typeface="Arial"/>
                <a:ea typeface="Arial"/>
                <a:cs typeface="Arial"/>
              </a:defRPr>
            </a:lvl1pPr>
            <a:lvl2pPr algn="l">
              <a:defRPr sz="1500" b="1">
                <a:solidFill>
                  <a:srgbClr val="17324D"/>
                </a:solidFill>
                <a:latin typeface="Arial"/>
                <a:ea typeface="Arial"/>
                <a:cs typeface="Arial"/>
              </a:defRPr>
            </a:lvl2pPr>
            <a:lvl3pPr algn="l">
              <a:defRPr sz="1500" b="1">
                <a:solidFill>
                  <a:srgbClr val="17324D"/>
                </a:solidFill>
                <a:latin typeface="Arial"/>
                <a:ea typeface="Arial"/>
                <a:cs typeface="Arial"/>
              </a:defRPr>
            </a:lvl3pPr>
            <a:lvl4pPr algn="l">
              <a:defRPr sz="1500" b="1">
                <a:solidFill>
                  <a:srgbClr val="17324D"/>
                </a:solidFill>
                <a:latin typeface="Arial"/>
                <a:ea typeface="Arial"/>
                <a:cs typeface="Arial"/>
              </a:defRPr>
            </a:lvl4pPr>
            <a:lvl5pPr algn="l">
              <a:defRPr sz="1500" b="1">
                <a:solidFill>
                  <a:srgbClr val="17324D"/>
                </a:solidFill>
                <a:latin typeface="Arial"/>
                <a:ea typeface="Arial"/>
                <a:cs typeface="Arial"/>
              </a:defRPr>
            </a:lvl5pPr>
            <a:lvl6pPr algn="l">
              <a:defRPr sz="1500" b="1">
                <a:solidFill>
                  <a:srgbClr val="17324D"/>
                </a:solidFill>
                <a:latin typeface="Arial"/>
                <a:ea typeface="Arial"/>
                <a:cs typeface="Arial"/>
              </a:defRPr>
            </a:lvl6pPr>
            <a:lvl7pPr algn="l">
              <a:defRPr sz="1500" b="1">
                <a:solidFill>
                  <a:srgbClr val="17324D"/>
                </a:solidFill>
                <a:latin typeface="Arial"/>
                <a:ea typeface="Arial"/>
                <a:cs typeface="Arial"/>
              </a:defRPr>
            </a:lvl7pPr>
            <a:lvl8pPr algn="l">
              <a:defRPr sz="1500" b="1">
                <a:solidFill>
                  <a:srgbClr val="17324D"/>
                </a:solidFill>
                <a:latin typeface="Arial"/>
                <a:ea typeface="Arial"/>
                <a:cs typeface="Arial"/>
              </a:defRPr>
            </a:lvl8pPr>
            <a:lvl9pPr algn="l">
              <a:defRPr sz="1500" b="1">
                <a:solidFill>
                  <a:srgbClr val="17324D"/>
                </a:solidFill>
                <a:latin typeface="Arial"/>
                <a:ea typeface="Arial"/>
                <a:cs typeface="Arial"/>
              </a:defRPr>
            </a:lvl9pPr>
          </a:lstStyle>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Batch</a:t>
            </a:r>
          </a:p>
        </p:txBody>
      </p:sp>
      <p:sp>
        <p:nvSpPr>
          <p:cNvPr id="9" name="">
            <a:extLst xmlns:a="http://schemas.openxmlformats.org/drawingml/2006/main">
              <a:ext uri="{FF2B5EF4-FFF2-40B4-BE49-F238E27FC236}">
                <a16:creationId xmlns:a16="http://schemas.microsoft.com/office/drawing/2014/main" id="{92754800-FCBF-40C6-A54A-44F6D37A12DB}"/>
              </a:ext>
            </a:extLst>
          </p:cNvPr>
          <p:cNvSpPr>
            <a:spLocks xmlns:a="http://schemas.openxmlformats.org/drawingml/2006/main" noGrp="1"/>
          </p:cNvSpPr>
          <p:nvPr/>
        </p:nvSpPr>
        <p:spPr>
          <a:xfrm xmlns:a="http://schemas.openxmlformats.org/drawingml/2006/main">
            <a:off x="2333625" y="3152775"/>
            <a:ext cx="309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263746"/>
                </a:solidFill>
                <a:latin typeface="Arial"/>
                <a:ea typeface="Arial"/>
                <a:cs typeface="Arial"/>
              </a:defRPr>
            </a:defPPr>
            <a:lvl1pPr algn="l">
              <a:defRPr sz="1500" b="0">
                <a:solidFill>
                  <a:srgbClr val="263746"/>
                </a:solidFill>
                <a:latin typeface="Arial"/>
                <a:ea typeface="Arial"/>
                <a:cs typeface="Arial"/>
              </a:defRPr>
            </a:lvl1pPr>
            <a:lvl2pPr algn="l">
              <a:defRPr sz="1500" b="0">
                <a:solidFill>
                  <a:srgbClr val="263746"/>
                </a:solidFill>
                <a:latin typeface="Arial"/>
                <a:ea typeface="Arial"/>
                <a:cs typeface="Arial"/>
              </a:defRPr>
            </a:lvl2pPr>
            <a:lvl3pPr algn="l">
              <a:defRPr sz="1500" b="0">
                <a:solidFill>
                  <a:srgbClr val="263746"/>
                </a:solidFill>
                <a:latin typeface="Arial"/>
                <a:ea typeface="Arial"/>
                <a:cs typeface="Arial"/>
              </a:defRPr>
            </a:lvl3pPr>
            <a:lvl4pPr algn="l">
              <a:defRPr sz="1500" b="0">
                <a:solidFill>
                  <a:srgbClr val="263746"/>
                </a:solidFill>
                <a:latin typeface="Arial"/>
                <a:ea typeface="Arial"/>
                <a:cs typeface="Arial"/>
              </a:defRPr>
            </a:lvl4pPr>
            <a:lvl5pPr algn="l">
              <a:defRPr sz="1500" b="0">
                <a:solidFill>
                  <a:srgbClr val="263746"/>
                </a:solidFill>
                <a:latin typeface="Arial"/>
                <a:ea typeface="Arial"/>
                <a:cs typeface="Arial"/>
              </a:defRPr>
            </a:lvl5pPr>
            <a:lvl6pPr algn="l">
              <a:defRPr sz="1500" b="0">
                <a:solidFill>
                  <a:srgbClr val="263746"/>
                </a:solidFill>
                <a:latin typeface="Arial"/>
                <a:ea typeface="Arial"/>
                <a:cs typeface="Arial"/>
              </a:defRPr>
            </a:lvl6pPr>
            <a:lvl7pPr algn="l">
              <a:defRPr sz="1500" b="0">
                <a:solidFill>
                  <a:srgbClr val="263746"/>
                </a:solidFill>
                <a:latin typeface="Arial"/>
                <a:ea typeface="Arial"/>
                <a:cs typeface="Arial"/>
              </a:defRPr>
            </a:lvl7pPr>
            <a:lvl8pPr algn="l">
              <a:defRPr sz="1500" b="0">
                <a:solidFill>
                  <a:srgbClr val="263746"/>
                </a:solidFill>
                <a:latin typeface="Arial"/>
                <a:ea typeface="Arial"/>
                <a:cs typeface="Arial"/>
              </a:defRPr>
            </a:lvl8pPr>
            <a:lvl9pPr algn="l">
              <a:defRPr sz="1500" b="0">
                <a:solidFill>
                  <a:srgbClr val="263746"/>
                </a:solidFill>
                <a:latin typeface="Arial"/>
                <a:ea typeface="Arial"/>
                <a:cs typeface="Arial"/>
              </a:defRPr>
            </a:lvl9pPr>
          </a:lstStyle>
          <a:p xmlns:a="http://schemas.openxmlformats.org/drawingml/2006/main">
            <a:pPr algn="l">
              <a:defRPr sz="1500" b="0">
                <a:solidFill>
                  <a:srgbClr val="263746"/>
                </a:solidFill>
                <a:latin typeface="Arial"/>
                <a:ea typeface="Arial"/>
                <a:cs typeface="Arial"/>
              </a:defRPr>
            </a:pPr>
            <a:r>
              <a:rPr sz="1500" b="0">
                <a:solidFill>
                  <a:srgbClr val="263746"/>
                </a:solidFill>
                <a:latin typeface="Arial"/>
                <a:ea typeface="Arial"/>
                <a:cs typeface="Arial"/>
              </a:rPr>
              <a:t>128 imágenes</a:t>
            </a:r>
          </a:p>
        </p:txBody>
      </p:sp>
      <p:sp>
        <p:nvSpPr>
          <p:cNvPr id="10" name="">
            <a:extLst xmlns:a="http://schemas.openxmlformats.org/drawingml/2006/main">
              <a:ext uri="{FF2B5EF4-FFF2-40B4-BE49-F238E27FC236}">
                <a16:creationId xmlns:a16="http://schemas.microsoft.com/office/drawing/2014/main" id="{10CECE37-09B9-4710-8C17-01A1E0329BE4}"/>
              </a:ext>
            </a:extLst>
          </p:cNvPr>
          <p:cNvSpPr>
            <a:spLocks xmlns:a="http://schemas.openxmlformats.org/drawingml/2006/main" noGrp="1"/>
          </p:cNvSpPr>
          <p:nvPr/>
        </p:nvSpPr>
        <p:spPr>
          <a:xfrm xmlns:a="http://schemas.openxmlformats.org/drawingml/2006/main">
            <a:off x="609600" y="3705225"/>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324D"/>
                </a:solidFill>
                <a:latin typeface="Arial"/>
                <a:ea typeface="Arial"/>
                <a:cs typeface="Arial"/>
              </a:defRPr>
            </a:defPPr>
            <a:lvl1pPr algn="l">
              <a:defRPr sz="1500" b="1">
                <a:solidFill>
                  <a:srgbClr val="17324D"/>
                </a:solidFill>
                <a:latin typeface="Arial"/>
                <a:ea typeface="Arial"/>
                <a:cs typeface="Arial"/>
              </a:defRPr>
            </a:lvl1pPr>
            <a:lvl2pPr algn="l">
              <a:defRPr sz="1500" b="1">
                <a:solidFill>
                  <a:srgbClr val="17324D"/>
                </a:solidFill>
                <a:latin typeface="Arial"/>
                <a:ea typeface="Arial"/>
                <a:cs typeface="Arial"/>
              </a:defRPr>
            </a:lvl2pPr>
            <a:lvl3pPr algn="l">
              <a:defRPr sz="1500" b="1">
                <a:solidFill>
                  <a:srgbClr val="17324D"/>
                </a:solidFill>
                <a:latin typeface="Arial"/>
                <a:ea typeface="Arial"/>
                <a:cs typeface="Arial"/>
              </a:defRPr>
            </a:lvl3pPr>
            <a:lvl4pPr algn="l">
              <a:defRPr sz="1500" b="1">
                <a:solidFill>
                  <a:srgbClr val="17324D"/>
                </a:solidFill>
                <a:latin typeface="Arial"/>
                <a:ea typeface="Arial"/>
                <a:cs typeface="Arial"/>
              </a:defRPr>
            </a:lvl4pPr>
            <a:lvl5pPr algn="l">
              <a:defRPr sz="1500" b="1">
                <a:solidFill>
                  <a:srgbClr val="17324D"/>
                </a:solidFill>
                <a:latin typeface="Arial"/>
                <a:ea typeface="Arial"/>
                <a:cs typeface="Arial"/>
              </a:defRPr>
            </a:lvl5pPr>
            <a:lvl6pPr algn="l">
              <a:defRPr sz="1500" b="1">
                <a:solidFill>
                  <a:srgbClr val="17324D"/>
                </a:solidFill>
                <a:latin typeface="Arial"/>
                <a:ea typeface="Arial"/>
                <a:cs typeface="Arial"/>
              </a:defRPr>
            </a:lvl6pPr>
            <a:lvl7pPr algn="l">
              <a:defRPr sz="1500" b="1">
                <a:solidFill>
                  <a:srgbClr val="17324D"/>
                </a:solidFill>
                <a:latin typeface="Arial"/>
                <a:ea typeface="Arial"/>
                <a:cs typeface="Arial"/>
              </a:defRPr>
            </a:lvl7pPr>
            <a:lvl8pPr algn="l">
              <a:defRPr sz="1500" b="1">
                <a:solidFill>
                  <a:srgbClr val="17324D"/>
                </a:solidFill>
                <a:latin typeface="Arial"/>
                <a:ea typeface="Arial"/>
                <a:cs typeface="Arial"/>
              </a:defRPr>
            </a:lvl8pPr>
            <a:lvl9pPr algn="l">
              <a:defRPr sz="1500" b="1">
                <a:solidFill>
                  <a:srgbClr val="17324D"/>
                </a:solidFill>
                <a:latin typeface="Arial"/>
                <a:ea typeface="Arial"/>
                <a:cs typeface="Arial"/>
              </a:defRPr>
            </a:lvl9pPr>
          </a:lstStyle>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Presupuesto</a:t>
            </a:r>
          </a:p>
        </p:txBody>
      </p:sp>
      <p:sp>
        <p:nvSpPr>
          <p:cNvPr id="11" name="">
            <a:extLst xmlns:a="http://schemas.openxmlformats.org/drawingml/2006/main">
              <a:ext uri="{FF2B5EF4-FFF2-40B4-BE49-F238E27FC236}">
                <a16:creationId xmlns:a16="http://schemas.microsoft.com/office/drawing/2014/main" id="{50B750B6-BD15-4DFC-8B02-95AA275D6125}"/>
              </a:ext>
            </a:extLst>
          </p:cNvPr>
          <p:cNvSpPr>
            <a:spLocks xmlns:a="http://schemas.openxmlformats.org/drawingml/2006/main" noGrp="1"/>
          </p:cNvSpPr>
          <p:nvPr/>
        </p:nvSpPr>
        <p:spPr>
          <a:xfrm xmlns:a="http://schemas.openxmlformats.org/drawingml/2006/main">
            <a:off x="2333625" y="3705225"/>
            <a:ext cx="309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263746"/>
                </a:solidFill>
                <a:latin typeface="Arial"/>
                <a:ea typeface="Arial"/>
                <a:cs typeface="Arial"/>
              </a:defRPr>
            </a:defPPr>
            <a:lvl1pPr algn="l">
              <a:defRPr sz="1500" b="0">
                <a:solidFill>
                  <a:srgbClr val="263746"/>
                </a:solidFill>
                <a:latin typeface="Arial"/>
                <a:ea typeface="Arial"/>
                <a:cs typeface="Arial"/>
              </a:defRPr>
            </a:lvl1pPr>
            <a:lvl2pPr algn="l">
              <a:defRPr sz="1500" b="0">
                <a:solidFill>
                  <a:srgbClr val="263746"/>
                </a:solidFill>
                <a:latin typeface="Arial"/>
                <a:ea typeface="Arial"/>
                <a:cs typeface="Arial"/>
              </a:defRPr>
            </a:lvl2pPr>
            <a:lvl3pPr algn="l">
              <a:defRPr sz="1500" b="0">
                <a:solidFill>
                  <a:srgbClr val="263746"/>
                </a:solidFill>
                <a:latin typeface="Arial"/>
                <a:ea typeface="Arial"/>
                <a:cs typeface="Arial"/>
              </a:defRPr>
            </a:lvl3pPr>
            <a:lvl4pPr algn="l">
              <a:defRPr sz="1500" b="0">
                <a:solidFill>
                  <a:srgbClr val="263746"/>
                </a:solidFill>
                <a:latin typeface="Arial"/>
                <a:ea typeface="Arial"/>
                <a:cs typeface="Arial"/>
              </a:defRPr>
            </a:lvl4pPr>
            <a:lvl5pPr algn="l">
              <a:defRPr sz="1500" b="0">
                <a:solidFill>
                  <a:srgbClr val="263746"/>
                </a:solidFill>
                <a:latin typeface="Arial"/>
                <a:ea typeface="Arial"/>
                <a:cs typeface="Arial"/>
              </a:defRPr>
            </a:lvl5pPr>
            <a:lvl6pPr algn="l">
              <a:defRPr sz="1500" b="0">
                <a:solidFill>
                  <a:srgbClr val="263746"/>
                </a:solidFill>
                <a:latin typeface="Arial"/>
                <a:ea typeface="Arial"/>
                <a:cs typeface="Arial"/>
              </a:defRPr>
            </a:lvl6pPr>
            <a:lvl7pPr algn="l">
              <a:defRPr sz="1500" b="0">
                <a:solidFill>
                  <a:srgbClr val="263746"/>
                </a:solidFill>
                <a:latin typeface="Arial"/>
                <a:ea typeface="Arial"/>
                <a:cs typeface="Arial"/>
              </a:defRPr>
            </a:lvl7pPr>
            <a:lvl8pPr algn="l">
              <a:defRPr sz="1500" b="0">
                <a:solidFill>
                  <a:srgbClr val="263746"/>
                </a:solidFill>
                <a:latin typeface="Arial"/>
                <a:ea typeface="Arial"/>
                <a:cs typeface="Arial"/>
              </a:defRPr>
            </a:lvl8pPr>
            <a:lvl9pPr algn="l">
              <a:defRPr sz="1500" b="0">
                <a:solidFill>
                  <a:srgbClr val="263746"/>
                </a:solidFill>
                <a:latin typeface="Arial"/>
                <a:ea typeface="Arial"/>
                <a:cs typeface="Arial"/>
              </a:defRPr>
            </a:lvl9pPr>
          </a:lstStyle>
          <a:p xmlns:a="http://schemas.openxmlformats.org/drawingml/2006/main">
            <a:pPr algn="l">
              <a:defRPr sz="1500" b="0">
                <a:solidFill>
                  <a:srgbClr val="263746"/>
                </a:solidFill>
                <a:latin typeface="Arial"/>
                <a:ea typeface="Arial"/>
                <a:cs typeface="Arial"/>
              </a:defRPr>
            </a:pPr>
            <a:r>
              <a:rPr sz="1500" b="0">
                <a:solidFill>
                  <a:srgbClr val="263746"/>
                </a:solidFill>
                <a:latin typeface="Arial"/>
                <a:ea typeface="Arial"/>
                <a:cs typeface="Arial"/>
              </a:rPr>
              <a:t>hasta 20 épocas</a:t>
            </a:r>
          </a:p>
        </p:txBody>
      </p:sp>
      <p:sp>
        <p:nvSpPr>
          <p:cNvPr id="12" name="">
            <a:extLst xmlns:a="http://schemas.openxmlformats.org/drawingml/2006/main">
              <a:ext uri="{FF2B5EF4-FFF2-40B4-BE49-F238E27FC236}">
                <a16:creationId xmlns:a16="http://schemas.microsoft.com/office/drawing/2014/main" id="{190ABB5C-1EEA-44AA-A988-AC3FE2CE6999}"/>
              </a:ext>
            </a:extLst>
          </p:cNvPr>
          <p:cNvSpPr>
            <a:spLocks xmlns:a="http://schemas.openxmlformats.org/drawingml/2006/main" noGrp="1"/>
          </p:cNvSpPr>
          <p:nvPr/>
        </p:nvSpPr>
        <p:spPr>
          <a:xfrm xmlns:a="http://schemas.openxmlformats.org/drawingml/2006/main">
            <a:off x="609600" y="4257675"/>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324D"/>
                </a:solidFill>
                <a:latin typeface="Arial"/>
                <a:ea typeface="Arial"/>
                <a:cs typeface="Arial"/>
              </a:defRPr>
            </a:defPPr>
            <a:lvl1pPr algn="l">
              <a:defRPr sz="1500" b="1">
                <a:solidFill>
                  <a:srgbClr val="17324D"/>
                </a:solidFill>
                <a:latin typeface="Arial"/>
                <a:ea typeface="Arial"/>
                <a:cs typeface="Arial"/>
              </a:defRPr>
            </a:lvl1pPr>
            <a:lvl2pPr algn="l">
              <a:defRPr sz="1500" b="1">
                <a:solidFill>
                  <a:srgbClr val="17324D"/>
                </a:solidFill>
                <a:latin typeface="Arial"/>
                <a:ea typeface="Arial"/>
                <a:cs typeface="Arial"/>
              </a:defRPr>
            </a:lvl2pPr>
            <a:lvl3pPr algn="l">
              <a:defRPr sz="1500" b="1">
                <a:solidFill>
                  <a:srgbClr val="17324D"/>
                </a:solidFill>
                <a:latin typeface="Arial"/>
                <a:ea typeface="Arial"/>
                <a:cs typeface="Arial"/>
              </a:defRPr>
            </a:lvl3pPr>
            <a:lvl4pPr algn="l">
              <a:defRPr sz="1500" b="1">
                <a:solidFill>
                  <a:srgbClr val="17324D"/>
                </a:solidFill>
                <a:latin typeface="Arial"/>
                <a:ea typeface="Arial"/>
                <a:cs typeface="Arial"/>
              </a:defRPr>
            </a:lvl4pPr>
            <a:lvl5pPr algn="l">
              <a:defRPr sz="1500" b="1">
                <a:solidFill>
                  <a:srgbClr val="17324D"/>
                </a:solidFill>
                <a:latin typeface="Arial"/>
                <a:ea typeface="Arial"/>
                <a:cs typeface="Arial"/>
              </a:defRPr>
            </a:lvl5pPr>
            <a:lvl6pPr algn="l">
              <a:defRPr sz="1500" b="1">
                <a:solidFill>
                  <a:srgbClr val="17324D"/>
                </a:solidFill>
                <a:latin typeface="Arial"/>
                <a:ea typeface="Arial"/>
                <a:cs typeface="Arial"/>
              </a:defRPr>
            </a:lvl6pPr>
            <a:lvl7pPr algn="l">
              <a:defRPr sz="1500" b="1">
                <a:solidFill>
                  <a:srgbClr val="17324D"/>
                </a:solidFill>
                <a:latin typeface="Arial"/>
                <a:ea typeface="Arial"/>
                <a:cs typeface="Arial"/>
              </a:defRPr>
            </a:lvl7pPr>
            <a:lvl8pPr algn="l">
              <a:defRPr sz="1500" b="1">
                <a:solidFill>
                  <a:srgbClr val="17324D"/>
                </a:solidFill>
                <a:latin typeface="Arial"/>
                <a:ea typeface="Arial"/>
                <a:cs typeface="Arial"/>
              </a:defRPr>
            </a:lvl8pPr>
            <a:lvl9pPr algn="l">
              <a:defRPr sz="1500" b="1">
                <a:solidFill>
                  <a:srgbClr val="17324D"/>
                </a:solidFill>
                <a:latin typeface="Arial"/>
                <a:ea typeface="Arial"/>
                <a:cs typeface="Arial"/>
              </a:defRPr>
            </a:lvl9pPr>
          </a:lstStyle>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Semilla</a:t>
            </a:r>
          </a:p>
        </p:txBody>
      </p:sp>
      <p:sp>
        <p:nvSpPr>
          <p:cNvPr id="13" name="">
            <a:extLst xmlns:a="http://schemas.openxmlformats.org/drawingml/2006/main">
              <a:ext uri="{FF2B5EF4-FFF2-40B4-BE49-F238E27FC236}">
                <a16:creationId xmlns:a16="http://schemas.microsoft.com/office/drawing/2014/main" id="{21263161-9DBA-4FC4-B964-E33A5092BBF9}"/>
              </a:ext>
            </a:extLst>
          </p:cNvPr>
          <p:cNvSpPr>
            <a:spLocks xmlns:a="http://schemas.openxmlformats.org/drawingml/2006/main" noGrp="1"/>
          </p:cNvSpPr>
          <p:nvPr/>
        </p:nvSpPr>
        <p:spPr>
          <a:xfrm xmlns:a="http://schemas.openxmlformats.org/drawingml/2006/main">
            <a:off x="2333625" y="4257675"/>
            <a:ext cx="309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263746"/>
                </a:solidFill>
                <a:latin typeface="Arial"/>
                <a:ea typeface="Arial"/>
                <a:cs typeface="Arial"/>
              </a:defRPr>
            </a:defPPr>
            <a:lvl1pPr algn="l">
              <a:defRPr sz="1500" b="0">
                <a:solidFill>
                  <a:srgbClr val="263746"/>
                </a:solidFill>
                <a:latin typeface="Arial"/>
                <a:ea typeface="Arial"/>
                <a:cs typeface="Arial"/>
              </a:defRPr>
            </a:lvl1pPr>
            <a:lvl2pPr algn="l">
              <a:defRPr sz="1500" b="0">
                <a:solidFill>
                  <a:srgbClr val="263746"/>
                </a:solidFill>
                <a:latin typeface="Arial"/>
                <a:ea typeface="Arial"/>
                <a:cs typeface="Arial"/>
              </a:defRPr>
            </a:lvl2pPr>
            <a:lvl3pPr algn="l">
              <a:defRPr sz="1500" b="0">
                <a:solidFill>
                  <a:srgbClr val="263746"/>
                </a:solidFill>
                <a:latin typeface="Arial"/>
                <a:ea typeface="Arial"/>
                <a:cs typeface="Arial"/>
              </a:defRPr>
            </a:lvl3pPr>
            <a:lvl4pPr algn="l">
              <a:defRPr sz="1500" b="0">
                <a:solidFill>
                  <a:srgbClr val="263746"/>
                </a:solidFill>
                <a:latin typeface="Arial"/>
                <a:ea typeface="Arial"/>
                <a:cs typeface="Arial"/>
              </a:defRPr>
            </a:lvl4pPr>
            <a:lvl5pPr algn="l">
              <a:defRPr sz="1500" b="0">
                <a:solidFill>
                  <a:srgbClr val="263746"/>
                </a:solidFill>
                <a:latin typeface="Arial"/>
                <a:ea typeface="Arial"/>
                <a:cs typeface="Arial"/>
              </a:defRPr>
            </a:lvl5pPr>
            <a:lvl6pPr algn="l">
              <a:defRPr sz="1500" b="0">
                <a:solidFill>
                  <a:srgbClr val="263746"/>
                </a:solidFill>
                <a:latin typeface="Arial"/>
                <a:ea typeface="Arial"/>
                <a:cs typeface="Arial"/>
              </a:defRPr>
            </a:lvl6pPr>
            <a:lvl7pPr algn="l">
              <a:defRPr sz="1500" b="0">
                <a:solidFill>
                  <a:srgbClr val="263746"/>
                </a:solidFill>
                <a:latin typeface="Arial"/>
                <a:ea typeface="Arial"/>
                <a:cs typeface="Arial"/>
              </a:defRPr>
            </a:lvl7pPr>
            <a:lvl8pPr algn="l">
              <a:defRPr sz="1500" b="0">
                <a:solidFill>
                  <a:srgbClr val="263746"/>
                </a:solidFill>
                <a:latin typeface="Arial"/>
                <a:ea typeface="Arial"/>
                <a:cs typeface="Arial"/>
              </a:defRPr>
            </a:lvl8pPr>
            <a:lvl9pPr algn="l">
              <a:defRPr sz="1500" b="0">
                <a:solidFill>
                  <a:srgbClr val="263746"/>
                </a:solidFill>
                <a:latin typeface="Arial"/>
                <a:ea typeface="Arial"/>
                <a:cs typeface="Arial"/>
              </a:defRPr>
            </a:lvl9pPr>
          </a:lstStyle>
          <a:p xmlns:a="http://schemas.openxmlformats.org/drawingml/2006/main">
            <a:pPr algn="l">
              <a:defRPr sz="1500" b="0">
                <a:solidFill>
                  <a:srgbClr val="263746"/>
                </a:solidFill>
                <a:latin typeface="Arial"/>
                <a:ea typeface="Arial"/>
                <a:cs typeface="Arial"/>
              </a:defRPr>
            </a:pPr>
            <a:r>
              <a:rPr sz="1500" b="0">
                <a:solidFill>
                  <a:srgbClr val="263746"/>
                </a:solidFill>
                <a:latin typeface="Arial"/>
                <a:ea typeface="Arial"/>
                <a:cs typeface="Arial"/>
              </a:rPr>
              <a:t>42</a:t>
            </a:r>
          </a:p>
        </p:txBody>
      </p:sp>
      <p:sp>
        <p:nvSpPr>
          <p:cNvPr id="14" name="">
            <a:extLst xmlns:a="http://schemas.openxmlformats.org/drawingml/2006/main">
              <a:ext uri="{FF2B5EF4-FFF2-40B4-BE49-F238E27FC236}">
                <a16:creationId xmlns:a16="http://schemas.microsoft.com/office/drawing/2014/main" id="{9AB1756C-D893-4610-AD82-7E5CCEFAFA8F}"/>
              </a:ext>
            </a:extLst>
          </p:cNvPr>
          <p:cNvSpPr>
            <a:spLocks xmlns:a="http://schemas.openxmlformats.org/drawingml/2006/main" noGrp="1"/>
          </p:cNvSpPr>
          <p:nvPr/>
        </p:nvSpPr>
        <p:spPr>
          <a:xfrm xmlns:a="http://schemas.openxmlformats.org/drawingml/2006/main">
            <a:off x="609600" y="50958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087F8C"/>
                </a:solidFill>
                <a:latin typeface="Arial"/>
                <a:ea typeface="Arial"/>
                <a:cs typeface="Arial"/>
              </a:defRPr>
            </a:defPPr>
            <a:lvl1pPr algn="l">
              <a:defRPr sz="1725" b="1">
                <a:solidFill>
                  <a:srgbClr val="087F8C"/>
                </a:solidFill>
                <a:latin typeface="Arial"/>
                <a:ea typeface="Arial"/>
                <a:cs typeface="Arial"/>
              </a:defRPr>
            </a:lvl1pPr>
            <a:lvl2pPr algn="l">
              <a:defRPr sz="1725" b="1">
                <a:solidFill>
                  <a:srgbClr val="087F8C"/>
                </a:solidFill>
                <a:latin typeface="Arial"/>
                <a:ea typeface="Arial"/>
                <a:cs typeface="Arial"/>
              </a:defRPr>
            </a:lvl2pPr>
            <a:lvl3pPr algn="l">
              <a:defRPr sz="1725" b="1">
                <a:solidFill>
                  <a:srgbClr val="087F8C"/>
                </a:solidFill>
                <a:latin typeface="Arial"/>
                <a:ea typeface="Arial"/>
                <a:cs typeface="Arial"/>
              </a:defRPr>
            </a:lvl3pPr>
            <a:lvl4pPr algn="l">
              <a:defRPr sz="1725" b="1">
                <a:solidFill>
                  <a:srgbClr val="087F8C"/>
                </a:solidFill>
                <a:latin typeface="Arial"/>
                <a:ea typeface="Arial"/>
                <a:cs typeface="Arial"/>
              </a:defRPr>
            </a:lvl4pPr>
            <a:lvl5pPr algn="l">
              <a:defRPr sz="1725" b="1">
                <a:solidFill>
                  <a:srgbClr val="087F8C"/>
                </a:solidFill>
                <a:latin typeface="Arial"/>
                <a:ea typeface="Arial"/>
                <a:cs typeface="Arial"/>
              </a:defRPr>
            </a:lvl5pPr>
            <a:lvl6pPr algn="l">
              <a:defRPr sz="1725" b="1">
                <a:solidFill>
                  <a:srgbClr val="087F8C"/>
                </a:solidFill>
                <a:latin typeface="Arial"/>
                <a:ea typeface="Arial"/>
                <a:cs typeface="Arial"/>
              </a:defRPr>
            </a:lvl6pPr>
            <a:lvl7pPr algn="l">
              <a:defRPr sz="1725" b="1">
                <a:solidFill>
                  <a:srgbClr val="087F8C"/>
                </a:solidFill>
                <a:latin typeface="Arial"/>
                <a:ea typeface="Arial"/>
                <a:cs typeface="Arial"/>
              </a:defRPr>
            </a:lvl7pPr>
            <a:lvl8pPr algn="l">
              <a:defRPr sz="1725" b="1">
                <a:solidFill>
                  <a:srgbClr val="087F8C"/>
                </a:solidFill>
                <a:latin typeface="Arial"/>
                <a:ea typeface="Arial"/>
                <a:cs typeface="Arial"/>
              </a:defRPr>
            </a:lvl8pPr>
            <a:lvl9pPr algn="l">
              <a:defRPr sz="1725" b="1">
                <a:solidFill>
                  <a:srgbClr val="087F8C"/>
                </a:solidFill>
                <a:latin typeface="Arial"/>
                <a:ea typeface="Arial"/>
                <a:cs typeface="Arial"/>
              </a:defRPr>
            </a:lvl9pPr>
          </a:lstStyle>
          <a:p xmlns:a="http://schemas.openxmlformats.org/drawingml/2006/main">
            <a:pPr algn="l">
              <a:defRPr sz="1725" b="1">
                <a:solidFill>
                  <a:srgbClr val="087F8C"/>
                </a:solidFill>
                <a:latin typeface="Arial"/>
                <a:ea typeface="Arial"/>
                <a:cs typeface="Arial"/>
              </a:defRPr>
            </a:pPr>
            <a:r>
              <a:rPr sz="1725" b="1">
                <a:solidFill>
                  <a:srgbClr val="087F8C"/>
                </a:solidFill>
                <a:latin typeface="Arial"/>
                <a:ea typeface="Arial"/>
                <a:cs typeface="Arial"/>
              </a:rPr>
              <a:t>Dropout 0,25 / 0,40</a:t>
            </a:r>
          </a:p>
        </p:txBody>
      </p:sp>
      <p:sp>
        <p:nvSpPr>
          <p:cNvPr id="15" name="">
            <a:extLst xmlns:a="http://schemas.openxmlformats.org/drawingml/2006/main">
              <a:ext uri="{FF2B5EF4-FFF2-40B4-BE49-F238E27FC236}">
                <a16:creationId xmlns:a16="http://schemas.microsoft.com/office/drawing/2014/main" id="{4C18A703-415C-4E7E-A98F-4EB1F4625079}"/>
              </a:ext>
            </a:extLst>
          </p:cNvPr>
          <p:cNvSpPr>
            <a:spLocks xmlns:a="http://schemas.openxmlformats.org/drawingml/2006/main" noGrp="1"/>
          </p:cNvSpPr>
          <p:nvPr/>
        </p:nvSpPr>
        <p:spPr>
          <a:xfrm xmlns:a="http://schemas.openxmlformats.org/drawingml/2006/main">
            <a:off x="609600" y="55054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087F8C"/>
                </a:solidFill>
                <a:latin typeface="Arial"/>
                <a:ea typeface="Arial"/>
                <a:cs typeface="Arial"/>
              </a:defRPr>
            </a:defPPr>
            <a:lvl1pPr algn="l">
              <a:defRPr sz="1725" b="1">
                <a:solidFill>
                  <a:srgbClr val="087F8C"/>
                </a:solidFill>
                <a:latin typeface="Arial"/>
                <a:ea typeface="Arial"/>
                <a:cs typeface="Arial"/>
              </a:defRPr>
            </a:lvl1pPr>
            <a:lvl2pPr algn="l">
              <a:defRPr sz="1725" b="1">
                <a:solidFill>
                  <a:srgbClr val="087F8C"/>
                </a:solidFill>
                <a:latin typeface="Arial"/>
                <a:ea typeface="Arial"/>
                <a:cs typeface="Arial"/>
              </a:defRPr>
            </a:lvl2pPr>
            <a:lvl3pPr algn="l">
              <a:defRPr sz="1725" b="1">
                <a:solidFill>
                  <a:srgbClr val="087F8C"/>
                </a:solidFill>
                <a:latin typeface="Arial"/>
                <a:ea typeface="Arial"/>
                <a:cs typeface="Arial"/>
              </a:defRPr>
            </a:lvl3pPr>
            <a:lvl4pPr algn="l">
              <a:defRPr sz="1725" b="1">
                <a:solidFill>
                  <a:srgbClr val="087F8C"/>
                </a:solidFill>
                <a:latin typeface="Arial"/>
                <a:ea typeface="Arial"/>
                <a:cs typeface="Arial"/>
              </a:defRPr>
            </a:lvl4pPr>
            <a:lvl5pPr algn="l">
              <a:defRPr sz="1725" b="1">
                <a:solidFill>
                  <a:srgbClr val="087F8C"/>
                </a:solidFill>
                <a:latin typeface="Arial"/>
                <a:ea typeface="Arial"/>
                <a:cs typeface="Arial"/>
              </a:defRPr>
            </a:lvl5pPr>
            <a:lvl6pPr algn="l">
              <a:defRPr sz="1725" b="1">
                <a:solidFill>
                  <a:srgbClr val="087F8C"/>
                </a:solidFill>
                <a:latin typeface="Arial"/>
                <a:ea typeface="Arial"/>
                <a:cs typeface="Arial"/>
              </a:defRPr>
            </a:lvl6pPr>
            <a:lvl7pPr algn="l">
              <a:defRPr sz="1725" b="1">
                <a:solidFill>
                  <a:srgbClr val="087F8C"/>
                </a:solidFill>
                <a:latin typeface="Arial"/>
                <a:ea typeface="Arial"/>
                <a:cs typeface="Arial"/>
              </a:defRPr>
            </a:lvl7pPr>
            <a:lvl8pPr algn="l">
              <a:defRPr sz="1725" b="1">
                <a:solidFill>
                  <a:srgbClr val="087F8C"/>
                </a:solidFill>
                <a:latin typeface="Arial"/>
                <a:ea typeface="Arial"/>
                <a:cs typeface="Arial"/>
              </a:defRPr>
            </a:lvl8pPr>
            <a:lvl9pPr algn="l">
              <a:defRPr sz="1725" b="1">
                <a:solidFill>
                  <a:srgbClr val="087F8C"/>
                </a:solidFill>
                <a:latin typeface="Arial"/>
                <a:ea typeface="Arial"/>
                <a:cs typeface="Arial"/>
              </a:defRPr>
            </a:lvl9pPr>
          </a:lstStyle>
          <a:p xmlns:a="http://schemas.openxmlformats.org/drawingml/2006/main">
            <a:pPr algn="l">
              <a:defRPr sz="1725" b="1">
                <a:solidFill>
                  <a:srgbClr val="087F8C"/>
                </a:solidFill>
                <a:latin typeface="Arial"/>
                <a:ea typeface="Arial"/>
                <a:cs typeface="Arial"/>
              </a:defRPr>
            </a:pPr>
            <a:r>
              <a:rPr sz="1725" b="1">
                <a:solidFill>
                  <a:srgbClr val="087F8C"/>
                </a:solidFill>
                <a:latin typeface="Arial"/>
                <a:ea typeface="Arial"/>
                <a:cs typeface="Arial"/>
              </a:rPr>
              <a:t>EarlyStopping + ReduceLROnPlateau</a:t>
            </a:r>
          </a:p>
        </p:txBody>
      </p:sp>
      <p:pic>
        <p:nvPicPr>
          <p:cNvPr id="16" name="">
            <a:extLst xmlns:a="http://schemas.openxmlformats.org/drawingml/2006/main">
              <a:ext uri="{FF2B5EF4-FFF2-40B4-BE49-F238E27FC236}">
                <a16:creationId xmlns:a16="http://schemas.microsoft.com/office/drawing/2014/main" id="{05CB3A3A-ADFF-4FF7-B162-810B0F09D5DE}"/>
              </a:ext>
            </a:extLst>
          </p:cNvPr>
          <p:cNvPicPr>
            <a:picLocks xmlns:a="http://schemas.openxmlformats.org/drawingml/2006/main" noChangeAspect="1"/>
          </p:cNvPicPr>
          <p:nvPr/>
        </p:nvPicPr>
        <p:blipFill>
          <a:blip xmlns:r="http://schemas.openxmlformats.org/officeDocument/2006/relationships" xmlns:a="http://schemas.openxmlformats.org/drawingml/2006/main" r:embed="R5b79dd80a1bb43d9"/>
          <a:stretch xmlns:a="http://schemas.openxmlformats.org/drawingml/2006/main"/>
        </p:blipFill>
        <p:spPr>
          <a:xfrm xmlns:a="http://schemas.openxmlformats.org/drawingml/2006/main">
            <a:off x="5572125" y="2605627"/>
            <a:ext cx="5905500" cy="1932497"/>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BEC00A14-BB81-44ED-ADB2-9ED76C87EBB9}"/>
              </a:ext>
            </a:extLst>
          </p:cNvPr>
          <p:cNvSpPr>
            <a:spLocks xmlns:a="http://schemas.openxmlformats.org/drawingml/2006/main" noGrp="1"/>
          </p:cNvSpPr>
          <p:nvPr/>
        </p:nvSpPr>
        <p:spPr>
          <a:xfrm xmlns:a="http://schemas.openxmlformats.org/drawingml/2006/main">
            <a:off x="5572125" y="5829300"/>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7324D"/>
                </a:solidFill>
                <a:latin typeface="Arial"/>
                <a:ea typeface="Arial"/>
                <a:cs typeface="Arial"/>
              </a:defRPr>
            </a:defPPr>
            <a:lvl1pPr algn="ctr">
              <a:defRPr sz="1650" b="1">
                <a:solidFill>
                  <a:srgbClr val="17324D"/>
                </a:solidFill>
                <a:latin typeface="Arial"/>
                <a:ea typeface="Arial"/>
                <a:cs typeface="Arial"/>
              </a:defRPr>
            </a:lvl1pPr>
            <a:lvl2pPr algn="ctr">
              <a:defRPr sz="1650" b="1">
                <a:solidFill>
                  <a:srgbClr val="17324D"/>
                </a:solidFill>
                <a:latin typeface="Arial"/>
                <a:ea typeface="Arial"/>
                <a:cs typeface="Arial"/>
              </a:defRPr>
            </a:lvl2pPr>
            <a:lvl3pPr algn="ctr">
              <a:defRPr sz="1650" b="1">
                <a:solidFill>
                  <a:srgbClr val="17324D"/>
                </a:solidFill>
                <a:latin typeface="Arial"/>
                <a:ea typeface="Arial"/>
                <a:cs typeface="Arial"/>
              </a:defRPr>
            </a:lvl3pPr>
            <a:lvl4pPr algn="ctr">
              <a:defRPr sz="1650" b="1">
                <a:solidFill>
                  <a:srgbClr val="17324D"/>
                </a:solidFill>
                <a:latin typeface="Arial"/>
                <a:ea typeface="Arial"/>
                <a:cs typeface="Arial"/>
              </a:defRPr>
            </a:lvl4pPr>
            <a:lvl5pPr algn="ctr">
              <a:defRPr sz="1650" b="1">
                <a:solidFill>
                  <a:srgbClr val="17324D"/>
                </a:solidFill>
                <a:latin typeface="Arial"/>
                <a:ea typeface="Arial"/>
                <a:cs typeface="Arial"/>
              </a:defRPr>
            </a:lvl5pPr>
            <a:lvl6pPr algn="ctr">
              <a:defRPr sz="1650" b="1">
                <a:solidFill>
                  <a:srgbClr val="17324D"/>
                </a:solidFill>
                <a:latin typeface="Arial"/>
                <a:ea typeface="Arial"/>
                <a:cs typeface="Arial"/>
              </a:defRPr>
            </a:lvl6pPr>
            <a:lvl7pPr algn="ctr">
              <a:defRPr sz="1650" b="1">
                <a:solidFill>
                  <a:srgbClr val="17324D"/>
                </a:solidFill>
                <a:latin typeface="Arial"/>
                <a:ea typeface="Arial"/>
                <a:cs typeface="Arial"/>
              </a:defRPr>
            </a:lvl7pPr>
            <a:lvl8pPr algn="ctr">
              <a:defRPr sz="1650" b="1">
                <a:solidFill>
                  <a:srgbClr val="17324D"/>
                </a:solidFill>
                <a:latin typeface="Arial"/>
                <a:ea typeface="Arial"/>
                <a:cs typeface="Arial"/>
              </a:defRPr>
            </a:lvl8pPr>
            <a:lvl9pPr algn="ctr">
              <a:defRPr sz="1650" b="1">
                <a:solidFill>
                  <a:srgbClr val="17324D"/>
                </a:solidFill>
                <a:latin typeface="Arial"/>
                <a:ea typeface="Arial"/>
                <a:cs typeface="Arial"/>
              </a:defRPr>
            </a:lvl9pPr>
          </a:lstStyle>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20 épocas · 137,20 s · 100% accuracy de validación</a:t>
            </a:r>
          </a:p>
        </p:txBody>
      </p:sp>
    </p:spTree>
    <p:extLst>
      <p:ext uri="{BB962C8B-B14F-4D97-AF65-F5344CB8AC3E}">
        <p14:creationId xmlns:p14="http://schemas.microsoft.com/office/powerpoint/2010/main" val="4759300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0387EA-686E-4AC6-B449-FCC93EC9BE18}"/>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defRPr sz="3150" b="1">
                <a:solidFill>
                  <a:srgbClr val="17324D"/>
                </a:solidFill>
                <a:latin typeface="Arial"/>
                <a:ea typeface="Arial"/>
                <a:cs typeface="Arial"/>
              </a:defRPr>
            </a:lvl1pPr>
            <a:lvl2pPr algn="l">
              <a:defRPr sz="3150" b="1">
                <a:solidFill>
                  <a:srgbClr val="17324D"/>
                </a:solidFill>
                <a:latin typeface="Arial"/>
                <a:ea typeface="Arial"/>
                <a:cs typeface="Arial"/>
              </a:defRPr>
            </a:lvl2pPr>
            <a:lvl3pPr algn="l">
              <a:defRPr sz="3150" b="1">
                <a:solidFill>
                  <a:srgbClr val="17324D"/>
                </a:solidFill>
                <a:latin typeface="Arial"/>
                <a:ea typeface="Arial"/>
                <a:cs typeface="Arial"/>
              </a:defRPr>
            </a:lvl3pPr>
            <a:lvl4pPr algn="l">
              <a:defRPr sz="3150" b="1">
                <a:solidFill>
                  <a:srgbClr val="17324D"/>
                </a:solidFill>
                <a:latin typeface="Arial"/>
                <a:ea typeface="Arial"/>
                <a:cs typeface="Arial"/>
              </a:defRPr>
            </a:lvl4pPr>
            <a:lvl5pPr algn="l">
              <a:defRPr sz="3150" b="1">
                <a:solidFill>
                  <a:srgbClr val="17324D"/>
                </a:solidFill>
                <a:latin typeface="Arial"/>
                <a:ea typeface="Arial"/>
                <a:cs typeface="Arial"/>
              </a:defRPr>
            </a:lvl5pPr>
            <a:lvl6pPr algn="l">
              <a:defRPr sz="3150" b="1">
                <a:solidFill>
                  <a:srgbClr val="17324D"/>
                </a:solidFill>
                <a:latin typeface="Arial"/>
                <a:ea typeface="Arial"/>
                <a:cs typeface="Arial"/>
              </a:defRPr>
            </a:lvl6pPr>
            <a:lvl7pPr algn="l">
              <a:defRPr sz="3150" b="1">
                <a:solidFill>
                  <a:srgbClr val="17324D"/>
                </a:solidFill>
                <a:latin typeface="Arial"/>
                <a:ea typeface="Arial"/>
                <a:cs typeface="Arial"/>
              </a:defRPr>
            </a:lvl7pPr>
            <a:lvl8pPr algn="l">
              <a:defRPr sz="3150" b="1">
                <a:solidFill>
                  <a:srgbClr val="17324D"/>
                </a:solidFill>
                <a:latin typeface="Arial"/>
                <a:ea typeface="Arial"/>
                <a:cs typeface="Arial"/>
              </a:defRPr>
            </a:lvl8pPr>
            <a:lvl9pPr algn="l">
              <a:defRPr sz="3150" b="1">
                <a:solidFill>
                  <a:srgbClr val="17324D"/>
                </a:solidFill>
                <a:latin typeface="Arial"/>
                <a:ea typeface="Arial"/>
                <a:cs typeface="Arial"/>
              </a:defRPr>
            </a:lvl9pPr>
          </a:lstStyle>
          <a:p xmlns:a="http://schemas.openxmlformats.org/drawingml/2006/main">
            <a:pPr algn="l">
              <a:defRPr sz="3150" b="1">
                <a:solidFill>
                  <a:srgbClr val="17324D"/>
                </a:solidFill>
                <a:latin typeface="Arial"/>
                <a:ea typeface="Arial"/>
                <a:cs typeface="Arial"/>
              </a:defRPr>
            </a:pPr>
            <a:r>
              <a:rPr sz="3150" b="1">
                <a:solidFill>
                  <a:srgbClr val="17324D"/>
                </a:solidFill>
                <a:latin typeface="Arial"/>
                <a:ea typeface="Arial"/>
                <a:cs typeface="Arial"/>
              </a:rPr>
              <a:t>Qué aprende la CNN</a:t>
            </a:r>
          </a:p>
        </p:txBody>
      </p:sp>
      <p:sp>
        <p:nvSpPr>
          <p:cNvPr id="2" name="">
            <a:extLst xmlns:a="http://schemas.openxmlformats.org/drawingml/2006/main">
              <a:ext uri="{FF2B5EF4-FFF2-40B4-BE49-F238E27FC236}">
                <a16:creationId xmlns:a16="http://schemas.microsoft.com/office/drawing/2014/main" id="{CD8F9B49-EE0A-4CC7-9566-21F2DD38953F}"/>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defRPr sz="1200" b="0">
                <a:solidFill>
                  <a:srgbClr val="4E5C68"/>
                </a:solidFill>
                <a:latin typeface="Arial"/>
                <a:ea typeface="Arial"/>
                <a:cs typeface="Arial"/>
              </a:defRPr>
            </a:lvl1pPr>
            <a:lvl2pPr algn="r">
              <a:defRPr sz="1200" b="0">
                <a:solidFill>
                  <a:srgbClr val="4E5C68"/>
                </a:solidFill>
                <a:latin typeface="Arial"/>
                <a:ea typeface="Arial"/>
                <a:cs typeface="Arial"/>
              </a:defRPr>
            </a:lvl2pPr>
            <a:lvl3pPr algn="r">
              <a:defRPr sz="1200" b="0">
                <a:solidFill>
                  <a:srgbClr val="4E5C68"/>
                </a:solidFill>
                <a:latin typeface="Arial"/>
                <a:ea typeface="Arial"/>
                <a:cs typeface="Arial"/>
              </a:defRPr>
            </a:lvl3pPr>
            <a:lvl4pPr algn="r">
              <a:defRPr sz="1200" b="0">
                <a:solidFill>
                  <a:srgbClr val="4E5C68"/>
                </a:solidFill>
                <a:latin typeface="Arial"/>
                <a:ea typeface="Arial"/>
                <a:cs typeface="Arial"/>
              </a:defRPr>
            </a:lvl4pPr>
            <a:lvl5pPr algn="r">
              <a:defRPr sz="1200" b="0">
                <a:solidFill>
                  <a:srgbClr val="4E5C68"/>
                </a:solidFill>
                <a:latin typeface="Arial"/>
                <a:ea typeface="Arial"/>
                <a:cs typeface="Arial"/>
              </a:defRPr>
            </a:lvl5pPr>
            <a:lvl6pPr algn="r">
              <a:defRPr sz="1200" b="0">
                <a:solidFill>
                  <a:srgbClr val="4E5C68"/>
                </a:solidFill>
                <a:latin typeface="Arial"/>
                <a:ea typeface="Arial"/>
                <a:cs typeface="Arial"/>
              </a:defRPr>
            </a:lvl6pPr>
            <a:lvl7pPr algn="r">
              <a:defRPr sz="1200" b="0">
                <a:solidFill>
                  <a:srgbClr val="4E5C68"/>
                </a:solidFill>
                <a:latin typeface="Arial"/>
                <a:ea typeface="Arial"/>
                <a:cs typeface="Arial"/>
              </a:defRPr>
            </a:lvl7pPr>
            <a:lvl8pPr algn="r">
              <a:defRPr sz="1200" b="0">
                <a:solidFill>
                  <a:srgbClr val="4E5C68"/>
                </a:solidFill>
                <a:latin typeface="Arial"/>
                <a:ea typeface="Arial"/>
                <a:cs typeface="Arial"/>
              </a:defRPr>
            </a:lvl8pPr>
            <a:lvl9pPr algn="r">
              <a:defRPr sz="1200" b="0">
                <a:solidFill>
                  <a:srgbClr val="4E5C68"/>
                </a:solidFill>
                <a:latin typeface="Arial"/>
                <a:ea typeface="Arial"/>
                <a:cs typeface="Arial"/>
              </a:defRPr>
            </a:lvl9pPr>
          </a:lstStyle>
          <a:p xmlns:a="http://schemas.openxmlformats.org/drawingml/2006/main">
            <a:pPr algn="r">
              <a:defRPr sz="1200" b="0">
                <a:solidFill>
                  <a:srgbClr val="4E5C68"/>
                </a:solidFill>
                <a:latin typeface="Arial"/>
                <a:ea typeface="Arial"/>
                <a:cs typeface="Arial"/>
              </a:defRPr>
            </a:pPr>
            <a:r>
              <a:rPr sz="1200" b="0">
                <a:solidFill>
                  <a:srgbClr val="4E5C68"/>
                </a:solidFill>
                <a:latin typeface="Arial"/>
                <a:ea typeface="Arial"/>
                <a:cs typeface="Arial"/>
              </a:rPr>
              <a:t>6 / 10</a:t>
            </a:r>
          </a:p>
        </p:txBody>
      </p:sp>
      <p:sp>
        <p:nvSpPr>
          <p:cNvPr id="3" name="">
            <a:extLst xmlns:a="http://schemas.openxmlformats.org/drawingml/2006/main">
              <a:ext uri="{FF2B5EF4-FFF2-40B4-BE49-F238E27FC236}">
                <a16:creationId xmlns:a16="http://schemas.microsoft.com/office/drawing/2014/main" id="{5CA85B7E-0EBC-4ACA-8F0F-4D394DCDB588}"/>
              </a:ext>
            </a:extLst>
          </p:cNvPr>
          <p:cNvSpPr>
            <a:spLocks xmlns:a="http://schemas.openxmlformats.org/drawingml/2006/main" noGrp="1"/>
          </p:cNvSpPr>
          <p:nvPr/>
        </p:nvSpPr>
        <p:spPr>
          <a:xfrm xmlns:a="http://schemas.openxmlformats.org/drawingml/2006/main">
            <a:off x="609600" y="12763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087F8C"/>
                </a:solidFill>
                <a:latin typeface="Arial"/>
                <a:ea typeface="Arial"/>
                <a:cs typeface="Arial"/>
              </a:defRPr>
            </a:defPPr>
            <a:lvl1pPr algn="l">
              <a:defRPr sz="2100" b="1">
                <a:solidFill>
                  <a:srgbClr val="087F8C"/>
                </a:solidFill>
                <a:latin typeface="Arial"/>
                <a:ea typeface="Arial"/>
                <a:cs typeface="Arial"/>
              </a:defRPr>
            </a:lvl1pPr>
            <a:lvl2pPr algn="l">
              <a:defRPr sz="2100" b="1">
                <a:solidFill>
                  <a:srgbClr val="087F8C"/>
                </a:solidFill>
                <a:latin typeface="Arial"/>
                <a:ea typeface="Arial"/>
                <a:cs typeface="Arial"/>
              </a:defRPr>
            </a:lvl2pPr>
            <a:lvl3pPr algn="l">
              <a:defRPr sz="2100" b="1">
                <a:solidFill>
                  <a:srgbClr val="087F8C"/>
                </a:solidFill>
                <a:latin typeface="Arial"/>
                <a:ea typeface="Arial"/>
                <a:cs typeface="Arial"/>
              </a:defRPr>
            </a:lvl3pPr>
            <a:lvl4pPr algn="l">
              <a:defRPr sz="2100" b="1">
                <a:solidFill>
                  <a:srgbClr val="087F8C"/>
                </a:solidFill>
                <a:latin typeface="Arial"/>
                <a:ea typeface="Arial"/>
                <a:cs typeface="Arial"/>
              </a:defRPr>
            </a:lvl4pPr>
            <a:lvl5pPr algn="l">
              <a:defRPr sz="2100" b="1">
                <a:solidFill>
                  <a:srgbClr val="087F8C"/>
                </a:solidFill>
                <a:latin typeface="Arial"/>
                <a:ea typeface="Arial"/>
                <a:cs typeface="Arial"/>
              </a:defRPr>
            </a:lvl5pPr>
            <a:lvl6pPr algn="l">
              <a:defRPr sz="2100" b="1">
                <a:solidFill>
                  <a:srgbClr val="087F8C"/>
                </a:solidFill>
                <a:latin typeface="Arial"/>
                <a:ea typeface="Arial"/>
                <a:cs typeface="Arial"/>
              </a:defRPr>
            </a:lvl6pPr>
            <a:lvl7pPr algn="l">
              <a:defRPr sz="2100" b="1">
                <a:solidFill>
                  <a:srgbClr val="087F8C"/>
                </a:solidFill>
                <a:latin typeface="Arial"/>
                <a:ea typeface="Arial"/>
                <a:cs typeface="Arial"/>
              </a:defRPr>
            </a:lvl7pPr>
            <a:lvl8pPr algn="l">
              <a:defRPr sz="2100" b="1">
                <a:solidFill>
                  <a:srgbClr val="087F8C"/>
                </a:solidFill>
                <a:latin typeface="Arial"/>
                <a:ea typeface="Arial"/>
                <a:cs typeface="Arial"/>
              </a:defRPr>
            </a:lvl8pPr>
            <a:lvl9pPr algn="l">
              <a:defRPr sz="2100" b="1">
                <a:solidFill>
                  <a:srgbClr val="087F8C"/>
                </a:solidFill>
                <a:latin typeface="Arial"/>
                <a:ea typeface="Arial"/>
                <a:cs typeface="Arial"/>
              </a:defRPr>
            </a:lvl9pPr>
          </a:lstStyle>
          <a:p xmlns:a="http://schemas.openxmlformats.org/drawingml/2006/main">
            <a:pPr algn="l">
              <a:defRPr sz="2100" b="1">
                <a:solidFill>
                  <a:srgbClr val="087F8C"/>
                </a:solidFill>
                <a:latin typeface="Arial"/>
                <a:ea typeface="Arial"/>
                <a:cs typeface="Arial"/>
              </a:defRPr>
            </a:pPr>
            <a:r>
              <a:rPr sz="2100" b="1">
                <a:solidFill>
                  <a:srgbClr val="087F8C"/>
                </a:solidFill>
                <a:latin typeface="Arial"/>
                <a:ea typeface="Arial"/>
                <a:cs typeface="Arial"/>
              </a:rPr>
              <a:t>Mapas de características</a:t>
            </a:r>
          </a:p>
        </p:txBody>
      </p:sp>
      <p:sp>
        <p:nvSpPr>
          <p:cNvPr id="4" name="">
            <a:extLst xmlns:a="http://schemas.openxmlformats.org/drawingml/2006/main">
              <a:ext uri="{FF2B5EF4-FFF2-40B4-BE49-F238E27FC236}">
                <a16:creationId xmlns:a16="http://schemas.microsoft.com/office/drawing/2014/main" id="{A6C94CED-9015-4210-B8BB-B01694F86AF6}"/>
              </a:ext>
            </a:extLst>
          </p:cNvPr>
          <p:cNvSpPr>
            <a:spLocks xmlns:a="http://schemas.openxmlformats.org/drawingml/2006/main" noGrp="1"/>
          </p:cNvSpPr>
          <p:nvPr/>
        </p:nvSpPr>
        <p:spPr>
          <a:xfrm xmlns:a="http://schemas.openxmlformats.org/drawingml/2006/main">
            <a:off x="6496050" y="12763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087F8C"/>
                </a:solidFill>
                <a:latin typeface="Arial"/>
                <a:ea typeface="Arial"/>
                <a:cs typeface="Arial"/>
              </a:defRPr>
            </a:defPPr>
            <a:lvl1pPr algn="l">
              <a:defRPr sz="2100" b="1">
                <a:solidFill>
                  <a:srgbClr val="087F8C"/>
                </a:solidFill>
                <a:latin typeface="Arial"/>
                <a:ea typeface="Arial"/>
                <a:cs typeface="Arial"/>
              </a:defRPr>
            </a:lvl1pPr>
            <a:lvl2pPr algn="l">
              <a:defRPr sz="2100" b="1">
                <a:solidFill>
                  <a:srgbClr val="087F8C"/>
                </a:solidFill>
                <a:latin typeface="Arial"/>
                <a:ea typeface="Arial"/>
                <a:cs typeface="Arial"/>
              </a:defRPr>
            </a:lvl2pPr>
            <a:lvl3pPr algn="l">
              <a:defRPr sz="2100" b="1">
                <a:solidFill>
                  <a:srgbClr val="087F8C"/>
                </a:solidFill>
                <a:latin typeface="Arial"/>
                <a:ea typeface="Arial"/>
                <a:cs typeface="Arial"/>
              </a:defRPr>
            </a:lvl3pPr>
            <a:lvl4pPr algn="l">
              <a:defRPr sz="2100" b="1">
                <a:solidFill>
                  <a:srgbClr val="087F8C"/>
                </a:solidFill>
                <a:latin typeface="Arial"/>
                <a:ea typeface="Arial"/>
                <a:cs typeface="Arial"/>
              </a:defRPr>
            </a:lvl4pPr>
            <a:lvl5pPr algn="l">
              <a:defRPr sz="2100" b="1">
                <a:solidFill>
                  <a:srgbClr val="087F8C"/>
                </a:solidFill>
                <a:latin typeface="Arial"/>
                <a:ea typeface="Arial"/>
                <a:cs typeface="Arial"/>
              </a:defRPr>
            </a:lvl5pPr>
            <a:lvl6pPr algn="l">
              <a:defRPr sz="2100" b="1">
                <a:solidFill>
                  <a:srgbClr val="087F8C"/>
                </a:solidFill>
                <a:latin typeface="Arial"/>
                <a:ea typeface="Arial"/>
                <a:cs typeface="Arial"/>
              </a:defRPr>
            </a:lvl6pPr>
            <a:lvl7pPr algn="l">
              <a:defRPr sz="2100" b="1">
                <a:solidFill>
                  <a:srgbClr val="087F8C"/>
                </a:solidFill>
                <a:latin typeface="Arial"/>
                <a:ea typeface="Arial"/>
                <a:cs typeface="Arial"/>
              </a:defRPr>
            </a:lvl7pPr>
            <a:lvl8pPr algn="l">
              <a:defRPr sz="2100" b="1">
                <a:solidFill>
                  <a:srgbClr val="087F8C"/>
                </a:solidFill>
                <a:latin typeface="Arial"/>
                <a:ea typeface="Arial"/>
                <a:cs typeface="Arial"/>
              </a:defRPr>
            </a:lvl8pPr>
            <a:lvl9pPr algn="l">
              <a:defRPr sz="2100" b="1">
                <a:solidFill>
                  <a:srgbClr val="087F8C"/>
                </a:solidFill>
                <a:latin typeface="Arial"/>
                <a:ea typeface="Arial"/>
                <a:cs typeface="Arial"/>
              </a:defRPr>
            </a:lvl9pPr>
          </a:lstStyle>
          <a:p xmlns:a="http://schemas.openxmlformats.org/drawingml/2006/main">
            <a:pPr algn="l">
              <a:defRPr sz="2100" b="1">
                <a:solidFill>
                  <a:srgbClr val="087F8C"/>
                </a:solidFill>
                <a:latin typeface="Arial"/>
                <a:ea typeface="Arial"/>
                <a:cs typeface="Arial"/>
              </a:defRPr>
            </a:pPr>
            <a:r>
              <a:rPr sz="2100" b="1">
                <a:solidFill>
                  <a:srgbClr val="087F8C"/>
                </a:solidFill>
                <a:latin typeface="Arial"/>
                <a:ea typeface="Arial"/>
                <a:cs typeface="Arial"/>
              </a:rPr>
              <a:t>Grad-CAM</a:t>
            </a:r>
          </a:p>
        </p:txBody>
      </p:sp>
      <p:pic>
        <p:nvPicPr>
          <p:cNvPr id="5" name="">
            <a:extLst xmlns:a="http://schemas.openxmlformats.org/drawingml/2006/main">
              <a:ext uri="{FF2B5EF4-FFF2-40B4-BE49-F238E27FC236}">
                <a16:creationId xmlns:a16="http://schemas.microsoft.com/office/drawing/2014/main" id="{91F55574-4A3D-466F-9C9B-276DDC7C7F0C}"/>
              </a:ext>
            </a:extLst>
          </p:cNvPr>
          <p:cNvPicPr>
            <a:picLocks xmlns:a="http://schemas.openxmlformats.org/drawingml/2006/main" noChangeAspect="1"/>
          </p:cNvPicPr>
          <p:nvPr/>
        </p:nvPicPr>
        <p:blipFill>
          <a:blip xmlns:r="http://schemas.openxmlformats.org/officeDocument/2006/relationships" xmlns:a="http://schemas.openxmlformats.org/drawingml/2006/main" r:embed="R33373a4ed9154336"/>
          <a:stretch xmlns:a="http://schemas.openxmlformats.org/drawingml/2006/main"/>
        </p:blipFill>
        <p:spPr>
          <a:xfrm xmlns:a="http://schemas.openxmlformats.org/drawingml/2006/main">
            <a:off x="514350" y="2468052"/>
            <a:ext cx="5524500" cy="2245746"/>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B316451-9640-4C98-BF56-44FF33AD692C}"/>
              </a:ext>
            </a:extLst>
          </p:cNvPr>
          <p:cNvPicPr>
            <a:picLocks xmlns:a="http://schemas.openxmlformats.org/drawingml/2006/main" noChangeAspect="1"/>
          </p:cNvPicPr>
          <p:nvPr/>
        </p:nvPicPr>
        <p:blipFill>
          <a:blip xmlns:r="http://schemas.openxmlformats.org/officeDocument/2006/relationships" xmlns:a="http://schemas.openxmlformats.org/drawingml/2006/main" r:embed="Re1f9994dbfc74583"/>
          <a:stretch xmlns:a="http://schemas.openxmlformats.org/drawingml/2006/main"/>
        </p:blipFill>
        <p:spPr>
          <a:xfrm xmlns:a="http://schemas.openxmlformats.org/drawingml/2006/main">
            <a:off x="8231518" y="1733550"/>
            <a:ext cx="1424914" cy="3714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C44D42C-AB71-4875-82AB-FBF4CE5D1733}"/>
              </a:ext>
            </a:extLst>
          </p:cNvPr>
          <p:cNvSpPr>
            <a:spLocks xmlns:a="http://schemas.openxmlformats.org/drawingml/2006/main" noGrp="1"/>
          </p:cNvSpPr>
          <p:nvPr/>
        </p:nvSpPr>
        <p:spPr>
          <a:xfrm xmlns:a="http://schemas.openxmlformats.org/drawingml/2006/main">
            <a:off x="609600" y="5562600"/>
            <a:ext cx="5191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0">
                <a:solidFill>
                  <a:srgbClr val="263746"/>
                </a:solidFill>
                <a:latin typeface="Arial"/>
                <a:ea typeface="Arial"/>
                <a:cs typeface="Arial"/>
              </a:defRPr>
            </a:defPPr>
            <a:lvl1pPr algn="ctr">
              <a:defRPr sz="1575" b="0">
                <a:solidFill>
                  <a:srgbClr val="263746"/>
                </a:solidFill>
                <a:latin typeface="Arial"/>
                <a:ea typeface="Arial"/>
                <a:cs typeface="Arial"/>
              </a:defRPr>
            </a:lvl1pPr>
            <a:lvl2pPr algn="ctr">
              <a:defRPr sz="1575" b="0">
                <a:solidFill>
                  <a:srgbClr val="263746"/>
                </a:solidFill>
                <a:latin typeface="Arial"/>
                <a:ea typeface="Arial"/>
                <a:cs typeface="Arial"/>
              </a:defRPr>
            </a:lvl2pPr>
            <a:lvl3pPr algn="ctr">
              <a:defRPr sz="1575" b="0">
                <a:solidFill>
                  <a:srgbClr val="263746"/>
                </a:solidFill>
                <a:latin typeface="Arial"/>
                <a:ea typeface="Arial"/>
                <a:cs typeface="Arial"/>
              </a:defRPr>
            </a:lvl3pPr>
            <a:lvl4pPr algn="ctr">
              <a:defRPr sz="1575" b="0">
                <a:solidFill>
                  <a:srgbClr val="263746"/>
                </a:solidFill>
                <a:latin typeface="Arial"/>
                <a:ea typeface="Arial"/>
                <a:cs typeface="Arial"/>
              </a:defRPr>
            </a:lvl4pPr>
            <a:lvl5pPr algn="ctr">
              <a:defRPr sz="1575" b="0">
                <a:solidFill>
                  <a:srgbClr val="263746"/>
                </a:solidFill>
                <a:latin typeface="Arial"/>
                <a:ea typeface="Arial"/>
                <a:cs typeface="Arial"/>
              </a:defRPr>
            </a:lvl5pPr>
            <a:lvl6pPr algn="ctr">
              <a:defRPr sz="1575" b="0">
                <a:solidFill>
                  <a:srgbClr val="263746"/>
                </a:solidFill>
                <a:latin typeface="Arial"/>
                <a:ea typeface="Arial"/>
                <a:cs typeface="Arial"/>
              </a:defRPr>
            </a:lvl6pPr>
            <a:lvl7pPr algn="ctr">
              <a:defRPr sz="1575" b="0">
                <a:solidFill>
                  <a:srgbClr val="263746"/>
                </a:solidFill>
                <a:latin typeface="Arial"/>
                <a:ea typeface="Arial"/>
                <a:cs typeface="Arial"/>
              </a:defRPr>
            </a:lvl7pPr>
            <a:lvl8pPr algn="ctr">
              <a:defRPr sz="1575" b="0">
                <a:solidFill>
                  <a:srgbClr val="263746"/>
                </a:solidFill>
                <a:latin typeface="Arial"/>
                <a:ea typeface="Arial"/>
                <a:cs typeface="Arial"/>
              </a:defRPr>
            </a:lvl8pPr>
            <a:lvl9pPr algn="ctr">
              <a:defRPr sz="1575" b="0">
                <a:solidFill>
                  <a:srgbClr val="263746"/>
                </a:solidFill>
                <a:latin typeface="Arial"/>
                <a:ea typeface="Arial"/>
                <a:cs typeface="Arial"/>
              </a:defRPr>
            </a:lvl9pPr>
          </a:lstStyle>
          <a:p xmlns:a="http://schemas.openxmlformats.org/drawingml/2006/main">
            <a:pPr algn="ctr">
              <a:defRPr sz="1575" b="0">
                <a:solidFill>
                  <a:srgbClr val="263746"/>
                </a:solidFill>
                <a:latin typeface="Arial"/>
                <a:ea typeface="Arial"/>
                <a:cs typeface="Arial"/>
              </a:defRPr>
            </a:pPr>
            <a:r>
              <a:rPr sz="1575" b="0">
                <a:solidFill>
                  <a:srgbClr val="263746"/>
                </a:solidFill>
                <a:latin typeface="Arial"/>
                <a:ea typeface="Arial"/>
                <a:cs typeface="Arial"/>
              </a:rPr>
              <a:t>Capas iniciales: bordes y siluetas. Capas profundas: patrones más abstractos.</a:t>
            </a:r>
          </a:p>
        </p:txBody>
      </p:sp>
      <p:sp>
        <p:nvSpPr>
          <p:cNvPr id="8" name="">
            <a:extLst xmlns:a="http://schemas.openxmlformats.org/drawingml/2006/main">
              <a:ext uri="{FF2B5EF4-FFF2-40B4-BE49-F238E27FC236}">
                <a16:creationId xmlns:a16="http://schemas.microsoft.com/office/drawing/2014/main" id="{E67C1A60-9A92-4287-9AF9-B04B37D6BFF9}"/>
              </a:ext>
            </a:extLst>
          </p:cNvPr>
          <p:cNvSpPr>
            <a:spLocks xmlns:a="http://schemas.openxmlformats.org/drawingml/2006/main" noGrp="1"/>
          </p:cNvSpPr>
          <p:nvPr/>
        </p:nvSpPr>
        <p:spPr>
          <a:xfrm xmlns:a="http://schemas.openxmlformats.org/drawingml/2006/main">
            <a:off x="6477000" y="556260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0">
                <a:solidFill>
                  <a:srgbClr val="263746"/>
                </a:solidFill>
                <a:latin typeface="Arial"/>
                <a:ea typeface="Arial"/>
                <a:cs typeface="Arial"/>
              </a:defRPr>
            </a:defPPr>
            <a:lvl1pPr algn="ctr">
              <a:defRPr sz="1575" b="0">
                <a:solidFill>
                  <a:srgbClr val="263746"/>
                </a:solidFill>
                <a:latin typeface="Arial"/>
                <a:ea typeface="Arial"/>
                <a:cs typeface="Arial"/>
              </a:defRPr>
            </a:lvl1pPr>
            <a:lvl2pPr algn="ctr">
              <a:defRPr sz="1575" b="0">
                <a:solidFill>
                  <a:srgbClr val="263746"/>
                </a:solidFill>
                <a:latin typeface="Arial"/>
                <a:ea typeface="Arial"/>
                <a:cs typeface="Arial"/>
              </a:defRPr>
            </a:lvl2pPr>
            <a:lvl3pPr algn="ctr">
              <a:defRPr sz="1575" b="0">
                <a:solidFill>
                  <a:srgbClr val="263746"/>
                </a:solidFill>
                <a:latin typeface="Arial"/>
                <a:ea typeface="Arial"/>
                <a:cs typeface="Arial"/>
              </a:defRPr>
            </a:lvl3pPr>
            <a:lvl4pPr algn="ctr">
              <a:defRPr sz="1575" b="0">
                <a:solidFill>
                  <a:srgbClr val="263746"/>
                </a:solidFill>
                <a:latin typeface="Arial"/>
                <a:ea typeface="Arial"/>
                <a:cs typeface="Arial"/>
              </a:defRPr>
            </a:lvl4pPr>
            <a:lvl5pPr algn="ctr">
              <a:defRPr sz="1575" b="0">
                <a:solidFill>
                  <a:srgbClr val="263746"/>
                </a:solidFill>
                <a:latin typeface="Arial"/>
                <a:ea typeface="Arial"/>
                <a:cs typeface="Arial"/>
              </a:defRPr>
            </a:lvl5pPr>
            <a:lvl6pPr algn="ctr">
              <a:defRPr sz="1575" b="0">
                <a:solidFill>
                  <a:srgbClr val="263746"/>
                </a:solidFill>
                <a:latin typeface="Arial"/>
                <a:ea typeface="Arial"/>
                <a:cs typeface="Arial"/>
              </a:defRPr>
            </a:lvl6pPr>
            <a:lvl7pPr algn="ctr">
              <a:defRPr sz="1575" b="0">
                <a:solidFill>
                  <a:srgbClr val="263746"/>
                </a:solidFill>
                <a:latin typeface="Arial"/>
                <a:ea typeface="Arial"/>
                <a:cs typeface="Arial"/>
              </a:defRPr>
            </a:lvl7pPr>
            <a:lvl8pPr algn="ctr">
              <a:defRPr sz="1575" b="0">
                <a:solidFill>
                  <a:srgbClr val="263746"/>
                </a:solidFill>
                <a:latin typeface="Arial"/>
                <a:ea typeface="Arial"/>
                <a:cs typeface="Arial"/>
              </a:defRPr>
            </a:lvl8pPr>
            <a:lvl9pPr algn="ctr">
              <a:defRPr sz="1575" b="0">
                <a:solidFill>
                  <a:srgbClr val="263746"/>
                </a:solidFill>
                <a:latin typeface="Arial"/>
                <a:ea typeface="Arial"/>
                <a:cs typeface="Arial"/>
              </a:defRPr>
            </a:lvl9pPr>
          </a:lstStyle>
          <a:p xmlns:a="http://schemas.openxmlformats.org/drawingml/2006/main">
            <a:pPr algn="ctr">
              <a:defRPr sz="1575" b="0">
                <a:solidFill>
                  <a:srgbClr val="263746"/>
                </a:solidFill>
                <a:latin typeface="Arial"/>
                <a:ea typeface="Arial"/>
                <a:cs typeface="Arial"/>
              </a:defRPr>
            </a:pPr>
            <a:r>
              <a:rPr sz="1575" b="0">
                <a:solidFill>
                  <a:srgbClr val="263746"/>
                </a:solidFill>
                <a:latin typeface="Arial"/>
                <a:ea typeface="Arial"/>
                <a:cs typeface="Arial"/>
              </a:rPr>
              <a:t>El calor se concentra principalmente en la mano; es una explicación aproximada.</a:t>
            </a:r>
          </a:p>
        </p:txBody>
      </p:sp>
    </p:spTree>
    <p:extLst>
      <p:ext uri="{BB962C8B-B14F-4D97-AF65-F5344CB8AC3E}">
        <p14:creationId xmlns:p14="http://schemas.microsoft.com/office/powerpoint/2010/main" val="8748496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B0165B2-F367-45C8-9B0C-056676B7CD88}"/>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defRPr sz="3150" b="1">
                <a:solidFill>
                  <a:srgbClr val="17324D"/>
                </a:solidFill>
                <a:latin typeface="Arial"/>
                <a:ea typeface="Arial"/>
                <a:cs typeface="Arial"/>
              </a:defRPr>
            </a:lvl1pPr>
            <a:lvl2pPr algn="l">
              <a:defRPr sz="3150" b="1">
                <a:solidFill>
                  <a:srgbClr val="17324D"/>
                </a:solidFill>
                <a:latin typeface="Arial"/>
                <a:ea typeface="Arial"/>
                <a:cs typeface="Arial"/>
              </a:defRPr>
            </a:lvl2pPr>
            <a:lvl3pPr algn="l">
              <a:defRPr sz="3150" b="1">
                <a:solidFill>
                  <a:srgbClr val="17324D"/>
                </a:solidFill>
                <a:latin typeface="Arial"/>
                <a:ea typeface="Arial"/>
                <a:cs typeface="Arial"/>
              </a:defRPr>
            </a:lvl3pPr>
            <a:lvl4pPr algn="l">
              <a:defRPr sz="3150" b="1">
                <a:solidFill>
                  <a:srgbClr val="17324D"/>
                </a:solidFill>
                <a:latin typeface="Arial"/>
                <a:ea typeface="Arial"/>
                <a:cs typeface="Arial"/>
              </a:defRPr>
            </a:lvl4pPr>
            <a:lvl5pPr algn="l">
              <a:defRPr sz="3150" b="1">
                <a:solidFill>
                  <a:srgbClr val="17324D"/>
                </a:solidFill>
                <a:latin typeface="Arial"/>
                <a:ea typeface="Arial"/>
                <a:cs typeface="Arial"/>
              </a:defRPr>
            </a:lvl5pPr>
            <a:lvl6pPr algn="l">
              <a:defRPr sz="3150" b="1">
                <a:solidFill>
                  <a:srgbClr val="17324D"/>
                </a:solidFill>
                <a:latin typeface="Arial"/>
                <a:ea typeface="Arial"/>
                <a:cs typeface="Arial"/>
              </a:defRPr>
            </a:lvl6pPr>
            <a:lvl7pPr algn="l">
              <a:defRPr sz="3150" b="1">
                <a:solidFill>
                  <a:srgbClr val="17324D"/>
                </a:solidFill>
                <a:latin typeface="Arial"/>
                <a:ea typeface="Arial"/>
                <a:cs typeface="Arial"/>
              </a:defRPr>
            </a:lvl7pPr>
            <a:lvl8pPr algn="l">
              <a:defRPr sz="3150" b="1">
                <a:solidFill>
                  <a:srgbClr val="17324D"/>
                </a:solidFill>
                <a:latin typeface="Arial"/>
                <a:ea typeface="Arial"/>
                <a:cs typeface="Arial"/>
              </a:defRPr>
            </a:lvl8pPr>
            <a:lvl9pPr algn="l">
              <a:defRPr sz="3150" b="1">
                <a:solidFill>
                  <a:srgbClr val="17324D"/>
                </a:solidFill>
                <a:latin typeface="Arial"/>
                <a:ea typeface="Arial"/>
                <a:cs typeface="Arial"/>
              </a:defRPr>
            </a:lvl9pPr>
          </a:lstStyle>
          <a:p xmlns:a="http://schemas.openxmlformats.org/drawingml/2006/main">
            <a:pPr algn="l">
              <a:defRPr sz="3150" b="1">
                <a:solidFill>
                  <a:srgbClr val="17324D"/>
                </a:solidFill>
                <a:latin typeface="Arial"/>
                <a:ea typeface="Arial"/>
                <a:cs typeface="Arial"/>
              </a:defRPr>
            </a:pPr>
            <a:r>
              <a:rPr sz="3150" b="1">
                <a:solidFill>
                  <a:srgbClr val="17324D"/>
                </a:solidFill>
                <a:latin typeface="Arial"/>
                <a:ea typeface="Arial"/>
                <a:cs typeface="Arial"/>
              </a:rPr>
              <a:t>Evaluación final sobre 7.172 imágenes</a:t>
            </a:r>
          </a:p>
        </p:txBody>
      </p:sp>
      <p:sp>
        <p:nvSpPr>
          <p:cNvPr id="2" name="">
            <a:extLst xmlns:a="http://schemas.openxmlformats.org/drawingml/2006/main">
              <a:ext uri="{FF2B5EF4-FFF2-40B4-BE49-F238E27FC236}">
                <a16:creationId xmlns:a16="http://schemas.microsoft.com/office/drawing/2014/main" id="{3FE2173E-C431-4167-B7C1-F43EEFFFD5C8}"/>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defRPr sz="1200" b="0">
                <a:solidFill>
                  <a:srgbClr val="4E5C68"/>
                </a:solidFill>
                <a:latin typeface="Arial"/>
                <a:ea typeface="Arial"/>
                <a:cs typeface="Arial"/>
              </a:defRPr>
            </a:lvl1pPr>
            <a:lvl2pPr algn="r">
              <a:defRPr sz="1200" b="0">
                <a:solidFill>
                  <a:srgbClr val="4E5C68"/>
                </a:solidFill>
                <a:latin typeface="Arial"/>
                <a:ea typeface="Arial"/>
                <a:cs typeface="Arial"/>
              </a:defRPr>
            </a:lvl2pPr>
            <a:lvl3pPr algn="r">
              <a:defRPr sz="1200" b="0">
                <a:solidFill>
                  <a:srgbClr val="4E5C68"/>
                </a:solidFill>
                <a:latin typeface="Arial"/>
                <a:ea typeface="Arial"/>
                <a:cs typeface="Arial"/>
              </a:defRPr>
            </a:lvl3pPr>
            <a:lvl4pPr algn="r">
              <a:defRPr sz="1200" b="0">
                <a:solidFill>
                  <a:srgbClr val="4E5C68"/>
                </a:solidFill>
                <a:latin typeface="Arial"/>
                <a:ea typeface="Arial"/>
                <a:cs typeface="Arial"/>
              </a:defRPr>
            </a:lvl4pPr>
            <a:lvl5pPr algn="r">
              <a:defRPr sz="1200" b="0">
                <a:solidFill>
                  <a:srgbClr val="4E5C68"/>
                </a:solidFill>
                <a:latin typeface="Arial"/>
                <a:ea typeface="Arial"/>
                <a:cs typeface="Arial"/>
              </a:defRPr>
            </a:lvl5pPr>
            <a:lvl6pPr algn="r">
              <a:defRPr sz="1200" b="0">
                <a:solidFill>
                  <a:srgbClr val="4E5C68"/>
                </a:solidFill>
                <a:latin typeface="Arial"/>
                <a:ea typeface="Arial"/>
                <a:cs typeface="Arial"/>
              </a:defRPr>
            </a:lvl6pPr>
            <a:lvl7pPr algn="r">
              <a:defRPr sz="1200" b="0">
                <a:solidFill>
                  <a:srgbClr val="4E5C68"/>
                </a:solidFill>
                <a:latin typeface="Arial"/>
                <a:ea typeface="Arial"/>
                <a:cs typeface="Arial"/>
              </a:defRPr>
            </a:lvl7pPr>
            <a:lvl8pPr algn="r">
              <a:defRPr sz="1200" b="0">
                <a:solidFill>
                  <a:srgbClr val="4E5C68"/>
                </a:solidFill>
                <a:latin typeface="Arial"/>
                <a:ea typeface="Arial"/>
                <a:cs typeface="Arial"/>
              </a:defRPr>
            </a:lvl8pPr>
            <a:lvl9pPr algn="r">
              <a:defRPr sz="1200" b="0">
                <a:solidFill>
                  <a:srgbClr val="4E5C68"/>
                </a:solidFill>
                <a:latin typeface="Arial"/>
                <a:ea typeface="Arial"/>
                <a:cs typeface="Arial"/>
              </a:defRPr>
            </a:lvl9pPr>
          </a:lstStyle>
          <a:p xmlns:a="http://schemas.openxmlformats.org/drawingml/2006/main">
            <a:pPr algn="r">
              <a:defRPr sz="1200" b="0">
                <a:solidFill>
                  <a:srgbClr val="4E5C68"/>
                </a:solidFill>
                <a:latin typeface="Arial"/>
                <a:ea typeface="Arial"/>
                <a:cs typeface="Arial"/>
              </a:defRPr>
            </a:pPr>
            <a:r>
              <a:rPr sz="1200" b="0">
                <a:solidFill>
                  <a:srgbClr val="4E5C68"/>
                </a:solidFill>
                <a:latin typeface="Arial"/>
                <a:ea typeface="Arial"/>
                <a:cs typeface="Arial"/>
              </a:rPr>
              <a:t>7 / 10</a:t>
            </a:r>
          </a:p>
        </p:txBody>
      </p:sp>
      <p:sp>
        <p:nvSpPr>
          <p:cNvPr id="3" name="">
            <a:extLst xmlns:a="http://schemas.openxmlformats.org/drawingml/2006/main">
              <a:ext uri="{FF2B5EF4-FFF2-40B4-BE49-F238E27FC236}">
                <a16:creationId xmlns:a16="http://schemas.microsoft.com/office/drawing/2014/main" id="{1412DDB9-D7E8-4BAD-8032-5578DD3E3378}"/>
              </a:ext>
            </a:extLst>
          </p:cNvPr>
          <p:cNvSpPr>
            <a:spLocks xmlns:a="http://schemas.openxmlformats.org/drawingml/2006/main" noGrp="1"/>
          </p:cNvSpPr>
          <p:nvPr/>
        </p:nvSpPr>
        <p:spPr>
          <a:xfrm xmlns:a="http://schemas.openxmlformats.org/drawingml/2006/main">
            <a:off x="609600" y="152400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defRPr sz="3900" b="1">
                <a:solidFill>
                  <a:srgbClr val="087F8C"/>
                </a:solidFill>
                <a:latin typeface="Arial"/>
                <a:ea typeface="Arial"/>
                <a:cs typeface="Arial"/>
              </a:defRPr>
            </a:lvl1pPr>
            <a:lvl2pPr algn="ctr">
              <a:defRPr sz="3900" b="1">
                <a:solidFill>
                  <a:srgbClr val="087F8C"/>
                </a:solidFill>
                <a:latin typeface="Arial"/>
                <a:ea typeface="Arial"/>
                <a:cs typeface="Arial"/>
              </a:defRPr>
            </a:lvl2pPr>
            <a:lvl3pPr algn="ctr">
              <a:defRPr sz="3900" b="1">
                <a:solidFill>
                  <a:srgbClr val="087F8C"/>
                </a:solidFill>
                <a:latin typeface="Arial"/>
                <a:ea typeface="Arial"/>
                <a:cs typeface="Arial"/>
              </a:defRPr>
            </a:lvl3pPr>
            <a:lvl4pPr algn="ctr">
              <a:defRPr sz="3900" b="1">
                <a:solidFill>
                  <a:srgbClr val="087F8C"/>
                </a:solidFill>
                <a:latin typeface="Arial"/>
                <a:ea typeface="Arial"/>
                <a:cs typeface="Arial"/>
              </a:defRPr>
            </a:lvl4pPr>
            <a:lvl5pPr algn="ctr">
              <a:defRPr sz="3900" b="1">
                <a:solidFill>
                  <a:srgbClr val="087F8C"/>
                </a:solidFill>
                <a:latin typeface="Arial"/>
                <a:ea typeface="Arial"/>
                <a:cs typeface="Arial"/>
              </a:defRPr>
            </a:lvl5pPr>
            <a:lvl6pPr algn="ctr">
              <a:defRPr sz="3900" b="1">
                <a:solidFill>
                  <a:srgbClr val="087F8C"/>
                </a:solidFill>
                <a:latin typeface="Arial"/>
                <a:ea typeface="Arial"/>
                <a:cs typeface="Arial"/>
              </a:defRPr>
            </a:lvl6pPr>
            <a:lvl7pPr algn="ctr">
              <a:defRPr sz="3900" b="1">
                <a:solidFill>
                  <a:srgbClr val="087F8C"/>
                </a:solidFill>
                <a:latin typeface="Arial"/>
                <a:ea typeface="Arial"/>
                <a:cs typeface="Arial"/>
              </a:defRPr>
            </a:lvl7pPr>
            <a:lvl8pPr algn="ctr">
              <a:defRPr sz="3900" b="1">
                <a:solidFill>
                  <a:srgbClr val="087F8C"/>
                </a:solidFill>
                <a:latin typeface="Arial"/>
                <a:ea typeface="Arial"/>
                <a:cs typeface="Arial"/>
              </a:defRPr>
            </a:lvl8pPr>
            <a:lvl9pPr algn="ctr">
              <a:defRPr sz="3900" b="1">
                <a:solidFill>
                  <a:srgbClr val="087F8C"/>
                </a:solidFill>
                <a:latin typeface="Arial"/>
                <a:ea typeface="Arial"/>
                <a:cs typeface="Arial"/>
              </a:defRPr>
            </a:lvl9pPr>
          </a:lstStyle>
          <a:p xmlns:a="http://schemas.openxmlformats.org/drawingml/2006/main">
            <a:pPr algn="ctr">
              <a:defRPr sz="3900" b="1">
                <a:solidFill>
                  <a:srgbClr val="087F8C"/>
                </a:solidFill>
                <a:latin typeface="Arial"/>
                <a:ea typeface="Arial"/>
                <a:cs typeface="Arial"/>
              </a:defRPr>
            </a:pPr>
            <a:r>
              <a:rPr sz="3900" b="1">
                <a:solidFill>
                  <a:srgbClr val="087F8C"/>
                </a:solidFill>
                <a:latin typeface="Arial"/>
                <a:ea typeface="Arial"/>
                <a:cs typeface="Arial"/>
              </a:rPr>
              <a:t>98,03%</a:t>
            </a:r>
          </a:p>
        </p:txBody>
      </p:sp>
      <p:sp>
        <p:nvSpPr>
          <p:cNvPr id="4" name="">
            <a:extLst xmlns:a="http://schemas.openxmlformats.org/drawingml/2006/main">
              <a:ext uri="{FF2B5EF4-FFF2-40B4-BE49-F238E27FC236}">
                <a16:creationId xmlns:a16="http://schemas.microsoft.com/office/drawing/2014/main" id="{C6590406-D1D6-480A-8022-AEBF12B4F8D6}"/>
              </a:ext>
            </a:extLst>
          </p:cNvPr>
          <p:cNvSpPr>
            <a:spLocks xmlns:a="http://schemas.openxmlformats.org/drawingml/2006/main" noGrp="1"/>
          </p:cNvSpPr>
          <p:nvPr/>
        </p:nvSpPr>
        <p:spPr>
          <a:xfrm xmlns:a="http://schemas.openxmlformats.org/drawingml/2006/main">
            <a:off x="609600" y="21812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defRPr sz="1500" b="0">
                <a:solidFill>
                  <a:srgbClr val="17324D"/>
                </a:solidFill>
                <a:latin typeface="Arial"/>
                <a:ea typeface="Arial"/>
                <a:cs typeface="Arial"/>
              </a:defRPr>
            </a:lvl1pPr>
            <a:lvl2pPr algn="ctr">
              <a:defRPr sz="1500" b="0">
                <a:solidFill>
                  <a:srgbClr val="17324D"/>
                </a:solidFill>
                <a:latin typeface="Arial"/>
                <a:ea typeface="Arial"/>
                <a:cs typeface="Arial"/>
              </a:defRPr>
            </a:lvl2pPr>
            <a:lvl3pPr algn="ctr">
              <a:defRPr sz="1500" b="0">
                <a:solidFill>
                  <a:srgbClr val="17324D"/>
                </a:solidFill>
                <a:latin typeface="Arial"/>
                <a:ea typeface="Arial"/>
                <a:cs typeface="Arial"/>
              </a:defRPr>
            </a:lvl3pPr>
            <a:lvl4pPr algn="ctr">
              <a:defRPr sz="1500" b="0">
                <a:solidFill>
                  <a:srgbClr val="17324D"/>
                </a:solidFill>
                <a:latin typeface="Arial"/>
                <a:ea typeface="Arial"/>
                <a:cs typeface="Arial"/>
              </a:defRPr>
            </a:lvl4pPr>
            <a:lvl5pPr algn="ctr">
              <a:defRPr sz="1500" b="0">
                <a:solidFill>
                  <a:srgbClr val="17324D"/>
                </a:solidFill>
                <a:latin typeface="Arial"/>
                <a:ea typeface="Arial"/>
                <a:cs typeface="Arial"/>
              </a:defRPr>
            </a:lvl5pPr>
            <a:lvl6pPr algn="ctr">
              <a:defRPr sz="1500" b="0">
                <a:solidFill>
                  <a:srgbClr val="17324D"/>
                </a:solidFill>
                <a:latin typeface="Arial"/>
                <a:ea typeface="Arial"/>
                <a:cs typeface="Arial"/>
              </a:defRPr>
            </a:lvl6pPr>
            <a:lvl7pPr algn="ctr">
              <a:defRPr sz="1500" b="0">
                <a:solidFill>
                  <a:srgbClr val="17324D"/>
                </a:solidFill>
                <a:latin typeface="Arial"/>
                <a:ea typeface="Arial"/>
                <a:cs typeface="Arial"/>
              </a:defRPr>
            </a:lvl7pPr>
            <a:lvl8pPr algn="ctr">
              <a:defRPr sz="1500" b="0">
                <a:solidFill>
                  <a:srgbClr val="17324D"/>
                </a:solidFill>
                <a:latin typeface="Arial"/>
                <a:ea typeface="Arial"/>
                <a:cs typeface="Arial"/>
              </a:defRPr>
            </a:lvl8pPr>
            <a:lvl9pPr algn="ctr">
              <a:defRPr sz="1500" b="0">
                <a:solidFill>
                  <a:srgbClr val="17324D"/>
                </a:solidFill>
                <a:latin typeface="Arial"/>
                <a:ea typeface="Arial"/>
                <a:cs typeface="Arial"/>
              </a:defRPr>
            </a:lvl9pPr>
          </a:lstStyle>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Accuracy test</a:t>
            </a:r>
          </a:p>
        </p:txBody>
      </p:sp>
      <p:sp>
        <p:nvSpPr>
          <p:cNvPr id="5" name="">
            <a:extLst xmlns:a="http://schemas.openxmlformats.org/drawingml/2006/main">
              <a:ext uri="{FF2B5EF4-FFF2-40B4-BE49-F238E27FC236}">
                <a16:creationId xmlns:a16="http://schemas.microsoft.com/office/drawing/2014/main" id="{1E9B5DD3-96BB-4A34-BCC4-511DA0C2D03F}"/>
              </a:ext>
            </a:extLst>
          </p:cNvPr>
          <p:cNvSpPr>
            <a:spLocks xmlns:a="http://schemas.openxmlformats.org/drawingml/2006/main" noGrp="1"/>
          </p:cNvSpPr>
          <p:nvPr/>
        </p:nvSpPr>
        <p:spPr>
          <a:xfrm xmlns:a="http://schemas.openxmlformats.org/drawingml/2006/main">
            <a:off x="609600" y="2905125"/>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defRPr sz="3900" b="1">
                <a:solidFill>
                  <a:srgbClr val="17324D"/>
                </a:solidFill>
                <a:latin typeface="Arial"/>
                <a:ea typeface="Arial"/>
                <a:cs typeface="Arial"/>
              </a:defRPr>
            </a:lvl1pPr>
            <a:lvl2pPr algn="ctr">
              <a:defRPr sz="3900" b="1">
                <a:solidFill>
                  <a:srgbClr val="17324D"/>
                </a:solidFill>
                <a:latin typeface="Arial"/>
                <a:ea typeface="Arial"/>
                <a:cs typeface="Arial"/>
              </a:defRPr>
            </a:lvl2pPr>
            <a:lvl3pPr algn="ctr">
              <a:defRPr sz="3900" b="1">
                <a:solidFill>
                  <a:srgbClr val="17324D"/>
                </a:solidFill>
                <a:latin typeface="Arial"/>
                <a:ea typeface="Arial"/>
                <a:cs typeface="Arial"/>
              </a:defRPr>
            </a:lvl3pPr>
            <a:lvl4pPr algn="ctr">
              <a:defRPr sz="3900" b="1">
                <a:solidFill>
                  <a:srgbClr val="17324D"/>
                </a:solidFill>
                <a:latin typeface="Arial"/>
                <a:ea typeface="Arial"/>
                <a:cs typeface="Arial"/>
              </a:defRPr>
            </a:lvl4pPr>
            <a:lvl5pPr algn="ctr">
              <a:defRPr sz="3900" b="1">
                <a:solidFill>
                  <a:srgbClr val="17324D"/>
                </a:solidFill>
                <a:latin typeface="Arial"/>
                <a:ea typeface="Arial"/>
                <a:cs typeface="Arial"/>
              </a:defRPr>
            </a:lvl5pPr>
            <a:lvl6pPr algn="ctr">
              <a:defRPr sz="3900" b="1">
                <a:solidFill>
                  <a:srgbClr val="17324D"/>
                </a:solidFill>
                <a:latin typeface="Arial"/>
                <a:ea typeface="Arial"/>
                <a:cs typeface="Arial"/>
              </a:defRPr>
            </a:lvl6pPr>
            <a:lvl7pPr algn="ctr">
              <a:defRPr sz="3900" b="1">
                <a:solidFill>
                  <a:srgbClr val="17324D"/>
                </a:solidFill>
                <a:latin typeface="Arial"/>
                <a:ea typeface="Arial"/>
                <a:cs typeface="Arial"/>
              </a:defRPr>
            </a:lvl7pPr>
            <a:lvl8pPr algn="ctr">
              <a:defRPr sz="3900" b="1">
                <a:solidFill>
                  <a:srgbClr val="17324D"/>
                </a:solidFill>
                <a:latin typeface="Arial"/>
                <a:ea typeface="Arial"/>
                <a:cs typeface="Arial"/>
              </a:defRPr>
            </a:lvl8pPr>
            <a:lvl9pPr algn="ctr">
              <a:defRPr sz="3900" b="1">
                <a:solidFill>
                  <a:srgbClr val="17324D"/>
                </a:solidFill>
                <a:latin typeface="Arial"/>
                <a:ea typeface="Arial"/>
                <a:cs typeface="Arial"/>
              </a:defRPr>
            </a:lvl9pPr>
          </a:lstStyle>
          <a:p xmlns:a="http://schemas.openxmlformats.org/drawingml/2006/main">
            <a:pPr algn="ctr">
              <a:defRPr sz="3900" b="1">
                <a:solidFill>
                  <a:srgbClr val="17324D"/>
                </a:solidFill>
                <a:latin typeface="Arial"/>
                <a:ea typeface="Arial"/>
                <a:cs typeface="Arial"/>
              </a:defRPr>
            </a:pPr>
            <a:r>
              <a:rPr sz="3900" b="1">
                <a:solidFill>
                  <a:srgbClr val="17324D"/>
                </a:solidFill>
                <a:latin typeface="Arial"/>
                <a:ea typeface="Arial"/>
                <a:cs typeface="Arial"/>
              </a:rPr>
              <a:t>0,9804</a:t>
            </a:r>
          </a:p>
        </p:txBody>
      </p:sp>
      <p:sp>
        <p:nvSpPr>
          <p:cNvPr id="6" name="">
            <a:extLst xmlns:a="http://schemas.openxmlformats.org/drawingml/2006/main">
              <a:ext uri="{FF2B5EF4-FFF2-40B4-BE49-F238E27FC236}">
                <a16:creationId xmlns:a16="http://schemas.microsoft.com/office/drawing/2014/main" id="{AB61F322-2C2C-4AF2-BA3C-2A71F46DA685}"/>
              </a:ext>
            </a:extLst>
          </p:cNvPr>
          <p:cNvSpPr>
            <a:spLocks xmlns:a="http://schemas.openxmlformats.org/drawingml/2006/main" noGrp="1"/>
          </p:cNvSpPr>
          <p:nvPr/>
        </p:nvSpPr>
        <p:spPr>
          <a:xfrm xmlns:a="http://schemas.openxmlformats.org/drawingml/2006/main">
            <a:off x="609600" y="3562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defRPr sz="1500" b="0">
                <a:solidFill>
                  <a:srgbClr val="17324D"/>
                </a:solidFill>
                <a:latin typeface="Arial"/>
                <a:ea typeface="Arial"/>
                <a:cs typeface="Arial"/>
              </a:defRPr>
            </a:lvl1pPr>
            <a:lvl2pPr algn="ctr">
              <a:defRPr sz="1500" b="0">
                <a:solidFill>
                  <a:srgbClr val="17324D"/>
                </a:solidFill>
                <a:latin typeface="Arial"/>
                <a:ea typeface="Arial"/>
                <a:cs typeface="Arial"/>
              </a:defRPr>
            </a:lvl2pPr>
            <a:lvl3pPr algn="ctr">
              <a:defRPr sz="1500" b="0">
                <a:solidFill>
                  <a:srgbClr val="17324D"/>
                </a:solidFill>
                <a:latin typeface="Arial"/>
                <a:ea typeface="Arial"/>
                <a:cs typeface="Arial"/>
              </a:defRPr>
            </a:lvl3pPr>
            <a:lvl4pPr algn="ctr">
              <a:defRPr sz="1500" b="0">
                <a:solidFill>
                  <a:srgbClr val="17324D"/>
                </a:solidFill>
                <a:latin typeface="Arial"/>
                <a:ea typeface="Arial"/>
                <a:cs typeface="Arial"/>
              </a:defRPr>
            </a:lvl4pPr>
            <a:lvl5pPr algn="ctr">
              <a:defRPr sz="1500" b="0">
                <a:solidFill>
                  <a:srgbClr val="17324D"/>
                </a:solidFill>
                <a:latin typeface="Arial"/>
                <a:ea typeface="Arial"/>
                <a:cs typeface="Arial"/>
              </a:defRPr>
            </a:lvl5pPr>
            <a:lvl6pPr algn="ctr">
              <a:defRPr sz="1500" b="0">
                <a:solidFill>
                  <a:srgbClr val="17324D"/>
                </a:solidFill>
                <a:latin typeface="Arial"/>
                <a:ea typeface="Arial"/>
                <a:cs typeface="Arial"/>
              </a:defRPr>
            </a:lvl6pPr>
            <a:lvl7pPr algn="ctr">
              <a:defRPr sz="1500" b="0">
                <a:solidFill>
                  <a:srgbClr val="17324D"/>
                </a:solidFill>
                <a:latin typeface="Arial"/>
                <a:ea typeface="Arial"/>
                <a:cs typeface="Arial"/>
              </a:defRPr>
            </a:lvl7pPr>
            <a:lvl8pPr algn="ctr">
              <a:defRPr sz="1500" b="0">
                <a:solidFill>
                  <a:srgbClr val="17324D"/>
                </a:solidFill>
                <a:latin typeface="Arial"/>
                <a:ea typeface="Arial"/>
                <a:cs typeface="Arial"/>
              </a:defRPr>
            </a:lvl8pPr>
            <a:lvl9pPr algn="ctr">
              <a:defRPr sz="1500" b="0">
                <a:solidFill>
                  <a:srgbClr val="17324D"/>
                </a:solidFill>
                <a:latin typeface="Arial"/>
                <a:ea typeface="Arial"/>
                <a:cs typeface="Arial"/>
              </a:defRPr>
            </a:lvl9pPr>
          </a:lstStyle>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Precisión macro</a:t>
            </a:r>
          </a:p>
        </p:txBody>
      </p:sp>
      <p:sp>
        <p:nvSpPr>
          <p:cNvPr id="7" name="">
            <a:extLst xmlns:a="http://schemas.openxmlformats.org/drawingml/2006/main">
              <a:ext uri="{FF2B5EF4-FFF2-40B4-BE49-F238E27FC236}">
                <a16:creationId xmlns:a16="http://schemas.microsoft.com/office/drawing/2014/main" id="{FB88FB0D-9937-469A-8809-3203936D24F7}"/>
              </a:ext>
            </a:extLst>
          </p:cNvPr>
          <p:cNvSpPr>
            <a:spLocks xmlns:a="http://schemas.openxmlformats.org/drawingml/2006/main" noGrp="1"/>
          </p:cNvSpPr>
          <p:nvPr/>
        </p:nvSpPr>
        <p:spPr>
          <a:xfrm xmlns:a="http://schemas.openxmlformats.org/drawingml/2006/main">
            <a:off x="609600" y="42862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defRPr sz="3900" b="1">
                <a:solidFill>
                  <a:srgbClr val="17324D"/>
                </a:solidFill>
                <a:latin typeface="Arial"/>
                <a:ea typeface="Arial"/>
                <a:cs typeface="Arial"/>
              </a:defRPr>
            </a:lvl1pPr>
            <a:lvl2pPr algn="ctr">
              <a:defRPr sz="3900" b="1">
                <a:solidFill>
                  <a:srgbClr val="17324D"/>
                </a:solidFill>
                <a:latin typeface="Arial"/>
                <a:ea typeface="Arial"/>
                <a:cs typeface="Arial"/>
              </a:defRPr>
            </a:lvl2pPr>
            <a:lvl3pPr algn="ctr">
              <a:defRPr sz="3900" b="1">
                <a:solidFill>
                  <a:srgbClr val="17324D"/>
                </a:solidFill>
                <a:latin typeface="Arial"/>
                <a:ea typeface="Arial"/>
                <a:cs typeface="Arial"/>
              </a:defRPr>
            </a:lvl3pPr>
            <a:lvl4pPr algn="ctr">
              <a:defRPr sz="3900" b="1">
                <a:solidFill>
                  <a:srgbClr val="17324D"/>
                </a:solidFill>
                <a:latin typeface="Arial"/>
                <a:ea typeface="Arial"/>
                <a:cs typeface="Arial"/>
              </a:defRPr>
            </a:lvl4pPr>
            <a:lvl5pPr algn="ctr">
              <a:defRPr sz="3900" b="1">
                <a:solidFill>
                  <a:srgbClr val="17324D"/>
                </a:solidFill>
                <a:latin typeface="Arial"/>
                <a:ea typeface="Arial"/>
                <a:cs typeface="Arial"/>
              </a:defRPr>
            </a:lvl5pPr>
            <a:lvl6pPr algn="ctr">
              <a:defRPr sz="3900" b="1">
                <a:solidFill>
                  <a:srgbClr val="17324D"/>
                </a:solidFill>
                <a:latin typeface="Arial"/>
                <a:ea typeface="Arial"/>
                <a:cs typeface="Arial"/>
              </a:defRPr>
            </a:lvl6pPr>
            <a:lvl7pPr algn="ctr">
              <a:defRPr sz="3900" b="1">
                <a:solidFill>
                  <a:srgbClr val="17324D"/>
                </a:solidFill>
                <a:latin typeface="Arial"/>
                <a:ea typeface="Arial"/>
                <a:cs typeface="Arial"/>
              </a:defRPr>
            </a:lvl7pPr>
            <a:lvl8pPr algn="ctr">
              <a:defRPr sz="3900" b="1">
                <a:solidFill>
                  <a:srgbClr val="17324D"/>
                </a:solidFill>
                <a:latin typeface="Arial"/>
                <a:ea typeface="Arial"/>
                <a:cs typeface="Arial"/>
              </a:defRPr>
            </a:lvl8pPr>
            <a:lvl9pPr algn="ctr">
              <a:defRPr sz="3900" b="1">
                <a:solidFill>
                  <a:srgbClr val="17324D"/>
                </a:solidFill>
                <a:latin typeface="Arial"/>
                <a:ea typeface="Arial"/>
                <a:cs typeface="Arial"/>
              </a:defRPr>
            </a:lvl9pPr>
          </a:lstStyle>
          <a:p xmlns:a="http://schemas.openxmlformats.org/drawingml/2006/main">
            <a:pPr algn="ctr">
              <a:defRPr sz="3900" b="1">
                <a:solidFill>
                  <a:srgbClr val="17324D"/>
                </a:solidFill>
                <a:latin typeface="Arial"/>
                <a:ea typeface="Arial"/>
                <a:cs typeface="Arial"/>
              </a:defRPr>
            </a:pPr>
            <a:r>
              <a:rPr sz="3900" b="1">
                <a:solidFill>
                  <a:srgbClr val="17324D"/>
                </a:solidFill>
                <a:latin typeface="Arial"/>
                <a:ea typeface="Arial"/>
                <a:cs typeface="Arial"/>
              </a:rPr>
              <a:t>0,9773</a:t>
            </a:r>
          </a:p>
        </p:txBody>
      </p:sp>
      <p:sp>
        <p:nvSpPr>
          <p:cNvPr id="8" name="">
            <a:extLst xmlns:a="http://schemas.openxmlformats.org/drawingml/2006/main">
              <a:ext uri="{FF2B5EF4-FFF2-40B4-BE49-F238E27FC236}">
                <a16:creationId xmlns:a16="http://schemas.microsoft.com/office/drawing/2014/main" id="{42878C6C-9404-42A5-A58C-0F2BC8FB0A45}"/>
              </a:ext>
            </a:extLst>
          </p:cNvPr>
          <p:cNvSpPr>
            <a:spLocks xmlns:a="http://schemas.openxmlformats.org/drawingml/2006/main" noGrp="1"/>
          </p:cNvSpPr>
          <p:nvPr/>
        </p:nvSpPr>
        <p:spPr>
          <a:xfrm xmlns:a="http://schemas.openxmlformats.org/drawingml/2006/main">
            <a:off x="609600" y="49434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defRPr sz="1500" b="0">
                <a:solidFill>
                  <a:srgbClr val="17324D"/>
                </a:solidFill>
                <a:latin typeface="Arial"/>
                <a:ea typeface="Arial"/>
                <a:cs typeface="Arial"/>
              </a:defRPr>
            </a:lvl1pPr>
            <a:lvl2pPr algn="ctr">
              <a:defRPr sz="1500" b="0">
                <a:solidFill>
                  <a:srgbClr val="17324D"/>
                </a:solidFill>
                <a:latin typeface="Arial"/>
                <a:ea typeface="Arial"/>
                <a:cs typeface="Arial"/>
              </a:defRPr>
            </a:lvl2pPr>
            <a:lvl3pPr algn="ctr">
              <a:defRPr sz="1500" b="0">
                <a:solidFill>
                  <a:srgbClr val="17324D"/>
                </a:solidFill>
                <a:latin typeface="Arial"/>
                <a:ea typeface="Arial"/>
                <a:cs typeface="Arial"/>
              </a:defRPr>
            </a:lvl3pPr>
            <a:lvl4pPr algn="ctr">
              <a:defRPr sz="1500" b="0">
                <a:solidFill>
                  <a:srgbClr val="17324D"/>
                </a:solidFill>
                <a:latin typeface="Arial"/>
                <a:ea typeface="Arial"/>
                <a:cs typeface="Arial"/>
              </a:defRPr>
            </a:lvl4pPr>
            <a:lvl5pPr algn="ctr">
              <a:defRPr sz="1500" b="0">
                <a:solidFill>
                  <a:srgbClr val="17324D"/>
                </a:solidFill>
                <a:latin typeface="Arial"/>
                <a:ea typeface="Arial"/>
                <a:cs typeface="Arial"/>
              </a:defRPr>
            </a:lvl5pPr>
            <a:lvl6pPr algn="ctr">
              <a:defRPr sz="1500" b="0">
                <a:solidFill>
                  <a:srgbClr val="17324D"/>
                </a:solidFill>
                <a:latin typeface="Arial"/>
                <a:ea typeface="Arial"/>
                <a:cs typeface="Arial"/>
              </a:defRPr>
            </a:lvl6pPr>
            <a:lvl7pPr algn="ctr">
              <a:defRPr sz="1500" b="0">
                <a:solidFill>
                  <a:srgbClr val="17324D"/>
                </a:solidFill>
                <a:latin typeface="Arial"/>
                <a:ea typeface="Arial"/>
                <a:cs typeface="Arial"/>
              </a:defRPr>
            </a:lvl7pPr>
            <a:lvl8pPr algn="ctr">
              <a:defRPr sz="1500" b="0">
                <a:solidFill>
                  <a:srgbClr val="17324D"/>
                </a:solidFill>
                <a:latin typeface="Arial"/>
                <a:ea typeface="Arial"/>
                <a:cs typeface="Arial"/>
              </a:defRPr>
            </a:lvl8pPr>
            <a:lvl9pPr algn="ctr">
              <a:defRPr sz="1500" b="0">
                <a:solidFill>
                  <a:srgbClr val="17324D"/>
                </a:solidFill>
                <a:latin typeface="Arial"/>
                <a:ea typeface="Arial"/>
                <a:cs typeface="Arial"/>
              </a:defRPr>
            </a:lvl9pPr>
          </a:lstStyle>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Recall macro</a:t>
            </a:r>
          </a:p>
        </p:txBody>
      </p:sp>
      <p:sp>
        <p:nvSpPr>
          <p:cNvPr id="9" name="">
            <a:extLst xmlns:a="http://schemas.openxmlformats.org/drawingml/2006/main">
              <a:ext uri="{FF2B5EF4-FFF2-40B4-BE49-F238E27FC236}">
                <a16:creationId xmlns:a16="http://schemas.microsoft.com/office/drawing/2014/main" id="{1A0FB7D0-85E4-4BE3-8C1D-21932AE42B56}"/>
              </a:ext>
            </a:extLst>
          </p:cNvPr>
          <p:cNvSpPr>
            <a:spLocks xmlns:a="http://schemas.openxmlformats.org/drawingml/2006/main" noGrp="1"/>
          </p:cNvSpPr>
          <p:nvPr/>
        </p:nvSpPr>
        <p:spPr>
          <a:xfrm xmlns:a="http://schemas.openxmlformats.org/drawingml/2006/main">
            <a:off x="609600" y="5476875"/>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defRPr sz="3900" b="1">
                <a:solidFill>
                  <a:srgbClr val="087F8C"/>
                </a:solidFill>
                <a:latin typeface="Arial"/>
                <a:ea typeface="Arial"/>
                <a:cs typeface="Arial"/>
              </a:defRPr>
            </a:lvl1pPr>
            <a:lvl2pPr algn="ctr">
              <a:defRPr sz="3900" b="1">
                <a:solidFill>
                  <a:srgbClr val="087F8C"/>
                </a:solidFill>
                <a:latin typeface="Arial"/>
                <a:ea typeface="Arial"/>
                <a:cs typeface="Arial"/>
              </a:defRPr>
            </a:lvl2pPr>
            <a:lvl3pPr algn="ctr">
              <a:defRPr sz="3900" b="1">
                <a:solidFill>
                  <a:srgbClr val="087F8C"/>
                </a:solidFill>
                <a:latin typeface="Arial"/>
                <a:ea typeface="Arial"/>
                <a:cs typeface="Arial"/>
              </a:defRPr>
            </a:lvl3pPr>
            <a:lvl4pPr algn="ctr">
              <a:defRPr sz="3900" b="1">
                <a:solidFill>
                  <a:srgbClr val="087F8C"/>
                </a:solidFill>
                <a:latin typeface="Arial"/>
                <a:ea typeface="Arial"/>
                <a:cs typeface="Arial"/>
              </a:defRPr>
            </a:lvl4pPr>
            <a:lvl5pPr algn="ctr">
              <a:defRPr sz="3900" b="1">
                <a:solidFill>
                  <a:srgbClr val="087F8C"/>
                </a:solidFill>
                <a:latin typeface="Arial"/>
                <a:ea typeface="Arial"/>
                <a:cs typeface="Arial"/>
              </a:defRPr>
            </a:lvl5pPr>
            <a:lvl6pPr algn="ctr">
              <a:defRPr sz="3900" b="1">
                <a:solidFill>
                  <a:srgbClr val="087F8C"/>
                </a:solidFill>
                <a:latin typeface="Arial"/>
                <a:ea typeface="Arial"/>
                <a:cs typeface="Arial"/>
              </a:defRPr>
            </a:lvl6pPr>
            <a:lvl7pPr algn="ctr">
              <a:defRPr sz="3900" b="1">
                <a:solidFill>
                  <a:srgbClr val="087F8C"/>
                </a:solidFill>
                <a:latin typeface="Arial"/>
                <a:ea typeface="Arial"/>
                <a:cs typeface="Arial"/>
              </a:defRPr>
            </a:lvl7pPr>
            <a:lvl8pPr algn="ctr">
              <a:defRPr sz="3900" b="1">
                <a:solidFill>
                  <a:srgbClr val="087F8C"/>
                </a:solidFill>
                <a:latin typeface="Arial"/>
                <a:ea typeface="Arial"/>
                <a:cs typeface="Arial"/>
              </a:defRPr>
            </a:lvl8pPr>
            <a:lvl9pPr algn="ctr">
              <a:defRPr sz="3900" b="1">
                <a:solidFill>
                  <a:srgbClr val="087F8C"/>
                </a:solidFill>
                <a:latin typeface="Arial"/>
                <a:ea typeface="Arial"/>
                <a:cs typeface="Arial"/>
              </a:defRPr>
            </a:lvl9pPr>
          </a:lstStyle>
          <a:p xmlns:a="http://schemas.openxmlformats.org/drawingml/2006/main">
            <a:pPr algn="ctr">
              <a:defRPr sz="3900" b="1">
                <a:solidFill>
                  <a:srgbClr val="087F8C"/>
                </a:solidFill>
                <a:latin typeface="Arial"/>
                <a:ea typeface="Arial"/>
                <a:cs typeface="Arial"/>
              </a:defRPr>
            </a:pPr>
            <a:r>
              <a:rPr sz="3900" b="1">
                <a:solidFill>
                  <a:srgbClr val="087F8C"/>
                </a:solidFill>
                <a:latin typeface="Arial"/>
                <a:ea typeface="Arial"/>
                <a:cs typeface="Arial"/>
              </a:rPr>
              <a:t>0,9786</a:t>
            </a:r>
          </a:p>
        </p:txBody>
      </p:sp>
      <p:sp>
        <p:nvSpPr>
          <p:cNvPr id="10" name="">
            <a:extLst xmlns:a="http://schemas.openxmlformats.org/drawingml/2006/main">
              <a:ext uri="{FF2B5EF4-FFF2-40B4-BE49-F238E27FC236}">
                <a16:creationId xmlns:a16="http://schemas.microsoft.com/office/drawing/2014/main" id="{1B14D726-BB77-440B-A353-E91F60B75669}"/>
              </a:ext>
            </a:extLst>
          </p:cNvPr>
          <p:cNvSpPr>
            <a:spLocks xmlns:a="http://schemas.openxmlformats.org/drawingml/2006/main" noGrp="1"/>
          </p:cNvSpPr>
          <p:nvPr/>
        </p:nvSpPr>
        <p:spPr>
          <a:xfrm xmlns:a="http://schemas.openxmlformats.org/drawingml/2006/main">
            <a:off x="609600" y="6134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defRPr sz="1500" b="0">
                <a:solidFill>
                  <a:srgbClr val="17324D"/>
                </a:solidFill>
                <a:latin typeface="Arial"/>
                <a:ea typeface="Arial"/>
                <a:cs typeface="Arial"/>
              </a:defRPr>
            </a:lvl1pPr>
            <a:lvl2pPr algn="ctr">
              <a:defRPr sz="1500" b="0">
                <a:solidFill>
                  <a:srgbClr val="17324D"/>
                </a:solidFill>
                <a:latin typeface="Arial"/>
                <a:ea typeface="Arial"/>
                <a:cs typeface="Arial"/>
              </a:defRPr>
            </a:lvl2pPr>
            <a:lvl3pPr algn="ctr">
              <a:defRPr sz="1500" b="0">
                <a:solidFill>
                  <a:srgbClr val="17324D"/>
                </a:solidFill>
                <a:latin typeface="Arial"/>
                <a:ea typeface="Arial"/>
                <a:cs typeface="Arial"/>
              </a:defRPr>
            </a:lvl3pPr>
            <a:lvl4pPr algn="ctr">
              <a:defRPr sz="1500" b="0">
                <a:solidFill>
                  <a:srgbClr val="17324D"/>
                </a:solidFill>
                <a:latin typeface="Arial"/>
                <a:ea typeface="Arial"/>
                <a:cs typeface="Arial"/>
              </a:defRPr>
            </a:lvl4pPr>
            <a:lvl5pPr algn="ctr">
              <a:defRPr sz="1500" b="0">
                <a:solidFill>
                  <a:srgbClr val="17324D"/>
                </a:solidFill>
                <a:latin typeface="Arial"/>
                <a:ea typeface="Arial"/>
                <a:cs typeface="Arial"/>
              </a:defRPr>
            </a:lvl5pPr>
            <a:lvl6pPr algn="ctr">
              <a:defRPr sz="1500" b="0">
                <a:solidFill>
                  <a:srgbClr val="17324D"/>
                </a:solidFill>
                <a:latin typeface="Arial"/>
                <a:ea typeface="Arial"/>
                <a:cs typeface="Arial"/>
              </a:defRPr>
            </a:lvl6pPr>
            <a:lvl7pPr algn="ctr">
              <a:defRPr sz="1500" b="0">
                <a:solidFill>
                  <a:srgbClr val="17324D"/>
                </a:solidFill>
                <a:latin typeface="Arial"/>
                <a:ea typeface="Arial"/>
                <a:cs typeface="Arial"/>
              </a:defRPr>
            </a:lvl7pPr>
            <a:lvl8pPr algn="ctr">
              <a:defRPr sz="1500" b="0">
                <a:solidFill>
                  <a:srgbClr val="17324D"/>
                </a:solidFill>
                <a:latin typeface="Arial"/>
                <a:ea typeface="Arial"/>
                <a:cs typeface="Arial"/>
              </a:defRPr>
            </a:lvl8pPr>
            <a:lvl9pPr algn="ctr">
              <a:defRPr sz="1500" b="0">
                <a:solidFill>
                  <a:srgbClr val="17324D"/>
                </a:solidFill>
                <a:latin typeface="Arial"/>
                <a:ea typeface="Arial"/>
                <a:cs typeface="Arial"/>
              </a:defRPr>
            </a:lvl9pPr>
          </a:lstStyle>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F1 macro</a:t>
            </a:r>
          </a:p>
        </p:txBody>
      </p:sp>
      <p:pic>
        <p:nvPicPr>
          <p:cNvPr id="11" name="">
            <a:extLst xmlns:a="http://schemas.openxmlformats.org/drawingml/2006/main">
              <a:ext uri="{FF2B5EF4-FFF2-40B4-BE49-F238E27FC236}">
                <a16:creationId xmlns:a16="http://schemas.microsoft.com/office/drawing/2014/main" id="{305E32E0-2BA7-4733-9B29-C7F1ED502092}"/>
              </a:ext>
            </a:extLst>
          </p:cNvPr>
          <p:cNvPicPr>
            <a:picLocks xmlns:a="http://schemas.openxmlformats.org/drawingml/2006/main" noChangeAspect="1"/>
          </p:cNvPicPr>
          <p:nvPr/>
        </p:nvPicPr>
        <p:blipFill>
          <a:blip xmlns:r="http://schemas.openxmlformats.org/officeDocument/2006/relationships" xmlns:a="http://schemas.openxmlformats.org/drawingml/2006/main" r:embed="Rda6054418a34438c"/>
          <a:stretch xmlns:a="http://schemas.openxmlformats.org/drawingml/2006/main"/>
        </p:blipFill>
        <p:spPr>
          <a:xfrm xmlns:a="http://schemas.openxmlformats.org/drawingml/2006/main">
            <a:off x="4486284" y="1190625"/>
            <a:ext cx="6172181" cy="5000625"/>
          </a:xfrm>
          <a:prstGeom xmlns:a="http://schemas.openxmlformats.org/drawingml/2006/main" prst="rect">
            <a:avLst/>
          </a:prstGeom>
        </p:spPr>
      </p:pic>
    </p:spTree>
    <p:extLst>
      <p:ext uri="{BB962C8B-B14F-4D97-AF65-F5344CB8AC3E}">
        <p14:creationId xmlns:p14="http://schemas.microsoft.com/office/powerpoint/2010/main" val="1713004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B6AF5E-97B6-47DD-9985-B21E2DFC4706}"/>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defRPr sz="3150" b="1">
                <a:solidFill>
                  <a:srgbClr val="17324D"/>
                </a:solidFill>
                <a:latin typeface="Arial"/>
                <a:ea typeface="Arial"/>
                <a:cs typeface="Arial"/>
              </a:defRPr>
            </a:lvl1pPr>
            <a:lvl2pPr algn="l">
              <a:defRPr sz="3150" b="1">
                <a:solidFill>
                  <a:srgbClr val="17324D"/>
                </a:solidFill>
                <a:latin typeface="Arial"/>
                <a:ea typeface="Arial"/>
                <a:cs typeface="Arial"/>
              </a:defRPr>
            </a:lvl2pPr>
            <a:lvl3pPr algn="l">
              <a:defRPr sz="3150" b="1">
                <a:solidFill>
                  <a:srgbClr val="17324D"/>
                </a:solidFill>
                <a:latin typeface="Arial"/>
                <a:ea typeface="Arial"/>
                <a:cs typeface="Arial"/>
              </a:defRPr>
            </a:lvl3pPr>
            <a:lvl4pPr algn="l">
              <a:defRPr sz="3150" b="1">
                <a:solidFill>
                  <a:srgbClr val="17324D"/>
                </a:solidFill>
                <a:latin typeface="Arial"/>
                <a:ea typeface="Arial"/>
                <a:cs typeface="Arial"/>
              </a:defRPr>
            </a:lvl4pPr>
            <a:lvl5pPr algn="l">
              <a:defRPr sz="3150" b="1">
                <a:solidFill>
                  <a:srgbClr val="17324D"/>
                </a:solidFill>
                <a:latin typeface="Arial"/>
                <a:ea typeface="Arial"/>
                <a:cs typeface="Arial"/>
              </a:defRPr>
            </a:lvl5pPr>
            <a:lvl6pPr algn="l">
              <a:defRPr sz="3150" b="1">
                <a:solidFill>
                  <a:srgbClr val="17324D"/>
                </a:solidFill>
                <a:latin typeface="Arial"/>
                <a:ea typeface="Arial"/>
                <a:cs typeface="Arial"/>
              </a:defRPr>
            </a:lvl6pPr>
            <a:lvl7pPr algn="l">
              <a:defRPr sz="3150" b="1">
                <a:solidFill>
                  <a:srgbClr val="17324D"/>
                </a:solidFill>
                <a:latin typeface="Arial"/>
                <a:ea typeface="Arial"/>
                <a:cs typeface="Arial"/>
              </a:defRPr>
            </a:lvl7pPr>
            <a:lvl8pPr algn="l">
              <a:defRPr sz="3150" b="1">
                <a:solidFill>
                  <a:srgbClr val="17324D"/>
                </a:solidFill>
                <a:latin typeface="Arial"/>
                <a:ea typeface="Arial"/>
                <a:cs typeface="Arial"/>
              </a:defRPr>
            </a:lvl8pPr>
            <a:lvl9pPr algn="l">
              <a:defRPr sz="3150" b="1">
                <a:solidFill>
                  <a:srgbClr val="17324D"/>
                </a:solidFill>
                <a:latin typeface="Arial"/>
                <a:ea typeface="Arial"/>
                <a:cs typeface="Arial"/>
              </a:defRPr>
            </a:lvl9pPr>
          </a:lstStyle>
          <a:p xmlns:a="http://schemas.openxmlformats.org/drawingml/2006/main">
            <a:pPr algn="l">
              <a:defRPr sz="3150" b="1">
                <a:solidFill>
                  <a:srgbClr val="17324D"/>
                </a:solidFill>
                <a:latin typeface="Arial"/>
                <a:ea typeface="Arial"/>
                <a:cs typeface="Arial"/>
              </a:defRPr>
            </a:pPr>
            <a:r>
              <a:rPr sz="3150" b="1">
                <a:solidFill>
                  <a:srgbClr val="17324D"/>
                </a:solidFill>
                <a:latin typeface="Arial"/>
                <a:ea typeface="Arial"/>
                <a:cs typeface="Arial"/>
              </a:rPr>
              <a:t>CNN versus MLP: misma tarea, mejor generalización</a:t>
            </a:r>
          </a:p>
        </p:txBody>
      </p:sp>
      <p:sp>
        <p:nvSpPr>
          <p:cNvPr id="2" name="">
            <a:extLst xmlns:a="http://schemas.openxmlformats.org/drawingml/2006/main">
              <a:ext uri="{FF2B5EF4-FFF2-40B4-BE49-F238E27FC236}">
                <a16:creationId xmlns:a16="http://schemas.microsoft.com/office/drawing/2014/main" id="{F4C7BB73-666E-4E54-88CB-124572303782}"/>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defRPr sz="1200" b="0">
                <a:solidFill>
                  <a:srgbClr val="4E5C68"/>
                </a:solidFill>
                <a:latin typeface="Arial"/>
                <a:ea typeface="Arial"/>
                <a:cs typeface="Arial"/>
              </a:defRPr>
            </a:lvl1pPr>
            <a:lvl2pPr algn="r">
              <a:defRPr sz="1200" b="0">
                <a:solidFill>
                  <a:srgbClr val="4E5C68"/>
                </a:solidFill>
                <a:latin typeface="Arial"/>
                <a:ea typeface="Arial"/>
                <a:cs typeface="Arial"/>
              </a:defRPr>
            </a:lvl2pPr>
            <a:lvl3pPr algn="r">
              <a:defRPr sz="1200" b="0">
                <a:solidFill>
                  <a:srgbClr val="4E5C68"/>
                </a:solidFill>
                <a:latin typeface="Arial"/>
                <a:ea typeface="Arial"/>
                <a:cs typeface="Arial"/>
              </a:defRPr>
            </a:lvl3pPr>
            <a:lvl4pPr algn="r">
              <a:defRPr sz="1200" b="0">
                <a:solidFill>
                  <a:srgbClr val="4E5C68"/>
                </a:solidFill>
                <a:latin typeface="Arial"/>
                <a:ea typeface="Arial"/>
                <a:cs typeface="Arial"/>
              </a:defRPr>
            </a:lvl4pPr>
            <a:lvl5pPr algn="r">
              <a:defRPr sz="1200" b="0">
                <a:solidFill>
                  <a:srgbClr val="4E5C68"/>
                </a:solidFill>
                <a:latin typeface="Arial"/>
                <a:ea typeface="Arial"/>
                <a:cs typeface="Arial"/>
              </a:defRPr>
            </a:lvl5pPr>
            <a:lvl6pPr algn="r">
              <a:defRPr sz="1200" b="0">
                <a:solidFill>
                  <a:srgbClr val="4E5C68"/>
                </a:solidFill>
                <a:latin typeface="Arial"/>
                <a:ea typeface="Arial"/>
                <a:cs typeface="Arial"/>
              </a:defRPr>
            </a:lvl6pPr>
            <a:lvl7pPr algn="r">
              <a:defRPr sz="1200" b="0">
                <a:solidFill>
                  <a:srgbClr val="4E5C68"/>
                </a:solidFill>
                <a:latin typeface="Arial"/>
                <a:ea typeface="Arial"/>
                <a:cs typeface="Arial"/>
              </a:defRPr>
            </a:lvl7pPr>
            <a:lvl8pPr algn="r">
              <a:defRPr sz="1200" b="0">
                <a:solidFill>
                  <a:srgbClr val="4E5C68"/>
                </a:solidFill>
                <a:latin typeface="Arial"/>
                <a:ea typeface="Arial"/>
                <a:cs typeface="Arial"/>
              </a:defRPr>
            </a:lvl8pPr>
            <a:lvl9pPr algn="r">
              <a:defRPr sz="1200" b="0">
                <a:solidFill>
                  <a:srgbClr val="4E5C68"/>
                </a:solidFill>
                <a:latin typeface="Arial"/>
                <a:ea typeface="Arial"/>
                <a:cs typeface="Arial"/>
              </a:defRPr>
            </a:lvl9pPr>
          </a:lstStyle>
          <a:p xmlns:a="http://schemas.openxmlformats.org/drawingml/2006/main">
            <a:pPr algn="r">
              <a:defRPr sz="1200" b="0">
                <a:solidFill>
                  <a:srgbClr val="4E5C68"/>
                </a:solidFill>
                <a:latin typeface="Arial"/>
                <a:ea typeface="Arial"/>
                <a:cs typeface="Arial"/>
              </a:defRPr>
            </a:pPr>
            <a:r>
              <a:rPr sz="1200" b="0">
                <a:solidFill>
                  <a:srgbClr val="4E5C68"/>
                </a:solidFill>
                <a:latin typeface="Arial"/>
                <a:ea typeface="Arial"/>
                <a:cs typeface="Arial"/>
              </a:rPr>
              <a:t>8 / 10</a:t>
            </a:r>
          </a:p>
        </p:txBody>
      </p:sp>
      <p:graphicFrame>
        <p:nvGraphicFramePr>
          <p:cNvPr id="3" name="Chart">
            <a:extLst xmlns:a="http://schemas.openxmlformats.org/drawingml/2006/main">
              <a:ext uri="{FF2B5EF4-FFF2-40B4-BE49-F238E27FC236}">
                <a16:creationId xmlns:a16="http://schemas.microsoft.com/office/drawing/2014/main" id="{9A1CDE1A-06EC-4ED6-B8A0-EFFB57CE1383}"/>
              </a:ext>
            </a:extLst>
          </p:cNvPr>
          <p:cNvGraphicFramePr/>
          <p:nvPr/>
        </p:nvGraphicFramePr>
        <p:xfrm>
          <a:off xmlns:a="http://schemas.openxmlformats.org/drawingml/2006/main" x="609600" y="1381125"/>
          <a:ext xmlns:a="http://schemas.openxmlformats.org/drawingml/2006/main" cx="6715125" cy="3857625"/>
        </p:xfrm>
        <a:graphic xmlns:a="http://schemas.openxmlformats.org/drawingml/2006/main">
          <a:graphicData uri="http://schemas.openxmlformats.org/drawingml/2006/chart">
            <c:chart xmlns:r="http://schemas.openxmlformats.org/officeDocument/2006/relationships" xmlns:c="http://schemas.openxmlformats.org/drawingml/2006/chart" r:id="R17b50e3d2f9b4bb5"/>
          </a:graphicData>
        </a:graphic>
      </p:graphicFrame>
      <p:sp>
        <p:nvSpPr>
          <p:cNvPr id="4" name="">
            <a:extLst xmlns:a="http://schemas.openxmlformats.org/drawingml/2006/main">
              <a:ext uri="{FF2B5EF4-FFF2-40B4-BE49-F238E27FC236}">
                <a16:creationId xmlns:a16="http://schemas.microsoft.com/office/drawing/2014/main" id="{6AF38CD9-CFA2-439F-9B13-0DF7D32DED46}"/>
              </a:ext>
            </a:extLst>
          </p:cNvPr>
          <p:cNvSpPr>
            <a:spLocks xmlns:a="http://schemas.openxmlformats.org/drawingml/2006/main" noGrp="1"/>
          </p:cNvSpPr>
          <p:nvPr/>
        </p:nvSpPr>
        <p:spPr>
          <a:xfrm xmlns:a="http://schemas.openxmlformats.org/drawingml/2006/main">
            <a:off x="7858125" y="1476375"/>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defRPr sz="3900" b="1">
                <a:solidFill>
                  <a:srgbClr val="087F8C"/>
                </a:solidFill>
                <a:latin typeface="Arial"/>
                <a:ea typeface="Arial"/>
                <a:cs typeface="Arial"/>
              </a:defRPr>
            </a:lvl1pPr>
            <a:lvl2pPr algn="ctr">
              <a:defRPr sz="3900" b="1">
                <a:solidFill>
                  <a:srgbClr val="087F8C"/>
                </a:solidFill>
                <a:latin typeface="Arial"/>
                <a:ea typeface="Arial"/>
                <a:cs typeface="Arial"/>
              </a:defRPr>
            </a:lvl2pPr>
            <a:lvl3pPr algn="ctr">
              <a:defRPr sz="3900" b="1">
                <a:solidFill>
                  <a:srgbClr val="087F8C"/>
                </a:solidFill>
                <a:latin typeface="Arial"/>
                <a:ea typeface="Arial"/>
                <a:cs typeface="Arial"/>
              </a:defRPr>
            </a:lvl3pPr>
            <a:lvl4pPr algn="ctr">
              <a:defRPr sz="3900" b="1">
                <a:solidFill>
                  <a:srgbClr val="087F8C"/>
                </a:solidFill>
                <a:latin typeface="Arial"/>
                <a:ea typeface="Arial"/>
                <a:cs typeface="Arial"/>
              </a:defRPr>
            </a:lvl4pPr>
            <a:lvl5pPr algn="ctr">
              <a:defRPr sz="3900" b="1">
                <a:solidFill>
                  <a:srgbClr val="087F8C"/>
                </a:solidFill>
                <a:latin typeface="Arial"/>
                <a:ea typeface="Arial"/>
                <a:cs typeface="Arial"/>
              </a:defRPr>
            </a:lvl5pPr>
            <a:lvl6pPr algn="ctr">
              <a:defRPr sz="3900" b="1">
                <a:solidFill>
                  <a:srgbClr val="087F8C"/>
                </a:solidFill>
                <a:latin typeface="Arial"/>
                <a:ea typeface="Arial"/>
                <a:cs typeface="Arial"/>
              </a:defRPr>
            </a:lvl6pPr>
            <a:lvl7pPr algn="ctr">
              <a:defRPr sz="3900" b="1">
                <a:solidFill>
                  <a:srgbClr val="087F8C"/>
                </a:solidFill>
                <a:latin typeface="Arial"/>
                <a:ea typeface="Arial"/>
                <a:cs typeface="Arial"/>
              </a:defRPr>
            </a:lvl7pPr>
            <a:lvl8pPr algn="ctr">
              <a:defRPr sz="3900" b="1">
                <a:solidFill>
                  <a:srgbClr val="087F8C"/>
                </a:solidFill>
                <a:latin typeface="Arial"/>
                <a:ea typeface="Arial"/>
                <a:cs typeface="Arial"/>
              </a:defRPr>
            </a:lvl8pPr>
            <a:lvl9pPr algn="ctr">
              <a:defRPr sz="3900" b="1">
                <a:solidFill>
                  <a:srgbClr val="087F8C"/>
                </a:solidFill>
                <a:latin typeface="Arial"/>
                <a:ea typeface="Arial"/>
                <a:cs typeface="Arial"/>
              </a:defRPr>
            </a:lvl9pPr>
          </a:lstStyle>
          <a:p xmlns:a="http://schemas.openxmlformats.org/drawingml/2006/main">
            <a:pPr algn="ctr">
              <a:defRPr sz="3900" b="1">
                <a:solidFill>
                  <a:srgbClr val="087F8C"/>
                </a:solidFill>
                <a:latin typeface="Arial"/>
                <a:ea typeface="Arial"/>
                <a:cs typeface="Arial"/>
              </a:defRPr>
            </a:pPr>
            <a:r>
              <a:rPr sz="3900" b="1">
                <a:solidFill>
                  <a:srgbClr val="087F8C"/>
                </a:solidFill>
                <a:latin typeface="Arial"/>
                <a:ea typeface="Arial"/>
                <a:cs typeface="Arial"/>
              </a:rPr>
              <a:t>+18,32 pp</a:t>
            </a:r>
          </a:p>
        </p:txBody>
      </p:sp>
      <p:sp>
        <p:nvSpPr>
          <p:cNvPr id="5" name="">
            <a:extLst xmlns:a="http://schemas.openxmlformats.org/drawingml/2006/main">
              <a:ext uri="{FF2B5EF4-FFF2-40B4-BE49-F238E27FC236}">
                <a16:creationId xmlns:a16="http://schemas.microsoft.com/office/drawing/2014/main" id="{C96E6123-91FA-46A8-82F9-FCB633F6C9F9}"/>
              </a:ext>
            </a:extLst>
          </p:cNvPr>
          <p:cNvSpPr>
            <a:spLocks xmlns:a="http://schemas.openxmlformats.org/drawingml/2006/main" noGrp="1"/>
          </p:cNvSpPr>
          <p:nvPr/>
        </p:nvSpPr>
        <p:spPr>
          <a:xfrm xmlns:a="http://schemas.openxmlformats.org/drawingml/2006/main">
            <a:off x="7858125" y="21336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defRPr sz="1500" b="0">
                <a:solidFill>
                  <a:srgbClr val="17324D"/>
                </a:solidFill>
                <a:latin typeface="Arial"/>
                <a:ea typeface="Arial"/>
                <a:cs typeface="Arial"/>
              </a:defRPr>
            </a:lvl1pPr>
            <a:lvl2pPr algn="ctr">
              <a:defRPr sz="1500" b="0">
                <a:solidFill>
                  <a:srgbClr val="17324D"/>
                </a:solidFill>
                <a:latin typeface="Arial"/>
                <a:ea typeface="Arial"/>
                <a:cs typeface="Arial"/>
              </a:defRPr>
            </a:lvl2pPr>
            <a:lvl3pPr algn="ctr">
              <a:defRPr sz="1500" b="0">
                <a:solidFill>
                  <a:srgbClr val="17324D"/>
                </a:solidFill>
                <a:latin typeface="Arial"/>
                <a:ea typeface="Arial"/>
                <a:cs typeface="Arial"/>
              </a:defRPr>
            </a:lvl3pPr>
            <a:lvl4pPr algn="ctr">
              <a:defRPr sz="1500" b="0">
                <a:solidFill>
                  <a:srgbClr val="17324D"/>
                </a:solidFill>
                <a:latin typeface="Arial"/>
                <a:ea typeface="Arial"/>
                <a:cs typeface="Arial"/>
              </a:defRPr>
            </a:lvl4pPr>
            <a:lvl5pPr algn="ctr">
              <a:defRPr sz="1500" b="0">
                <a:solidFill>
                  <a:srgbClr val="17324D"/>
                </a:solidFill>
                <a:latin typeface="Arial"/>
                <a:ea typeface="Arial"/>
                <a:cs typeface="Arial"/>
              </a:defRPr>
            </a:lvl5pPr>
            <a:lvl6pPr algn="ctr">
              <a:defRPr sz="1500" b="0">
                <a:solidFill>
                  <a:srgbClr val="17324D"/>
                </a:solidFill>
                <a:latin typeface="Arial"/>
                <a:ea typeface="Arial"/>
                <a:cs typeface="Arial"/>
              </a:defRPr>
            </a:lvl6pPr>
            <a:lvl7pPr algn="ctr">
              <a:defRPr sz="1500" b="0">
                <a:solidFill>
                  <a:srgbClr val="17324D"/>
                </a:solidFill>
                <a:latin typeface="Arial"/>
                <a:ea typeface="Arial"/>
                <a:cs typeface="Arial"/>
              </a:defRPr>
            </a:lvl7pPr>
            <a:lvl8pPr algn="ctr">
              <a:defRPr sz="1500" b="0">
                <a:solidFill>
                  <a:srgbClr val="17324D"/>
                </a:solidFill>
                <a:latin typeface="Arial"/>
                <a:ea typeface="Arial"/>
                <a:cs typeface="Arial"/>
              </a:defRPr>
            </a:lvl8pPr>
            <a:lvl9pPr algn="ctr">
              <a:defRPr sz="1500" b="0">
                <a:solidFill>
                  <a:srgbClr val="17324D"/>
                </a:solidFill>
                <a:latin typeface="Arial"/>
                <a:ea typeface="Arial"/>
                <a:cs typeface="Arial"/>
              </a:defRPr>
            </a:lvl9pPr>
          </a:lstStyle>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accuracy test</a:t>
            </a:r>
          </a:p>
        </p:txBody>
      </p:sp>
      <p:sp>
        <p:nvSpPr>
          <p:cNvPr id="6" name="">
            <a:extLst xmlns:a="http://schemas.openxmlformats.org/drawingml/2006/main">
              <a:ext uri="{FF2B5EF4-FFF2-40B4-BE49-F238E27FC236}">
                <a16:creationId xmlns:a16="http://schemas.microsoft.com/office/drawing/2014/main" id="{16AF5C28-B91B-4914-840B-875EF17D7A21}"/>
              </a:ext>
            </a:extLst>
          </p:cNvPr>
          <p:cNvSpPr>
            <a:spLocks xmlns:a="http://schemas.openxmlformats.org/drawingml/2006/main" noGrp="1"/>
          </p:cNvSpPr>
          <p:nvPr/>
        </p:nvSpPr>
        <p:spPr>
          <a:xfrm xmlns:a="http://schemas.openxmlformats.org/drawingml/2006/main">
            <a:off x="7858125" y="2857500"/>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defRPr sz="3900" b="1">
                <a:solidFill>
                  <a:srgbClr val="17324D"/>
                </a:solidFill>
                <a:latin typeface="Arial"/>
                <a:ea typeface="Arial"/>
                <a:cs typeface="Arial"/>
              </a:defRPr>
            </a:lvl1pPr>
            <a:lvl2pPr algn="ctr">
              <a:defRPr sz="3900" b="1">
                <a:solidFill>
                  <a:srgbClr val="17324D"/>
                </a:solidFill>
                <a:latin typeface="Arial"/>
                <a:ea typeface="Arial"/>
                <a:cs typeface="Arial"/>
              </a:defRPr>
            </a:lvl2pPr>
            <a:lvl3pPr algn="ctr">
              <a:defRPr sz="3900" b="1">
                <a:solidFill>
                  <a:srgbClr val="17324D"/>
                </a:solidFill>
                <a:latin typeface="Arial"/>
                <a:ea typeface="Arial"/>
                <a:cs typeface="Arial"/>
              </a:defRPr>
            </a:lvl3pPr>
            <a:lvl4pPr algn="ctr">
              <a:defRPr sz="3900" b="1">
                <a:solidFill>
                  <a:srgbClr val="17324D"/>
                </a:solidFill>
                <a:latin typeface="Arial"/>
                <a:ea typeface="Arial"/>
                <a:cs typeface="Arial"/>
              </a:defRPr>
            </a:lvl4pPr>
            <a:lvl5pPr algn="ctr">
              <a:defRPr sz="3900" b="1">
                <a:solidFill>
                  <a:srgbClr val="17324D"/>
                </a:solidFill>
                <a:latin typeface="Arial"/>
                <a:ea typeface="Arial"/>
                <a:cs typeface="Arial"/>
              </a:defRPr>
            </a:lvl5pPr>
            <a:lvl6pPr algn="ctr">
              <a:defRPr sz="3900" b="1">
                <a:solidFill>
                  <a:srgbClr val="17324D"/>
                </a:solidFill>
                <a:latin typeface="Arial"/>
                <a:ea typeface="Arial"/>
                <a:cs typeface="Arial"/>
              </a:defRPr>
            </a:lvl6pPr>
            <a:lvl7pPr algn="ctr">
              <a:defRPr sz="3900" b="1">
                <a:solidFill>
                  <a:srgbClr val="17324D"/>
                </a:solidFill>
                <a:latin typeface="Arial"/>
                <a:ea typeface="Arial"/>
                <a:cs typeface="Arial"/>
              </a:defRPr>
            </a:lvl7pPr>
            <a:lvl8pPr algn="ctr">
              <a:defRPr sz="3900" b="1">
                <a:solidFill>
                  <a:srgbClr val="17324D"/>
                </a:solidFill>
                <a:latin typeface="Arial"/>
                <a:ea typeface="Arial"/>
                <a:cs typeface="Arial"/>
              </a:defRPr>
            </a:lvl8pPr>
            <a:lvl9pPr algn="ctr">
              <a:defRPr sz="3900" b="1">
                <a:solidFill>
                  <a:srgbClr val="17324D"/>
                </a:solidFill>
                <a:latin typeface="Arial"/>
                <a:ea typeface="Arial"/>
                <a:cs typeface="Arial"/>
              </a:defRPr>
            </a:lvl9pPr>
          </a:lstStyle>
          <a:p xmlns:a="http://schemas.openxmlformats.org/drawingml/2006/main">
            <a:pPr algn="ctr">
              <a:defRPr sz="3900" b="1">
                <a:solidFill>
                  <a:srgbClr val="17324D"/>
                </a:solidFill>
                <a:latin typeface="Arial"/>
                <a:ea typeface="Arial"/>
                <a:cs typeface="Arial"/>
              </a:defRPr>
            </a:pPr>
            <a:r>
              <a:rPr sz="3900" b="1">
                <a:solidFill>
                  <a:srgbClr val="17324D"/>
                </a:solidFill>
                <a:latin typeface="Arial"/>
                <a:ea typeface="Arial"/>
                <a:cs typeface="Arial"/>
              </a:rPr>
              <a:t>−57,25%</a:t>
            </a:r>
          </a:p>
        </p:txBody>
      </p:sp>
      <p:sp>
        <p:nvSpPr>
          <p:cNvPr id="7" name="">
            <a:extLst xmlns:a="http://schemas.openxmlformats.org/drawingml/2006/main">
              <a:ext uri="{FF2B5EF4-FFF2-40B4-BE49-F238E27FC236}">
                <a16:creationId xmlns:a16="http://schemas.microsoft.com/office/drawing/2014/main" id="{47FB837D-2EED-47FE-90F8-8A747D10C6CD}"/>
              </a:ext>
            </a:extLst>
          </p:cNvPr>
          <p:cNvSpPr>
            <a:spLocks xmlns:a="http://schemas.openxmlformats.org/drawingml/2006/main" noGrp="1"/>
          </p:cNvSpPr>
          <p:nvPr/>
        </p:nvSpPr>
        <p:spPr>
          <a:xfrm xmlns:a="http://schemas.openxmlformats.org/drawingml/2006/main">
            <a:off x="7858125" y="351472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defRPr sz="1500" b="0">
                <a:solidFill>
                  <a:srgbClr val="17324D"/>
                </a:solidFill>
                <a:latin typeface="Arial"/>
                <a:ea typeface="Arial"/>
                <a:cs typeface="Arial"/>
              </a:defRPr>
            </a:lvl1pPr>
            <a:lvl2pPr algn="ctr">
              <a:defRPr sz="1500" b="0">
                <a:solidFill>
                  <a:srgbClr val="17324D"/>
                </a:solidFill>
                <a:latin typeface="Arial"/>
                <a:ea typeface="Arial"/>
                <a:cs typeface="Arial"/>
              </a:defRPr>
            </a:lvl2pPr>
            <a:lvl3pPr algn="ctr">
              <a:defRPr sz="1500" b="0">
                <a:solidFill>
                  <a:srgbClr val="17324D"/>
                </a:solidFill>
                <a:latin typeface="Arial"/>
                <a:ea typeface="Arial"/>
                <a:cs typeface="Arial"/>
              </a:defRPr>
            </a:lvl3pPr>
            <a:lvl4pPr algn="ctr">
              <a:defRPr sz="1500" b="0">
                <a:solidFill>
                  <a:srgbClr val="17324D"/>
                </a:solidFill>
                <a:latin typeface="Arial"/>
                <a:ea typeface="Arial"/>
                <a:cs typeface="Arial"/>
              </a:defRPr>
            </a:lvl4pPr>
            <a:lvl5pPr algn="ctr">
              <a:defRPr sz="1500" b="0">
                <a:solidFill>
                  <a:srgbClr val="17324D"/>
                </a:solidFill>
                <a:latin typeface="Arial"/>
                <a:ea typeface="Arial"/>
                <a:cs typeface="Arial"/>
              </a:defRPr>
            </a:lvl5pPr>
            <a:lvl6pPr algn="ctr">
              <a:defRPr sz="1500" b="0">
                <a:solidFill>
                  <a:srgbClr val="17324D"/>
                </a:solidFill>
                <a:latin typeface="Arial"/>
                <a:ea typeface="Arial"/>
                <a:cs typeface="Arial"/>
              </a:defRPr>
            </a:lvl6pPr>
            <a:lvl7pPr algn="ctr">
              <a:defRPr sz="1500" b="0">
                <a:solidFill>
                  <a:srgbClr val="17324D"/>
                </a:solidFill>
                <a:latin typeface="Arial"/>
                <a:ea typeface="Arial"/>
                <a:cs typeface="Arial"/>
              </a:defRPr>
            </a:lvl7pPr>
            <a:lvl8pPr algn="ctr">
              <a:defRPr sz="1500" b="0">
                <a:solidFill>
                  <a:srgbClr val="17324D"/>
                </a:solidFill>
                <a:latin typeface="Arial"/>
                <a:ea typeface="Arial"/>
                <a:cs typeface="Arial"/>
              </a:defRPr>
            </a:lvl8pPr>
            <a:lvl9pPr algn="ctr">
              <a:defRPr sz="1500" b="0">
                <a:solidFill>
                  <a:srgbClr val="17324D"/>
                </a:solidFill>
                <a:latin typeface="Arial"/>
                <a:ea typeface="Arial"/>
                <a:cs typeface="Arial"/>
              </a:defRPr>
            </a:lvl9pPr>
          </a:lstStyle>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parámetros</a:t>
            </a:r>
          </a:p>
        </p:txBody>
      </p:sp>
      <p:sp>
        <p:nvSpPr>
          <p:cNvPr id="8" name="">
            <a:extLst xmlns:a="http://schemas.openxmlformats.org/drawingml/2006/main">
              <a:ext uri="{FF2B5EF4-FFF2-40B4-BE49-F238E27FC236}">
                <a16:creationId xmlns:a16="http://schemas.microsoft.com/office/drawing/2014/main" id="{49D7A8F1-B417-4378-ACB4-4EF12C1C95D2}"/>
              </a:ext>
            </a:extLst>
          </p:cNvPr>
          <p:cNvSpPr>
            <a:spLocks xmlns:a="http://schemas.openxmlformats.org/drawingml/2006/main" noGrp="1"/>
          </p:cNvSpPr>
          <p:nvPr/>
        </p:nvSpPr>
        <p:spPr>
          <a:xfrm xmlns:a="http://schemas.openxmlformats.org/drawingml/2006/main">
            <a:off x="7858125" y="4238625"/>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defRPr sz="3900" b="1">
                <a:solidFill>
                  <a:srgbClr val="087F8C"/>
                </a:solidFill>
                <a:latin typeface="Arial"/>
                <a:ea typeface="Arial"/>
                <a:cs typeface="Arial"/>
              </a:defRPr>
            </a:lvl1pPr>
            <a:lvl2pPr algn="ctr">
              <a:defRPr sz="3900" b="1">
                <a:solidFill>
                  <a:srgbClr val="087F8C"/>
                </a:solidFill>
                <a:latin typeface="Arial"/>
                <a:ea typeface="Arial"/>
                <a:cs typeface="Arial"/>
              </a:defRPr>
            </a:lvl2pPr>
            <a:lvl3pPr algn="ctr">
              <a:defRPr sz="3900" b="1">
                <a:solidFill>
                  <a:srgbClr val="087F8C"/>
                </a:solidFill>
                <a:latin typeface="Arial"/>
                <a:ea typeface="Arial"/>
                <a:cs typeface="Arial"/>
              </a:defRPr>
            </a:lvl3pPr>
            <a:lvl4pPr algn="ctr">
              <a:defRPr sz="3900" b="1">
                <a:solidFill>
                  <a:srgbClr val="087F8C"/>
                </a:solidFill>
                <a:latin typeface="Arial"/>
                <a:ea typeface="Arial"/>
                <a:cs typeface="Arial"/>
              </a:defRPr>
            </a:lvl4pPr>
            <a:lvl5pPr algn="ctr">
              <a:defRPr sz="3900" b="1">
                <a:solidFill>
                  <a:srgbClr val="087F8C"/>
                </a:solidFill>
                <a:latin typeface="Arial"/>
                <a:ea typeface="Arial"/>
                <a:cs typeface="Arial"/>
              </a:defRPr>
            </a:lvl5pPr>
            <a:lvl6pPr algn="ctr">
              <a:defRPr sz="3900" b="1">
                <a:solidFill>
                  <a:srgbClr val="087F8C"/>
                </a:solidFill>
                <a:latin typeface="Arial"/>
                <a:ea typeface="Arial"/>
                <a:cs typeface="Arial"/>
              </a:defRPr>
            </a:lvl6pPr>
            <a:lvl7pPr algn="ctr">
              <a:defRPr sz="3900" b="1">
                <a:solidFill>
                  <a:srgbClr val="087F8C"/>
                </a:solidFill>
                <a:latin typeface="Arial"/>
                <a:ea typeface="Arial"/>
                <a:cs typeface="Arial"/>
              </a:defRPr>
            </a:lvl7pPr>
            <a:lvl8pPr algn="ctr">
              <a:defRPr sz="3900" b="1">
                <a:solidFill>
                  <a:srgbClr val="087F8C"/>
                </a:solidFill>
                <a:latin typeface="Arial"/>
                <a:ea typeface="Arial"/>
                <a:cs typeface="Arial"/>
              </a:defRPr>
            </a:lvl8pPr>
            <a:lvl9pPr algn="ctr">
              <a:defRPr sz="3900" b="1">
                <a:solidFill>
                  <a:srgbClr val="087F8C"/>
                </a:solidFill>
                <a:latin typeface="Arial"/>
                <a:ea typeface="Arial"/>
                <a:cs typeface="Arial"/>
              </a:defRPr>
            </a:lvl9pPr>
          </a:lstStyle>
          <a:p xmlns:a="http://schemas.openxmlformats.org/drawingml/2006/main">
            <a:pPr algn="ctr">
              <a:defRPr sz="3900" b="1">
                <a:solidFill>
                  <a:srgbClr val="087F8C"/>
                </a:solidFill>
                <a:latin typeface="Arial"/>
                <a:ea typeface="Arial"/>
                <a:cs typeface="Arial"/>
              </a:defRPr>
            </a:pPr>
            <a:r>
              <a:rPr sz="3900" b="1">
                <a:solidFill>
                  <a:srgbClr val="087F8C"/>
                </a:solidFill>
                <a:latin typeface="Arial"/>
                <a:ea typeface="Arial"/>
                <a:cs typeface="Arial"/>
              </a:rPr>
              <a:t>1,97 pp</a:t>
            </a:r>
          </a:p>
        </p:txBody>
      </p:sp>
      <p:sp>
        <p:nvSpPr>
          <p:cNvPr id="9" name="">
            <a:extLst xmlns:a="http://schemas.openxmlformats.org/drawingml/2006/main">
              <a:ext uri="{FF2B5EF4-FFF2-40B4-BE49-F238E27FC236}">
                <a16:creationId xmlns:a16="http://schemas.microsoft.com/office/drawing/2014/main" id="{252D687A-C22F-476B-8008-FDA0C5CC5991}"/>
              </a:ext>
            </a:extLst>
          </p:cNvPr>
          <p:cNvSpPr>
            <a:spLocks xmlns:a="http://schemas.openxmlformats.org/drawingml/2006/main" noGrp="1"/>
          </p:cNvSpPr>
          <p:nvPr/>
        </p:nvSpPr>
        <p:spPr>
          <a:xfrm xmlns:a="http://schemas.openxmlformats.org/drawingml/2006/main">
            <a:off x="7858125" y="4895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defRPr sz="1500" b="0">
                <a:solidFill>
                  <a:srgbClr val="17324D"/>
                </a:solidFill>
                <a:latin typeface="Arial"/>
                <a:ea typeface="Arial"/>
                <a:cs typeface="Arial"/>
              </a:defRPr>
            </a:lvl1pPr>
            <a:lvl2pPr algn="ctr">
              <a:defRPr sz="1500" b="0">
                <a:solidFill>
                  <a:srgbClr val="17324D"/>
                </a:solidFill>
                <a:latin typeface="Arial"/>
                <a:ea typeface="Arial"/>
                <a:cs typeface="Arial"/>
              </a:defRPr>
            </a:lvl2pPr>
            <a:lvl3pPr algn="ctr">
              <a:defRPr sz="1500" b="0">
                <a:solidFill>
                  <a:srgbClr val="17324D"/>
                </a:solidFill>
                <a:latin typeface="Arial"/>
                <a:ea typeface="Arial"/>
                <a:cs typeface="Arial"/>
              </a:defRPr>
            </a:lvl3pPr>
            <a:lvl4pPr algn="ctr">
              <a:defRPr sz="1500" b="0">
                <a:solidFill>
                  <a:srgbClr val="17324D"/>
                </a:solidFill>
                <a:latin typeface="Arial"/>
                <a:ea typeface="Arial"/>
                <a:cs typeface="Arial"/>
              </a:defRPr>
            </a:lvl4pPr>
            <a:lvl5pPr algn="ctr">
              <a:defRPr sz="1500" b="0">
                <a:solidFill>
                  <a:srgbClr val="17324D"/>
                </a:solidFill>
                <a:latin typeface="Arial"/>
                <a:ea typeface="Arial"/>
                <a:cs typeface="Arial"/>
              </a:defRPr>
            </a:lvl5pPr>
            <a:lvl6pPr algn="ctr">
              <a:defRPr sz="1500" b="0">
                <a:solidFill>
                  <a:srgbClr val="17324D"/>
                </a:solidFill>
                <a:latin typeface="Arial"/>
                <a:ea typeface="Arial"/>
                <a:cs typeface="Arial"/>
              </a:defRPr>
            </a:lvl6pPr>
            <a:lvl7pPr algn="ctr">
              <a:defRPr sz="1500" b="0">
                <a:solidFill>
                  <a:srgbClr val="17324D"/>
                </a:solidFill>
                <a:latin typeface="Arial"/>
                <a:ea typeface="Arial"/>
                <a:cs typeface="Arial"/>
              </a:defRPr>
            </a:lvl7pPr>
            <a:lvl8pPr algn="ctr">
              <a:defRPr sz="1500" b="0">
                <a:solidFill>
                  <a:srgbClr val="17324D"/>
                </a:solidFill>
                <a:latin typeface="Arial"/>
                <a:ea typeface="Arial"/>
                <a:cs typeface="Arial"/>
              </a:defRPr>
            </a:lvl8pPr>
            <a:lvl9pPr algn="ctr">
              <a:defRPr sz="1500" b="0">
                <a:solidFill>
                  <a:srgbClr val="17324D"/>
                </a:solidFill>
                <a:latin typeface="Arial"/>
                <a:ea typeface="Arial"/>
                <a:cs typeface="Arial"/>
              </a:defRPr>
            </a:lvl9pPr>
          </a:lstStyle>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brecha validación-test</a:t>
            </a:r>
          </a:p>
        </p:txBody>
      </p:sp>
      <p:sp>
        <p:nvSpPr>
          <p:cNvPr id="10" name="">
            <a:extLst xmlns:a="http://schemas.openxmlformats.org/drawingml/2006/main">
              <a:ext uri="{FF2B5EF4-FFF2-40B4-BE49-F238E27FC236}">
                <a16:creationId xmlns:a16="http://schemas.microsoft.com/office/drawing/2014/main" id="{40EE4368-FB34-4236-85F5-40063BB353FC}"/>
              </a:ext>
            </a:extLst>
          </p:cNvPr>
          <p:cNvSpPr>
            <a:spLocks xmlns:a="http://schemas.openxmlformats.org/drawingml/2006/main" noGrp="1"/>
          </p:cNvSpPr>
          <p:nvPr/>
        </p:nvSpPr>
        <p:spPr>
          <a:xfrm xmlns:a="http://schemas.openxmlformats.org/drawingml/2006/main">
            <a:off x="7572375" y="5638800"/>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0">
                <a:solidFill>
                  <a:srgbClr val="4E5C68"/>
                </a:solidFill>
                <a:latin typeface="Arial"/>
                <a:ea typeface="Arial"/>
                <a:cs typeface="Arial"/>
              </a:defRPr>
            </a:defPPr>
            <a:lvl1pPr algn="ctr">
              <a:defRPr sz="1425" b="0">
                <a:solidFill>
                  <a:srgbClr val="4E5C68"/>
                </a:solidFill>
                <a:latin typeface="Arial"/>
                <a:ea typeface="Arial"/>
                <a:cs typeface="Arial"/>
              </a:defRPr>
            </a:lvl1pPr>
            <a:lvl2pPr algn="ctr">
              <a:defRPr sz="1425" b="0">
                <a:solidFill>
                  <a:srgbClr val="4E5C68"/>
                </a:solidFill>
                <a:latin typeface="Arial"/>
                <a:ea typeface="Arial"/>
                <a:cs typeface="Arial"/>
              </a:defRPr>
            </a:lvl2pPr>
            <a:lvl3pPr algn="ctr">
              <a:defRPr sz="1425" b="0">
                <a:solidFill>
                  <a:srgbClr val="4E5C68"/>
                </a:solidFill>
                <a:latin typeface="Arial"/>
                <a:ea typeface="Arial"/>
                <a:cs typeface="Arial"/>
              </a:defRPr>
            </a:lvl3pPr>
            <a:lvl4pPr algn="ctr">
              <a:defRPr sz="1425" b="0">
                <a:solidFill>
                  <a:srgbClr val="4E5C68"/>
                </a:solidFill>
                <a:latin typeface="Arial"/>
                <a:ea typeface="Arial"/>
                <a:cs typeface="Arial"/>
              </a:defRPr>
            </a:lvl4pPr>
            <a:lvl5pPr algn="ctr">
              <a:defRPr sz="1425" b="0">
                <a:solidFill>
                  <a:srgbClr val="4E5C68"/>
                </a:solidFill>
                <a:latin typeface="Arial"/>
                <a:ea typeface="Arial"/>
                <a:cs typeface="Arial"/>
              </a:defRPr>
            </a:lvl5pPr>
            <a:lvl6pPr algn="ctr">
              <a:defRPr sz="1425" b="0">
                <a:solidFill>
                  <a:srgbClr val="4E5C68"/>
                </a:solidFill>
                <a:latin typeface="Arial"/>
                <a:ea typeface="Arial"/>
                <a:cs typeface="Arial"/>
              </a:defRPr>
            </a:lvl6pPr>
            <a:lvl7pPr algn="ctr">
              <a:defRPr sz="1425" b="0">
                <a:solidFill>
                  <a:srgbClr val="4E5C68"/>
                </a:solidFill>
                <a:latin typeface="Arial"/>
                <a:ea typeface="Arial"/>
                <a:cs typeface="Arial"/>
              </a:defRPr>
            </a:lvl7pPr>
            <a:lvl8pPr algn="ctr">
              <a:defRPr sz="1425" b="0">
                <a:solidFill>
                  <a:srgbClr val="4E5C68"/>
                </a:solidFill>
                <a:latin typeface="Arial"/>
                <a:ea typeface="Arial"/>
                <a:cs typeface="Arial"/>
              </a:defRPr>
            </a:lvl8pPr>
            <a:lvl9pPr algn="ctr">
              <a:defRPr sz="1425" b="0">
                <a:solidFill>
                  <a:srgbClr val="4E5C68"/>
                </a:solidFill>
                <a:latin typeface="Arial"/>
                <a:ea typeface="Arial"/>
                <a:cs typeface="Arial"/>
              </a:defRPr>
            </a:lvl9pPr>
          </a:lstStyle>
          <a:p xmlns:a="http://schemas.openxmlformats.org/drawingml/2006/main">
            <a:pPr algn="ctr">
              <a:defRPr sz="1425" b="0">
                <a:solidFill>
                  <a:srgbClr val="4E5C68"/>
                </a:solidFill>
                <a:latin typeface="Arial"/>
                <a:ea typeface="Arial"/>
                <a:cs typeface="Arial"/>
              </a:defRPr>
            </a:pPr>
            <a:r>
              <a:rPr sz="1425" b="0">
                <a:solidFill>
                  <a:srgbClr val="4E5C68"/>
                </a:solidFill>
                <a:latin typeface="Arial"/>
                <a:ea typeface="Arial"/>
                <a:cs typeface="Arial"/>
              </a:rPr>
              <a:t>CNN 137,20 s · MLP 31,45 s · entornos distintos</a:t>
            </a:r>
          </a:p>
        </p:txBody>
      </p:sp>
    </p:spTree>
    <p:extLst>
      <p:ext uri="{BB962C8B-B14F-4D97-AF65-F5344CB8AC3E}">
        <p14:creationId xmlns:p14="http://schemas.microsoft.com/office/powerpoint/2010/main" val="531638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880AD5-DB53-418D-AE8C-E86E48B36F6A}"/>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defRPr sz="3150" b="1">
                <a:solidFill>
                  <a:srgbClr val="17324D"/>
                </a:solidFill>
                <a:latin typeface="Arial"/>
                <a:ea typeface="Arial"/>
                <a:cs typeface="Arial"/>
              </a:defRPr>
            </a:lvl1pPr>
            <a:lvl2pPr algn="l">
              <a:defRPr sz="3150" b="1">
                <a:solidFill>
                  <a:srgbClr val="17324D"/>
                </a:solidFill>
                <a:latin typeface="Arial"/>
                <a:ea typeface="Arial"/>
                <a:cs typeface="Arial"/>
              </a:defRPr>
            </a:lvl2pPr>
            <a:lvl3pPr algn="l">
              <a:defRPr sz="3150" b="1">
                <a:solidFill>
                  <a:srgbClr val="17324D"/>
                </a:solidFill>
                <a:latin typeface="Arial"/>
                <a:ea typeface="Arial"/>
                <a:cs typeface="Arial"/>
              </a:defRPr>
            </a:lvl3pPr>
            <a:lvl4pPr algn="l">
              <a:defRPr sz="3150" b="1">
                <a:solidFill>
                  <a:srgbClr val="17324D"/>
                </a:solidFill>
                <a:latin typeface="Arial"/>
                <a:ea typeface="Arial"/>
                <a:cs typeface="Arial"/>
              </a:defRPr>
            </a:lvl4pPr>
            <a:lvl5pPr algn="l">
              <a:defRPr sz="3150" b="1">
                <a:solidFill>
                  <a:srgbClr val="17324D"/>
                </a:solidFill>
                <a:latin typeface="Arial"/>
                <a:ea typeface="Arial"/>
                <a:cs typeface="Arial"/>
              </a:defRPr>
            </a:lvl5pPr>
            <a:lvl6pPr algn="l">
              <a:defRPr sz="3150" b="1">
                <a:solidFill>
                  <a:srgbClr val="17324D"/>
                </a:solidFill>
                <a:latin typeface="Arial"/>
                <a:ea typeface="Arial"/>
                <a:cs typeface="Arial"/>
              </a:defRPr>
            </a:lvl6pPr>
            <a:lvl7pPr algn="l">
              <a:defRPr sz="3150" b="1">
                <a:solidFill>
                  <a:srgbClr val="17324D"/>
                </a:solidFill>
                <a:latin typeface="Arial"/>
                <a:ea typeface="Arial"/>
                <a:cs typeface="Arial"/>
              </a:defRPr>
            </a:lvl7pPr>
            <a:lvl8pPr algn="l">
              <a:defRPr sz="3150" b="1">
                <a:solidFill>
                  <a:srgbClr val="17324D"/>
                </a:solidFill>
                <a:latin typeface="Arial"/>
                <a:ea typeface="Arial"/>
                <a:cs typeface="Arial"/>
              </a:defRPr>
            </a:lvl8pPr>
            <a:lvl9pPr algn="l">
              <a:defRPr sz="3150" b="1">
                <a:solidFill>
                  <a:srgbClr val="17324D"/>
                </a:solidFill>
                <a:latin typeface="Arial"/>
                <a:ea typeface="Arial"/>
                <a:cs typeface="Arial"/>
              </a:defRPr>
            </a:lvl9pPr>
          </a:lstStyle>
          <a:p xmlns:a="http://schemas.openxmlformats.org/drawingml/2006/main">
            <a:pPr algn="l">
              <a:defRPr sz="3150" b="1">
                <a:solidFill>
                  <a:srgbClr val="17324D"/>
                </a:solidFill>
                <a:latin typeface="Arial"/>
                <a:ea typeface="Arial"/>
                <a:cs typeface="Arial"/>
              </a:defRPr>
            </a:pPr>
            <a:r>
              <a:rPr sz="3150" b="1">
                <a:solidFill>
                  <a:srgbClr val="17324D"/>
                </a:solidFill>
                <a:latin typeface="Arial"/>
                <a:ea typeface="Arial"/>
                <a:cs typeface="Arial"/>
              </a:rPr>
              <a:t>Dónde se equivoca la CNN</a:t>
            </a:r>
          </a:p>
        </p:txBody>
      </p:sp>
      <p:sp>
        <p:nvSpPr>
          <p:cNvPr id="2" name="">
            <a:extLst xmlns:a="http://schemas.openxmlformats.org/drawingml/2006/main">
              <a:ext uri="{FF2B5EF4-FFF2-40B4-BE49-F238E27FC236}">
                <a16:creationId xmlns:a16="http://schemas.microsoft.com/office/drawing/2014/main" id="{02EED11F-EB7E-4E18-A32E-2A720E5EE0FE}"/>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defRPr sz="1200" b="0">
                <a:solidFill>
                  <a:srgbClr val="4E5C68"/>
                </a:solidFill>
                <a:latin typeface="Arial"/>
                <a:ea typeface="Arial"/>
                <a:cs typeface="Arial"/>
              </a:defRPr>
            </a:lvl1pPr>
            <a:lvl2pPr algn="r">
              <a:defRPr sz="1200" b="0">
                <a:solidFill>
                  <a:srgbClr val="4E5C68"/>
                </a:solidFill>
                <a:latin typeface="Arial"/>
                <a:ea typeface="Arial"/>
                <a:cs typeface="Arial"/>
              </a:defRPr>
            </a:lvl2pPr>
            <a:lvl3pPr algn="r">
              <a:defRPr sz="1200" b="0">
                <a:solidFill>
                  <a:srgbClr val="4E5C68"/>
                </a:solidFill>
                <a:latin typeface="Arial"/>
                <a:ea typeface="Arial"/>
                <a:cs typeface="Arial"/>
              </a:defRPr>
            </a:lvl3pPr>
            <a:lvl4pPr algn="r">
              <a:defRPr sz="1200" b="0">
                <a:solidFill>
                  <a:srgbClr val="4E5C68"/>
                </a:solidFill>
                <a:latin typeface="Arial"/>
                <a:ea typeface="Arial"/>
                <a:cs typeface="Arial"/>
              </a:defRPr>
            </a:lvl4pPr>
            <a:lvl5pPr algn="r">
              <a:defRPr sz="1200" b="0">
                <a:solidFill>
                  <a:srgbClr val="4E5C68"/>
                </a:solidFill>
                <a:latin typeface="Arial"/>
                <a:ea typeface="Arial"/>
                <a:cs typeface="Arial"/>
              </a:defRPr>
            </a:lvl5pPr>
            <a:lvl6pPr algn="r">
              <a:defRPr sz="1200" b="0">
                <a:solidFill>
                  <a:srgbClr val="4E5C68"/>
                </a:solidFill>
                <a:latin typeface="Arial"/>
                <a:ea typeface="Arial"/>
                <a:cs typeface="Arial"/>
              </a:defRPr>
            </a:lvl6pPr>
            <a:lvl7pPr algn="r">
              <a:defRPr sz="1200" b="0">
                <a:solidFill>
                  <a:srgbClr val="4E5C68"/>
                </a:solidFill>
                <a:latin typeface="Arial"/>
                <a:ea typeface="Arial"/>
                <a:cs typeface="Arial"/>
              </a:defRPr>
            </a:lvl7pPr>
            <a:lvl8pPr algn="r">
              <a:defRPr sz="1200" b="0">
                <a:solidFill>
                  <a:srgbClr val="4E5C68"/>
                </a:solidFill>
                <a:latin typeface="Arial"/>
                <a:ea typeface="Arial"/>
                <a:cs typeface="Arial"/>
              </a:defRPr>
            </a:lvl8pPr>
            <a:lvl9pPr algn="r">
              <a:defRPr sz="1200" b="0">
                <a:solidFill>
                  <a:srgbClr val="4E5C68"/>
                </a:solidFill>
                <a:latin typeface="Arial"/>
                <a:ea typeface="Arial"/>
                <a:cs typeface="Arial"/>
              </a:defRPr>
            </a:lvl9pPr>
          </a:lstStyle>
          <a:p xmlns:a="http://schemas.openxmlformats.org/drawingml/2006/main">
            <a:pPr algn="r">
              <a:defRPr sz="1200" b="0">
                <a:solidFill>
                  <a:srgbClr val="4E5C68"/>
                </a:solidFill>
                <a:latin typeface="Arial"/>
                <a:ea typeface="Arial"/>
                <a:cs typeface="Arial"/>
              </a:defRPr>
            </a:pPr>
            <a:r>
              <a:rPr sz="1200" b="0">
                <a:solidFill>
                  <a:srgbClr val="4E5C68"/>
                </a:solidFill>
                <a:latin typeface="Arial"/>
                <a:ea typeface="Arial"/>
                <a:cs typeface="Arial"/>
              </a:rPr>
              <a:t>9 / 10</a:t>
            </a:r>
          </a:p>
        </p:txBody>
      </p:sp>
      <p:pic>
        <p:nvPicPr>
          <p:cNvPr id="3" name="">
            <a:extLst xmlns:a="http://schemas.openxmlformats.org/drawingml/2006/main">
              <a:ext uri="{FF2B5EF4-FFF2-40B4-BE49-F238E27FC236}">
                <a16:creationId xmlns:a16="http://schemas.microsoft.com/office/drawing/2014/main" id="{2ACA6079-9898-4AD2-9797-043628ABE187}"/>
              </a:ext>
            </a:extLst>
          </p:cNvPr>
          <p:cNvPicPr>
            <a:picLocks xmlns:a="http://schemas.openxmlformats.org/drawingml/2006/main" noChangeAspect="1"/>
          </p:cNvPicPr>
          <p:nvPr/>
        </p:nvPicPr>
        <p:blipFill>
          <a:blip xmlns:r="http://schemas.openxmlformats.org/officeDocument/2006/relationships" xmlns:a="http://schemas.openxmlformats.org/drawingml/2006/main" r:embed="R6ede197876864f5f"/>
          <a:stretch xmlns:a="http://schemas.openxmlformats.org/drawingml/2006/main"/>
        </p:blipFill>
        <p:spPr>
          <a:xfrm xmlns:a="http://schemas.openxmlformats.org/drawingml/2006/main">
            <a:off x="1831628" y="1285875"/>
            <a:ext cx="4328218"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6BE56A3-C6FD-4C90-91E8-A9A6B62D48ED}"/>
              </a:ext>
            </a:extLst>
          </p:cNvPr>
          <p:cNvSpPr>
            <a:spLocks xmlns:a="http://schemas.openxmlformats.org/drawingml/2006/main" noGrp="1"/>
          </p:cNvSpPr>
          <p:nvPr/>
        </p:nvSpPr>
        <p:spPr>
          <a:xfrm xmlns:a="http://schemas.openxmlformats.org/drawingml/2006/main">
            <a:off x="7953375" y="1476375"/>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087F8C"/>
                </a:solidFill>
                <a:latin typeface="Arial"/>
                <a:ea typeface="Arial"/>
                <a:cs typeface="Arial"/>
              </a:defRPr>
            </a:defPPr>
            <a:lvl1pPr algn="l">
              <a:defRPr sz="2175" b="1">
                <a:solidFill>
                  <a:srgbClr val="087F8C"/>
                </a:solidFill>
                <a:latin typeface="Arial"/>
                <a:ea typeface="Arial"/>
                <a:cs typeface="Arial"/>
              </a:defRPr>
            </a:lvl1pPr>
            <a:lvl2pPr algn="l">
              <a:defRPr sz="2175" b="1">
                <a:solidFill>
                  <a:srgbClr val="087F8C"/>
                </a:solidFill>
                <a:latin typeface="Arial"/>
                <a:ea typeface="Arial"/>
                <a:cs typeface="Arial"/>
              </a:defRPr>
            </a:lvl2pPr>
            <a:lvl3pPr algn="l">
              <a:defRPr sz="2175" b="1">
                <a:solidFill>
                  <a:srgbClr val="087F8C"/>
                </a:solidFill>
                <a:latin typeface="Arial"/>
                <a:ea typeface="Arial"/>
                <a:cs typeface="Arial"/>
              </a:defRPr>
            </a:lvl3pPr>
            <a:lvl4pPr algn="l">
              <a:defRPr sz="2175" b="1">
                <a:solidFill>
                  <a:srgbClr val="087F8C"/>
                </a:solidFill>
                <a:latin typeface="Arial"/>
                <a:ea typeface="Arial"/>
                <a:cs typeface="Arial"/>
              </a:defRPr>
            </a:lvl4pPr>
            <a:lvl5pPr algn="l">
              <a:defRPr sz="2175" b="1">
                <a:solidFill>
                  <a:srgbClr val="087F8C"/>
                </a:solidFill>
                <a:latin typeface="Arial"/>
                <a:ea typeface="Arial"/>
                <a:cs typeface="Arial"/>
              </a:defRPr>
            </a:lvl5pPr>
            <a:lvl6pPr algn="l">
              <a:defRPr sz="2175" b="1">
                <a:solidFill>
                  <a:srgbClr val="087F8C"/>
                </a:solidFill>
                <a:latin typeface="Arial"/>
                <a:ea typeface="Arial"/>
                <a:cs typeface="Arial"/>
              </a:defRPr>
            </a:lvl6pPr>
            <a:lvl7pPr algn="l">
              <a:defRPr sz="2175" b="1">
                <a:solidFill>
                  <a:srgbClr val="087F8C"/>
                </a:solidFill>
                <a:latin typeface="Arial"/>
                <a:ea typeface="Arial"/>
                <a:cs typeface="Arial"/>
              </a:defRPr>
            </a:lvl7pPr>
            <a:lvl8pPr algn="l">
              <a:defRPr sz="2175" b="1">
                <a:solidFill>
                  <a:srgbClr val="087F8C"/>
                </a:solidFill>
                <a:latin typeface="Arial"/>
                <a:ea typeface="Arial"/>
                <a:cs typeface="Arial"/>
              </a:defRPr>
            </a:lvl8pPr>
            <a:lvl9pPr algn="l">
              <a:defRPr sz="2175" b="1">
                <a:solidFill>
                  <a:srgbClr val="087F8C"/>
                </a:solidFill>
                <a:latin typeface="Arial"/>
                <a:ea typeface="Arial"/>
                <a:cs typeface="Arial"/>
              </a:defRPr>
            </a:lvl9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Confusiones frecuentes</a:t>
            </a:r>
          </a:p>
        </p:txBody>
      </p:sp>
      <p:sp>
        <p:nvSpPr>
          <p:cNvPr id="5" name="">
            <a:extLst xmlns:a="http://schemas.openxmlformats.org/drawingml/2006/main">
              <a:ext uri="{FF2B5EF4-FFF2-40B4-BE49-F238E27FC236}">
                <a16:creationId xmlns:a16="http://schemas.microsoft.com/office/drawing/2014/main" id="{3FDCB774-0E58-457D-BDA7-1CFA315705A7}"/>
              </a:ext>
            </a:extLst>
          </p:cNvPr>
          <p:cNvSpPr>
            <a:spLocks xmlns:a="http://schemas.openxmlformats.org/drawingml/2006/main" noGrp="1"/>
          </p:cNvSpPr>
          <p:nvPr/>
        </p:nvSpPr>
        <p:spPr>
          <a:xfrm xmlns:a="http://schemas.openxmlformats.org/drawingml/2006/main">
            <a:off x="8143875" y="20764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defRPr sz="1725" b="1">
                <a:solidFill>
                  <a:srgbClr val="17324D"/>
                </a:solidFill>
                <a:latin typeface="Arial"/>
                <a:ea typeface="Arial"/>
                <a:cs typeface="Arial"/>
              </a:defRPr>
            </a:lvl1pPr>
            <a:lvl2pPr algn="l">
              <a:defRPr sz="1725" b="1">
                <a:solidFill>
                  <a:srgbClr val="17324D"/>
                </a:solidFill>
                <a:latin typeface="Arial"/>
                <a:ea typeface="Arial"/>
                <a:cs typeface="Arial"/>
              </a:defRPr>
            </a:lvl2pPr>
            <a:lvl3pPr algn="l">
              <a:defRPr sz="1725" b="1">
                <a:solidFill>
                  <a:srgbClr val="17324D"/>
                </a:solidFill>
                <a:latin typeface="Arial"/>
                <a:ea typeface="Arial"/>
                <a:cs typeface="Arial"/>
              </a:defRPr>
            </a:lvl3pPr>
            <a:lvl4pPr algn="l">
              <a:defRPr sz="1725" b="1">
                <a:solidFill>
                  <a:srgbClr val="17324D"/>
                </a:solidFill>
                <a:latin typeface="Arial"/>
                <a:ea typeface="Arial"/>
                <a:cs typeface="Arial"/>
              </a:defRPr>
            </a:lvl4pPr>
            <a:lvl5pPr algn="l">
              <a:defRPr sz="1725" b="1">
                <a:solidFill>
                  <a:srgbClr val="17324D"/>
                </a:solidFill>
                <a:latin typeface="Arial"/>
                <a:ea typeface="Arial"/>
                <a:cs typeface="Arial"/>
              </a:defRPr>
            </a:lvl5pPr>
            <a:lvl6pPr algn="l">
              <a:defRPr sz="1725" b="1">
                <a:solidFill>
                  <a:srgbClr val="17324D"/>
                </a:solidFill>
                <a:latin typeface="Arial"/>
                <a:ea typeface="Arial"/>
                <a:cs typeface="Arial"/>
              </a:defRPr>
            </a:lvl6pPr>
            <a:lvl7pPr algn="l">
              <a:defRPr sz="1725" b="1">
                <a:solidFill>
                  <a:srgbClr val="17324D"/>
                </a:solidFill>
                <a:latin typeface="Arial"/>
                <a:ea typeface="Arial"/>
                <a:cs typeface="Arial"/>
              </a:defRPr>
            </a:lvl7pPr>
            <a:lvl8pPr algn="l">
              <a:defRPr sz="1725" b="1">
                <a:solidFill>
                  <a:srgbClr val="17324D"/>
                </a:solidFill>
                <a:latin typeface="Arial"/>
                <a:ea typeface="Arial"/>
                <a:cs typeface="Arial"/>
              </a:defRPr>
            </a:lvl8pPr>
            <a:lvl9pPr algn="l">
              <a:defRPr sz="1725" b="1">
                <a:solidFill>
                  <a:srgbClr val="17324D"/>
                </a:solidFill>
                <a:latin typeface="Arial"/>
                <a:ea typeface="Arial"/>
                <a:cs typeface="Arial"/>
              </a:defRPr>
            </a:lvl9pPr>
          </a:lstStyle>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T → X: 22</a:t>
            </a:r>
          </a:p>
        </p:txBody>
      </p:sp>
      <p:sp>
        <p:nvSpPr>
          <p:cNvPr id="6" name="">
            <a:extLst xmlns:a="http://schemas.openxmlformats.org/drawingml/2006/main">
              <a:ext uri="{FF2B5EF4-FFF2-40B4-BE49-F238E27FC236}">
                <a16:creationId xmlns:a16="http://schemas.microsoft.com/office/drawing/2014/main" id="{16B1DA85-C099-4118-808F-E1EC567C3DCB}"/>
              </a:ext>
            </a:extLst>
          </p:cNvPr>
          <p:cNvSpPr>
            <a:spLocks xmlns:a="http://schemas.openxmlformats.org/drawingml/2006/main" noGrp="1"/>
          </p:cNvSpPr>
          <p:nvPr/>
        </p:nvSpPr>
        <p:spPr>
          <a:xfrm xmlns:a="http://schemas.openxmlformats.org/drawingml/2006/main">
            <a:off x="8143875" y="25527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defRPr sz="1725" b="1">
                <a:solidFill>
                  <a:srgbClr val="17324D"/>
                </a:solidFill>
                <a:latin typeface="Arial"/>
                <a:ea typeface="Arial"/>
                <a:cs typeface="Arial"/>
              </a:defRPr>
            </a:lvl1pPr>
            <a:lvl2pPr algn="l">
              <a:defRPr sz="1725" b="1">
                <a:solidFill>
                  <a:srgbClr val="17324D"/>
                </a:solidFill>
                <a:latin typeface="Arial"/>
                <a:ea typeface="Arial"/>
                <a:cs typeface="Arial"/>
              </a:defRPr>
            </a:lvl2pPr>
            <a:lvl3pPr algn="l">
              <a:defRPr sz="1725" b="1">
                <a:solidFill>
                  <a:srgbClr val="17324D"/>
                </a:solidFill>
                <a:latin typeface="Arial"/>
                <a:ea typeface="Arial"/>
                <a:cs typeface="Arial"/>
              </a:defRPr>
            </a:lvl3pPr>
            <a:lvl4pPr algn="l">
              <a:defRPr sz="1725" b="1">
                <a:solidFill>
                  <a:srgbClr val="17324D"/>
                </a:solidFill>
                <a:latin typeface="Arial"/>
                <a:ea typeface="Arial"/>
                <a:cs typeface="Arial"/>
              </a:defRPr>
            </a:lvl4pPr>
            <a:lvl5pPr algn="l">
              <a:defRPr sz="1725" b="1">
                <a:solidFill>
                  <a:srgbClr val="17324D"/>
                </a:solidFill>
                <a:latin typeface="Arial"/>
                <a:ea typeface="Arial"/>
                <a:cs typeface="Arial"/>
              </a:defRPr>
            </a:lvl5pPr>
            <a:lvl6pPr algn="l">
              <a:defRPr sz="1725" b="1">
                <a:solidFill>
                  <a:srgbClr val="17324D"/>
                </a:solidFill>
                <a:latin typeface="Arial"/>
                <a:ea typeface="Arial"/>
                <a:cs typeface="Arial"/>
              </a:defRPr>
            </a:lvl6pPr>
            <a:lvl7pPr algn="l">
              <a:defRPr sz="1725" b="1">
                <a:solidFill>
                  <a:srgbClr val="17324D"/>
                </a:solidFill>
                <a:latin typeface="Arial"/>
                <a:ea typeface="Arial"/>
                <a:cs typeface="Arial"/>
              </a:defRPr>
            </a:lvl7pPr>
            <a:lvl8pPr algn="l">
              <a:defRPr sz="1725" b="1">
                <a:solidFill>
                  <a:srgbClr val="17324D"/>
                </a:solidFill>
                <a:latin typeface="Arial"/>
                <a:ea typeface="Arial"/>
                <a:cs typeface="Arial"/>
              </a:defRPr>
            </a:lvl8pPr>
            <a:lvl9pPr algn="l">
              <a:defRPr sz="1725" b="1">
                <a:solidFill>
                  <a:srgbClr val="17324D"/>
                </a:solidFill>
                <a:latin typeface="Arial"/>
                <a:ea typeface="Arial"/>
                <a:cs typeface="Arial"/>
              </a:defRPr>
            </a:lvl9pPr>
          </a:lstStyle>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R → V: 21</a:t>
            </a:r>
          </a:p>
        </p:txBody>
      </p:sp>
      <p:sp>
        <p:nvSpPr>
          <p:cNvPr id="7" name="">
            <a:extLst xmlns:a="http://schemas.openxmlformats.org/drawingml/2006/main">
              <a:ext uri="{FF2B5EF4-FFF2-40B4-BE49-F238E27FC236}">
                <a16:creationId xmlns:a16="http://schemas.microsoft.com/office/drawing/2014/main" id="{A954C030-CEE5-4CBD-BF4B-487526EC1E51}"/>
              </a:ext>
            </a:extLst>
          </p:cNvPr>
          <p:cNvSpPr>
            <a:spLocks xmlns:a="http://schemas.openxmlformats.org/drawingml/2006/main" noGrp="1"/>
          </p:cNvSpPr>
          <p:nvPr/>
        </p:nvSpPr>
        <p:spPr>
          <a:xfrm xmlns:a="http://schemas.openxmlformats.org/drawingml/2006/main">
            <a:off x="8143875" y="30289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defRPr sz="1725" b="1">
                <a:solidFill>
                  <a:srgbClr val="17324D"/>
                </a:solidFill>
                <a:latin typeface="Arial"/>
                <a:ea typeface="Arial"/>
                <a:cs typeface="Arial"/>
              </a:defRPr>
            </a:lvl1pPr>
            <a:lvl2pPr algn="l">
              <a:defRPr sz="1725" b="1">
                <a:solidFill>
                  <a:srgbClr val="17324D"/>
                </a:solidFill>
                <a:latin typeface="Arial"/>
                <a:ea typeface="Arial"/>
                <a:cs typeface="Arial"/>
              </a:defRPr>
            </a:lvl2pPr>
            <a:lvl3pPr algn="l">
              <a:defRPr sz="1725" b="1">
                <a:solidFill>
                  <a:srgbClr val="17324D"/>
                </a:solidFill>
                <a:latin typeface="Arial"/>
                <a:ea typeface="Arial"/>
                <a:cs typeface="Arial"/>
              </a:defRPr>
            </a:lvl3pPr>
            <a:lvl4pPr algn="l">
              <a:defRPr sz="1725" b="1">
                <a:solidFill>
                  <a:srgbClr val="17324D"/>
                </a:solidFill>
                <a:latin typeface="Arial"/>
                <a:ea typeface="Arial"/>
                <a:cs typeface="Arial"/>
              </a:defRPr>
            </a:lvl4pPr>
            <a:lvl5pPr algn="l">
              <a:defRPr sz="1725" b="1">
                <a:solidFill>
                  <a:srgbClr val="17324D"/>
                </a:solidFill>
                <a:latin typeface="Arial"/>
                <a:ea typeface="Arial"/>
                <a:cs typeface="Arial"/>
              </a:defRPr>
            </a:lvl5pPr>
            <a:lvl6pPr algn="l">
              <a:defRPr sz="1725" b="1">
                <a:solidFill>
                  <a:srgbClr val="17324D"/>
                </a:solidFill>
                <a:latin typeface="Arial"/>
                <a:ea typeface="Arial"/>
                <a:cs typeface="Arial"/>
              </a:defRPr>
            </a:lvl6pPr>
            <a:lvl7pPr algn="l">
              <a:defRPr sz="1725" b="1">
                <a:solidFill>
                  <a:srgbClr val="17324D"/>
                </a:solidFill>
                <a:latin typeface="Arial"/>
                <a:ea typeface="Arial"/>
                <a:cs typeface="Arial"/>
              </a:defRPr>
            </a:lvl7pPr>
            <a:lvl8pPr algn="l">
              <a:defRPr sz="1725" b="1">
                <a:solidFill>
                  <a:srgbClr val="17324D"/>
                </a:solidFill>
                <a:latin typeface="Arial"/>
                <a:ea typeface="Arial"/>
                <a:cs typeface="Arial"/>
              </a:defRPr>
            </a:lvl8pPr>
            <a:lvl9pPr algn="l">
              <a:defRPr sz="1725" b="1">
                <a:solidFill>
                  <a:srgbClr val="17324D"/>
                </a:solidFill>
                <a:latin typeface="Arial"/>
                <a:ea typeface="Arial"/>
                <a:cs typeface="Arial"/>
              </a:defRPr>
            </a:lvl9pPr>
          </a:lstStyle>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X → T: 21</a:t>
            </a:r>
          </a:p>
        </p:txBody>
      </p:sp>
      <p:sp>
        <p:nvSpPr>
          <p:cNvPr id="8" name="">
            <a:extLst xmlns:a="http://schemas.openxmlformats.org/drawingml/2006/main">
              <a:ext uri="{FF2B5EF4-FFF2-40B4-BE49-F238E27FC236}">
                <a16:creationId xmlns:a16="http://schemas.microsoft.com/office/drawing/2014/main" id="{96476CC1-122E-43F6-B64F-F1EC22915718}"/>
              </a:ext>
            </a:extLst>
          </p:cNvPr>
          <p:cNvSpPr>
            <a:spLocks xmlns:a="http://schemas.openxmlformats.org/drawingml/2006/main" noGrp="1"/>
          </p:cNvSpPr>
          <p:nvPr/>
        </p:nvSpPr>
        <p:spPr>
          <a:xfrm xmlns:a="http://schemas.openxmlformats.org/drawingml/2006/main">
            <a:off x="8143875" y="35052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defRPr sz="1725" b="1">
                <a:solidFill>
                  <a:srgbClr val="17324D"/>
                </a:solidFill>
                <a:latin typeface="Arial"/>
                <a:ea typeface="Arial"/>
                <a:cs typeface="Arial"/>
              </a:defRPr>
            </a:lvl1pPr>
            <a:lvl2pPr algn="l">
              <a:defRPr sz="1725" b="1">
                <a:solidFill>
                  <a:srgbClr val="17324D"/>
                </a:solidFill>
                <a:latin typeface="Arial"/>
                <a:ea typeface="Arial"/>
                <a:cs typeface="Arial"/>
              </a:defRPr>
            </a:lvl2pPr>
            <a:lvl3pPr algn="l">
              <a:defRPr sz="1725" b="1">
                <a:solidFill>
                  <a:srgbClr val="17324D"/>
                </a:solidFill>
                <a:latin typeface="Arial"/>
                <a:ea typeface="Arial"/>
                <a:cs typeface="Arial"/>
              </a:defRPr>
            </a:lvl3pPr>
            <a:lvl4pPr algn="l">
              <a:defRPr sz="1725" b="1">
                <a:solidFill>
                  <a:srgbClr val="17324D"/>
                </a:solidFill>
                <a:latin typeface="Arial"/>
                <a:ea typeface="Arial"/>
                <a:cs typeface="Arial"/>
              </a:defRPr>
            </a:lvl4pPr>
            <a:lvl5pPr algn="l">
              <a:defRPr sz="1725" b="1">
                <a:solidFill>
                  <a:srgbClr val="17324D"/>
                </a:solidFill>
                <a:latin typeface="Arial"/>
                <a:ea typeface="Arial"/>
                <a:cs typeface="Arial"/>
              </a:defRPr>
            </a:lvl5pPr>
            <a:lvl6pPr algn="l">
              <a:defRPr sz="1725" b="1">
                <a:solidFill>
                  <a:srgbClr val="17324D"/>
                </a:solidFill>
                <a:latin typeface="Arial"/>
                <a:ea typeface="Arial"/>
                <a:cs typeface="Arial"/>
              </a:defRPr>
            </a:lvl6pPr>
            <a:lvl7pPr algn="l">
              <a:defRPr sz="1725" b="1">
                <a:solidFill>
                  <a:srgbClr val="17324D"/>
                </a:solidFill>
                <a:latin typeface="Arial"/>
                <a:ea typeface="Arial"/>
                <a:cs typeface="Arial"/>
              </a:defRPr>
            </a:lvl7pPr>
            <a:lvl8pPr algn="l">
              <a:defRPr sz="1725" b="1">
                <a:solidFill>
                  <a:srgbClr val="17324D"/>
                </a:solidFill>
                <a:latin typeface="Arial"/>
                <a:ea typeface="Arial"/>
                <a:cs typeface="Arial"/>
              </a:defRPr>
            </a:lvl8pPr>
            <a:lvl9pPr algn="l">
              <a:defRPr sz="1725" b="1">
                <a:solidFill>
                  <a:srgbClr val="17324D"/>
                </a:solidFill>
                <a:latin typeface="Arial"/>
                <a:ea typeface="Arial"/>
                <a:cs typeface="Arial"/>
              </a:defRPr>
            </a:lvl9pPr>
          </a:lstStyle>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H → G: 20</a:t>
            </a:r>
          </a:p>
        </p:txBody>
      </p:sp>
      <p:sp>
        <p:nvSpPr>
          <p:cNvPr id="9" name="">
            <a:extLst xmlns:a="http://schemas.openxmlformats.org/drawingml/2006/main">
              <a:ext uri="{FF2B5EF4-FFF2-40B4-BE49-F238E27FC236}">
                <a16:creationId xmlns:a16="http://schemas.microsoft.com/office/drawing/2014/main" id="{82D49AD4-F2B9-4CF3-BA59-7045768EE0E4}"/>
              </a:ext>
            </a:extLst>
          </p:cNvPr>
          <p:cNvSpPr>
            <a:spLocks xmlns:a="http://schemas.openxmlformats.org/drawingml/2006/main" noGrp="1"/>
          </p:cNvSpPr>
          <p:nvPr/>
        </p:nvSpPr>
        <p:spPr>
          <a:xfrm xmlns:a="http://schemas.openxmlformats.org/drawingml/2006/main">
            <a:off x="8143875" y="39814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defRPr sz="1725" b="1">
                <a:solidFill>
                  <a:srgbClr val="17324D"/>
                </a:solidFill>
                <a:latin typeface="Arial"/>
                <a:ea typeface="Arial"/>
                <a:cs typeface="Arial"/>
              </a:defRPr>
            </a:lvl1pPr>
            <a:lvl2pPr algn="l">
              <a:defRPr sz="1725" b="1">
                <a:solidFill>
                  <a:srgbClr val="17324D"/>
                </a:solidFill>
                <a:latin typeface="Arial"/>
                <a:ea typeface="Arial"/>
                <a:cs typeface="Arial"/>
              </a:defRPr>
            </a:lvl2pPr>
            <a:lvl3pPr algn="l">
              <a:defRPr sz="1725" b="1">
                <a:solidFill>
                  <a:srgbClr val="17324D"/>
                </a:solidFill>
                <a:latin typeface="Arial"/>
                <a:ea typeface="Arial"/>
                <a:cs typeface="Arial"/>
              </a:defRPr>
            </a:lvl3pPr>
            <a:lvl4pPr algn="l">
              <a:defRPr sz="1725" b="1">
                <a:solidFill>
                  <a:srgbClr val="17324D"/>
                </a:solidFill>
                <a:latin typeface="Arial"/>
                <a:ea typeface="Arial"/>
                <a:cs typeface="Arial"/>
              </a:defRPr>
            </a:lvl4pPr>
            <a:lvl5pPr algn="l">
              <a:defRPr sz="1725" b="1">
                <a:solidFill>
                  <a:srgbClr val="17324D"/>
                </a:solidFill>
                <a:latin typeface="Arial"/>
                <a:ea typeface="Arial"/>
                <a:cs typeface="Arial"/>
              </a:defRPr>
            </a:lvl5pPr>
            <a:lvl6pPr algn="l">
              <a:defRPr sz="1725" b="1">
                <a:solidFill>
                  <a:srgbClr val="17324D"/>
                </a:solidFill>
                <a:latin typeface="Arial"/>
                <a:ea typeface="Arial"/>
                <a:cs typeface="Arial"/>
              </a:defRPr>
            </a:lvl6pPr>
            <a:lvl7pPr algn="l">
              <a:defRPr sz="1725" b="1">
                <a:solidFill>
                  <a:srgbClr val="17324D"/>
                </a:solidFill>
                <a:latin typeface="Arial"/>
                <a:ea typeface="Arial"/>
                <a:cs typeface="Arial"/>
              </a:defRPr>
            </a:lvl7pPr>
            <a:lvl8pPr algn="l">
              <a:defRPr sz="1725" b="1">
                <a:solidFill>
                  <a:srgbClr val="17324D"/>
                </a:solidFill>
                <a:latin typeface="Arial"/>
                <a:ea typeface="Arial"/>
                <a:cs typeface="Arial"/>
              </a:defRPr>
            </a:lvl8pPr>
            <a:lvl9pPr algn="l">
              <a:defRPr sz="1725" b="1">
                <a:solidFill>
                  <a:srgbClr val="17324D"/>
                </a:solidFill>
                <a:latin typeface="Arial"/>
                <a:ea typeface="Arial"/>
                <a:cs typeface="Arial"/>
              </a:defRPr>
            </a:lvl9pPr>
          </a:lstStyle>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G → P: 15</a:t>
            </a:r>
          </a:p>
        </p:txBody>
      </p:sp>
      <p:sp>
        <p:nvSpPr>
          <p:cNvPr id="10" name="">
            <a:extLst xmlns:a="http://schemas.openxmlformats.org/drawingml/2006/main">
              <a:ext uri="{FF2B5EF4-FFF2-40B4-BE49-F238E27FC236}">
                <a16:creationId xmlns:a16="http://schemas.microsoft.com/office/drawing/2014/main" id="{1BC6E69D-719F-42C6-AA58-EFA4E611F0CE}"/>
              </a:ext>
            </a:extLst>
          </p:cNvPr>
          <p:cNvSpPr>
            <a:spLocks xmlns:a="http://schemas.openxmlformats.org/drawingml/2006/main" noGrp="1"/>
          </p:cNvSpPr>
          <p:nvPr/>
        </p:nvSpPr>
        <p:spPr>
          <a:xfrm xmlns:a="http://schemas.openxmlformats.org/drawingml/2006/main">
            <a:off x="7953375" y="4619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087F8C"/>
                </a:solidFill>
                <a:latin typeface="Arial"/>
                <a:ea typeface="Arial"/>
                <a:cs typeface="Arial"/>
              </a:defRPr>
            </a:defPPr>
            <a:lvl1pPr algn="l">
              <a:defRPr sz="2025" b="1">
                <a:solidFill>
                  <a:srgbClr val="087F8C"/>
                </a:solidFill>
                <a:latin typeface="Arial"/>
                <a:ea typeface="Arial"/>
                <a:cs typeface="Arial"/>
              </a:defRPr>
            </a:lvl1pPr>
            <a:lvl2pPr algn="l">
              <a:defRPr sz="2025" b="1">
                <a:solidFill>
                  <a:srgbClr val="087F8C"/>
                </a:solidFill>
                <a:latin typeface="Arial"/>
                <a:ea typeface="Arial"/>
                <a:cs typeface="Arial"/>
              </a:defRPr>
            </a:lvl2pPr>
            <a:lvl3pPr algn="l">
              <a:defRPr sz="2025" b="1">
                <a:solidFill>
                  <a:srgbClr val="087F8C"/>
                </a:solidFill>
                <a:latin typeface="Arial"/>
                <a:ea typeface="Arial"/>
                <a:cs typeface="Arial"/>
              </a:defRPr>
            </a:lvl3pPr>
            <a:lvl4pPr algn="l">
              <a:defRPr sz="2025" b="1">
                <a:solidFill>
                  <a:srgbClr val="087F8C"/>
                </a:solidFill>
                <a:latin typeface="Arial"/>
                <a:ea typeface="Arial"/>
                <a:cs typeface="Arial"/>
              </a:defRPr>
            </a:lvl4pPr>
            <a:lvl5pPr algn="l">
              <a:defRPr sz="2025" b="1">
                <a:solidFill>
                  <a:srgbClr val="087F8C"/>
                </a:solidFill>
                <a:latin typeface="Arial"/>
                <a:ea typeface="Arial"/>
                <a:cs typeface="Arial"/>
              </a:defRPr>
            </a:lvl5pPr>
            <a:lvl6pPr algn="l">
              <a:defRPr sz="2025" b="1">
                <a:solidFill>
                  <a:srgbClr val="087F8C"/>
                </a:solidFill>
                <a:latin typeface="Arial"/>
                <a:ea typeface="Arial"/>
                <a:cs typeface="Arial"/>
              </a:defRPr>
            </a:lvl6pPr>
            <a:lvl7pPr algn="l">
              <a:defRPr sz="2025" b="1">
                <a:solidFill>
                  <a:srgbClr val="087F8C"/>
                </a:solidFill>
                <a:latin typeface="Arial"/>
                <a:ea typeface="Arial"/>
                <a:cs typeface="Arial"/>
              </a:defRPr>
            </a:lvl7pPr>
            <a:lvl8pPr algn="l">
              <a:defRPr sz="2025" b="1">
                <a:solidFill>
                  <a:srgbClr val="087F8C"/>
                </a:solidFill>
                <a:latin typeface="Arial"/>
                <a:ea typeface="Arial"/>
                <a:cs typeface="Arial"/>
              </a:defRPr>
            </a:lvl8pPr>
            <a:lvl9pPr algn="l">
              <a:defRPr sz="2025" b="1">
                <a:solidFill>
                  <a:srgbClr val="087F8C"/>
                </a:solidFill>
                <a:latin typeface="Arial"/>
                <a:ea typeface="Arial"/>
                <a:cs typeface="Arial"/>
              </a:defRPr>
            </a:lvl9pPr>
          </a:lstStyle>
          <a:p xmlns:a="http://schemas.openxmlformats.org/drawingml/2006/main">
            <a:pPr algn="l">
              <a:defRPr sz="2025" b="1">
                <a:solidFill>
                  <a:srgbClr val="087F8C"/>
                </a:solidFill>
                <a:latin typeface="Arial"/>
                <a:ea typeface="Arial"/>
                <a:cs typeface="Arial"/>
              </a:defRPr>
            </a:pPr>
            <a:r>
              <a:rPr sz="2025" b="1">
                <a:solidFill>
                  <a:srgbClr val="087F8C"/>
                </a:solidFill>
                <a:latin typeface="Arial"/>
                <a:ea typeface="Arial"/>
                <a:cs typeface="Arial"/>
              </a:rPr>
              <a:t>Menor F1</a:t>
            </a:r>
          </a:p>
        </p:txBody>
      </p:sp>
      <p:sp>
        <p:nvSpPr>
          <p:cNvPr id="11" name="">
            <a:extLst xmlns:a="http://schemas.openxmlformats.org/drawingml/2006/main">
              <a:ext uri="{FF2B5EF4-FFF2-40B4-BE49-F238E27FC236}">
                <a16:creationId xmlns:a16="http://schemas.microsoft.com/office/drawing/2014/main" id="{3493A918-C7DA-4C49-843D-BD69EC6C8FAC}"/>
              </a:ext>
            </a:extLst>
          </p:cNvPr>
          <p:cNvSpPr>
            <a:spLocks xmlns:a="http://schemas.openxmlformats.org/drawingml/2006/main" noGrp="1"/>
          </p:cNvSpPr>
          <p:nvPr/>
        </p:nvSpPr>
        <p:spPr>
          <a:xfrm xmlns:a="http://schemas.openxmlformats.org/drawingml/2006/main">
            <a:off x="7953375" y="5048250"/>
            <a:ext cx="333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263746"/>
                </a:solidFill>
                <a:latin typeface="Arial"/>
                <a:ea typeface="Arial"/>
                <a:cs typeface="Arial"/>
              </a:defRPr>
            </a:defPPr>
            <a:lvl1pPr algn="l">
              <a:defRPr sz="1650" b="0">
                <a:solidFill>
                  <a:srgbClr val="263746"/>
                </a:solidFill>
                <a:latin typeface="Arial"/>
                <a:ea typeface="Arial"/>
                <a:cs typeface="Arial"/>
              </a:defRPr>
            </a:lvl1pPr>
            <a:lvl2pPr algn="l">
              <a:defRPr sz="1650" b="0">
                <a:solidFill>
                  <a:srgbClr val="263746"/>
                </a:solidFill>
                <a:latin typeface="Arial"/>
                <a:ea typeface="Arial"/>
                <a:cs typeface="Arial"/>
              </a:defRPr>
            </a:lvl2pPr>
            <a:lvl3pPr algn="l">
              <a:defRPr sz="1650" b="0">
                <a:solidFill>
                  <a:srgbClr val="263746"/>
                </a:solidFill>
                <a:latin typeface="Arial"/>
                <a:ea typeface="Arial"/>
                <a:cs typeface="Arial"/>
              </a:defRPr>
            </a:lvl3pPr>
            <a:lvl4pPr algn="l">
              <a:defRPr sz="1650" b="0">
                <a:solidFill>
                  <a:srgbClr val="263746"/>
                </a:solidFill>
                <a:latin typeface="Arial"/>
                <a:ea typeface="Arial"/>
                <a:cs typeface="Arial"/>
              </a:defRPr>
            </a:lvl4pPr>
            <a:lvl5pPr algn="l">
              <a:defRPr sz="1650" b="0">
                <a:solidFill>
                  <a:srgbClr val="263746"/>
                </a:solidFill>
                <a:latin typeface="Arial"/>
                <a:ea typeface="Arial"/>
                <a:cs typeface="Arial"/>
              </a:defRPr>
            </a:lvl5pPr>
            <a:lvl6pPr algn="l">
              <a:defRPr sz="1650" b="0">
                <a:solidFill>
                  <a:srgbClr val="263746"/>
                </a:solidFill>
                <a:latin typeface="Arial"/>
                <a:ea typeface="Arial"/>
                <a:cs typeface="Arial"/>
              </a:defRPr>
            </a:lvl6pPr>
            <a:lvl7pPr algn="l">
              <a:defRPr sz="1650" b="0">
                <a:solidFill>
                  <a:srgbClr val="263746"/>
                </a:solidFill>
                <a:latin typeface="Arial"/>
                <a:ea typeface="Arial"/>
                <a:cs typeface="Arial"/>
              </a:defRPr>
            </a:lvl7pPr>
            <a:lvl8pPr algn="l">
              <a:defRPr sz="1650" b="0">
                <a:solidFill>
                  <a:srgbClr val="263746"/>
                </a:solidFill>
                <a:latin typeface="Arial"/>
                <a:ea typeface="Arial"/>
                <a:cs typeface="Arial"/>
              </a:defRPr>
            </a:lvl8pPr>
            <a:lvl9pPr algn="l">
              <a:defRPr sz="1650" b="0">
                <a:solidFill>
                  <a:srgbClr val="263746"/>
                </a:solidFill>
                <a:latin typeface="Arial"/>
                <a:ea typeface="Arial"/>
                <a:cs typeface="Arial"/>
              </a:defRPr>
            </a:lvl9pPr>
          </a:lstStyle>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T 0,9065 · R 0,9111 · X 0,9196</a:t>
            </a:r>
          </a:p>
        </p:txBody>
      </p:sp>
      <p:sp>
        <p:nvSpPr>
          <p:cNvPr id="12" name="">
            <a:extLst xmlns:a="http://schemas.openxmlformats.org/drawingml/2006/main">
              <a:ext uri="{FF2B5EF4-FFF2-40B4-BE49-F238E27FC236}">
                <a16:creationId xmlns:a16="http://schemas.microsoft.com/office/drawing/2014/main" id="{EF629564-C192-42FA-8889-93524425381B}"/>
              </a:ext>
            </a:extLst>
          </p:cNvPr>
          <p:cNvSpPr>
            <a:spLocks xmlns:a="http://schemas.openxmlformats.org/drawingml/2006/main" noGrp="1"/>
          </p:cNvSpPr>
          <p:nvPr/>
        </p:nvSpPr>
        <p:spPr>
          <a:xfrm xmlns:a="http://schemas.openxmlformats.org/drawingml/2006/main">
            <a:off x="609600" y="58864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4E5C68"/>
                </a:solidFill>
                <a:latin typeface="Arial"/>
                <a:ea typeface="Arial"/>
                <a:cs typeface="Arial"/>
              </a:defRPr>
            </a:defPPr>
            <a:lvl1pPr algn="l">
              <a:defRPr sz="1725" b="0">
                <a:solidFill>
                  <a:srgbClr val="4E5C68"/>
                </a:solidFill>
                <a:latin typeface="Arial"/>
                <a:ea typeface="Arial"/>
                <a:cs typeface="Arial"/>
              </a:defRPr>
            </a:lvl1pPr>
            <a:lvl2pPr algn="l">
              <a:defRPr sz="1725" b="0">
                <a:solidFill>
                  <a:srgbClr val="4E5C68"/>
                </a:solidFill>
                <a:latin typeface="Arial"/>
                <a:ea typeface="Arial"/>
                <a:cs typeface="Arial"/>
              </a:defRPr>
            </a:lvl2pPr>
            <a:lvl3pPr algn="l">
              <a:defRPr sz="1725" b="0">
                <a:solidFill>
                  <a:srgbClr val="4E5C68"/>
                </a:solidFill>
                <a:latin typeface="Arial"/>
                <a:ea typeface="Arial"/>
                <a:cs typeface="Arial"/>
              </a:defRPr>
            </a:lvl3pPr>
            <a:lvl4pPr algn="l">
              <a:defRPr sz="1725" b="0">
                <a:solidFill>
                  <a:srgbClr val="4E5C68"/>
                </a:solidFill>
                <a:latin typeface="Arial"/>
                <a:ea typeface="Arial"/>
                <a:cs typeface="Arial"/>
              </a:defRPr>
            </a:lvl4pPr>
            <a:lvl5pPr algn="l">
              <a:defRPr sz="1725" b="0">
                <a:solidFill>
                  <a:srgbClr val="4E5C68"/>
                </a:solidFill>
                <a:latin typeface="Arial"/>
                <a:ea typeface="Arial"/>
                <a:cs typeface="Arial"/>
              </a:defRPr>
            </a:lvl5pPr>
            <a:lvl6pPr algn="l">
              <a:defRPr sz="1725" b="0">
                <a:solidFill>
                  <a:srgbClr val="4E5C68"/>
                </a:solidFill>
                <a:latin typeface="Arial"/>
                <a:ea typeface="Arial"/>
                <a:cs typeface="Arial"/>
              </a:defRPr>
            </a:lvl6pPr>
            <a:lvl7pPr algn="l">
              <a:defRPr sz="1725" b="0">
                <a:solidFill>
                  <a:srgbClr val="4E5C68"/>
                </a:solidFill>
                <a:latin typeface="Arial"/>
                <a:ea typeface="Arial"/>
                <a:cs typeface="Arial"/>
              </a:defRPr>
            </a:lvl7pPr>
            <a:lvl8pPr algn="l">
              <a:defRPr sz="1725" b="0">
                <a:solidFill>
                  <a:srgbClr val="4E5C68"/>
                </a:solidFill>
                <a:latin typeface="Arial"/>
                <a:ea typeface="Arial"/>
                <a:cs typeface="Arial"/>
              </a:defRPr>
            </a:lvl8pPr>
            <a:lvl9pPr algn="l">
              <a:defRPr sz="1725" b="0">
                <a:solidFill>
                  <a:srgbClr val="4E5C68"/>
                </a:solidFill>
                <a:latin typeface="Arial"/>
                <a:ea typeface="Arial"/>
                <a:cs typeface="Arial"/>
              </a:defRPr>
            </a:lvl9pPr>
          </a:lstStyle>
          <a:p xmlns:a="http://schemas.openxmlformats.org/drawingml/2006/main">
            <a:pPr algn="l">
              <a:defRPr sz="1725" b="0">
                <a:solidFill>
                  <a:srgbClr val="4E5C68"/>
                </a:solidFill>
                <a:latin typeface="Arial"/>
                <a:ea typeface="Arial"/>
                <a:cs typeface="Arial"/>
              </a:defRPr>
            </a:pPr>
            <a:r>
              <a:rPr sz="1725" b="0">
                <a:solidFill>
                  <a:srgbClr val="4E5C68"/>
                </a:solidFill>
                <a:latin typeface="Arial"/>
                <a:ea typeface="Arial"/>
                <a:cs typeface="Arial"/>
              </a:rPr>
              <a:t>La similitud visual es una hipótesis; la matriz no demuestra la causa del error.</a:t>
            </a:r>
          </a:p>
        </p:txBody>
      </p:sp>
    </p:spTree>
    <p:extLst>
      <p:ext uri="{BB962C8B-B14F-4D97-AF65-F5344CB8AC3E}">
        <p14:creationId xmlns:p14="http://schemas.microsoft.com/office/powerpoint/2010/main" val="21472089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6CC1730-276D-427D-9882-9E55230E6E2F}"/>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defRPr sz="3150" b="1">
                <a:solidFill>
                  <a:srgbClr val="17324D"/>
                </a:solidFill>
                <a:latin typeface="Arial"/>
                <a:ea typeface="Arial"/>
                <a:cs typeface="Arial"/>
              </a:defRPr>
            </a:lvl1pPr>
            <a:lvl2pPr algn="l">
              <a:defRPr sz="3150" b="1">
                <a:solidFill>
                  <a:srgbClr val="17324D"/>
                </a:solidFill>
                <a:latin typeface="Arial"/>
                <a:ea typeface="Arial"/>
                <a:cs typeface="Arial"/>
              </a:defRPr>
            </a:lvl2pPr>
            <a:lvl3pPr algn="l">
              <a:defRPr sz="3150" b="1">
                <a:solidFill>
                  <a:srgbClr val="17324D"/>
                </a:solidFill>
                <a:latin typeface="Arial"/>
                <a:ea typeface="Arial"/>
                <a:cs typeface="Arial"/>
              </a:defRPr>
            </a:lvl3pPr>
            <a:lvl4pPr algn="l">
              <a:defRPr sz="3150" b="1">
                <a:solidFill>
                  <a:srgbClr val="17324D"/>
                </a:solidFill>
                <a:latin typeface="Arial"/>
                <a:ea typeface="Arial"/>
                <a:cs typeface="Arial"/>
              </a:defRPr>
            </a:lvl4pPr>
            <a:lvl5pPr algn="l">
              <a:defRPr sz="3150" b="1">
                <a:solidFill>
                  <a:srgbClr val="17324D"/>
                </a:solidFill>
                <a:latin typeface="Arial"/>
                <a:ea typeface="Arial"/>
                <a:cs typeface="Arial"/>
              </a:defRPr>
            </a:lvl5pPr>
            <a:lvl6pPr algn="l">
              <a:defRPr sz="3150" b="1">
                <a:solidFill>
                  <a:srgbClr val="17324D"/>
                </a:solidFill>
                <a:latin typeface="Arial"/>
                <a:ea typeface="Arial"/>
                <a:cs typeface="Arial"/>
              </a:defRPr>
            </a:lvl6pPr>
            <a:lvl7pPr algn="l">
              <a:defRPr sz="3150" b="1">
                <a:solidFill>
                  <a:srgbClr val="17324D"/>
                </a:solidFill>
                <a:latin typeface="Arial"/>
                <a:ea typeface="Arial"/>
                <a:cs typeface="Arial"/>
              </a:defRPr>
            </a:lvl7pPr>
            <a:lvl8pPr algn="l">
              <a:defRPr sz="3150" b="1">
                <a:solidFill>
                  <a:srgbClr val="17324D"/>
                </a:solidFill>
                <a:latin typeface="Arial"/>
                <a:ea typeface="Arial"/>
                <a:cs typeface="Arial"/>
              </a:defRPr>
            </a:lvl8pPr>
            <a:lvl9pPr algn="l">
              <a:defRPr sz="3150" b="1">
                <a:solidFill>
                  <a:srgbClr val="17324D"/>
                </a:solidFill>
                <a:latin typeface="Arial"/>
                <a:ea typeface="Arial"/>
                <a:cs typeface="Arial"/>
              </a:defRPr>
            </a:lvl9pPr>
          </a:lstStyle>
          <a:p xmlns:a="http://schemas.openxmlformats.org/drawingml/2006/main">
            <a:pPr algn="l">
              <a:defRPr sz="3150" b="1">
                <a:solidFill>
                  <a:srgbClr val="17324D"/>
                </a:solidFill>
                <a:latin typeface="Arial"/>
                <a:ea typeface="Arial"/>
                <a:cs typeface="Arial"/>
              </a:defRPr>
            </a:pPr>
            <a:r>
              <a:rPr sz="3150" b="1">
                <a:solidFill>
                  <a:srgbClr val="17324D"/>
                </a:solidFill>
                <a:latin typeface="Arial"/>
                <a:ea typeface="Arial"/>
                <a:cs typeface="Arial"/>
              </a:rPr>
              <a:t>Conclusiones y próximos pasos</a:t>
            </a:r>
          </a:p>
        </p:txBody>
      </p:sp>
      <p:sp>
        <p:nvSpPr>
          <p:cNvPr id="2" name="">
            <a:extLst xmlns:a="http://schemas.openxmlformats.org/drawingml/2006/main">
              <a:ext uri="{FF2B5EF4-FFF2-40B4-BE49-F238E27FC236}">
                <a16:creationId xmlns:a16="http://schemas.microsoft.com/office/drawing/2014/main" id="{BD5695A0-AF2C-42A1-8E97-7C5D1E514B1F}"/>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defRPr sz="1200" b="0">
                <a:solidFill>
                  <a:srgbClr val="4E5C68"/>
                </a:solidFill>
                <a:latin typeface="Arial"/>
                <a:ea typeface="Arial"/>
                <a:cs typeface="Arial"/>
              </a:defRPr>
            </a:lvl1pPr>
            <a:lvl2pPr algn="r">
              <a:defRPr sz="1200" b="0">
                <a:solidFill>
                  <a:srgbClr val="4E5C68"/>
                </a:solidFill>
                <a:latin typeface="Arial"/>
                <a:ea typeface="Arial"/>
                <a:cs typeface="Arial"/>
              </a:defRPr>
            </a:lvl2pPr>
            <a:lvl3pPr algn="r">
              <a:defRPr sz="1200" b="0">
                <a:solidFill>
                  <a:srgbClr val="4E5C68"/>
                </a:solidFill>
                <a:latin typeface="Arial"/>
                <a:ea typeface="Arial"/>
                <a:cs typeface="Arial"/>
              </a:defRPr>
            </a:lvl3pPr>
            <a:lvl4pPr algn="r">
              <a:defRPr sz="1200" b="0">
                <a:solidFill>
                  <a:srgbClr val="4E5C68"/>
                </a:solidFill>
                <a:latin typeface="Arial"/>
                <a:ea typeface="Arial"/>
                <a:cs typeface="Arial"/>
              </a:defRPr>
            </a:lvl4pPr>
            <a:lvl5pPr algn="r">
              <a:defRPr sz="1200" b="0">
                <a:solidFill>
                  <a:srgbClr val="4E5C68"/>
                </a:solidFill>
                <a:latin typeface="Arial"/>
                <a:ea typeface="Arial"/>
                <a:cs typeface="Arial"/>
              </a:defRPr>
            </a:lvl5pPr>
            <a:lvl6pPr algn="r">
              <a:defRPr sz="1200" b="0">
                <a:solidFill>
                  <a:srgbClr val="4E5C68"/>
                </a:solidFill>
                <a:latin typeface="Arial"/>
                <a:ea typeface="Arial"/>
                <a:cs typeface="Arial"/>
              </a:defRPr>
            </a:lvl6pPr>
            <a:lvl7pPr algn="r">
              <a:defRPr sz="1200" b="0">
                <a:solidFill>
                  <a:srgbClr val="4E5C68"/>
                </a:solidFill>
                <a:latin typeface="Arial"/>
                <a:ea typeface="Arial"/>
                <a:cs typeface="Arial"/>
              </a:defRPr>
            </a:lvl7pPr>
            <a:lvl8pPr algn="r">
              <a:defRPr sz="1200" b="0">
                <a:solidFill>
                  <a:srgbClr val="4E5C68"/>
                </a:solidFill>
                <a:latin typeface="Arial"/>
                <a:ea typeface="Arial"/>
                <a:cs typeface="Arial"/>
              </a:defRPr>
            </a:lvl8pPr>
            <a:lvl9pPr algn="r">
              <a:defRPr sz="1200" b="0">
                <a:solidFill>
                  <a:srgbClr val="4E5C68"/>
                </a:solidFill>
                <a:latin typeface="Arial"/>
                <a:ea typeface="Arial"/>
                <a:cs typeface="Arial"/>
              </a:defRPr>
            </a:lvl9pPr>
          </a:lstStyle>
          <a:p xmlns:a="http://schemas.openxmlformats.org/drawingml/2006/main">
            <a:pPr algn="r">
              <a:defRPr sz="1200" b="0">
                <a:solidFill>
                  <a:srgbClr val="4E5C68"/>
                </a:solidFill>
                <a:latin typeface="Arial"/>
                <a:ea typeface="Arial"/>
                <a:cs typeface="Arial"/>
              </a:defRPr>
            </a:pPr>
            <a:r>
              <a:rPr sz="1200" b="0">
                <a:solidFill>
                  <a:srgbClr val="4E5C68"/>
                </a:solidFill>
                <a:latin typeface="Arial"/>
                <a:ea typeface="Arial"/>
                <a:cs typeface="Arial"/>
              </a:rPr>
              <a:t>10 / 10</a:t>
            </a:r>
          </a:p>
        </p:txBody>
      </p:sp>
      <p:sp>
        <p:nvSpPr>
          <p:cNvPr id="3" name="">
            <a:extLst xmlns:a="http://schemas.openxmlformats.org/drawingml/2006/main">
              <a:ext uri="{FF2B5EF4-FFF2-40B4-BE49-F238E27FC236}">
                <a16:creationId xmlns:a16="http://schemas.microsoft.com/office/drawing/2014/main" id="{A8CD51ED-DEB3-4F71-9DB3-0BE8EA8E8CF9}"/>
              </a:ext>
            </a:extLst>
          </p:cNvPr>
          <p:cNvSpPr>
            <a:spLocks xmlns:a="http://schemas.openxmlformats.org/drawingml/2006/main" noGrp="1"/>
          </p:cNvSpPr>
          <p:nvPr/>
        </p:nvSpPr>
        <p:spPr>
          <a:xfrm xmlns:a="http://schemas.openxmlformats.org/drawingml/2006/main">
            <a:off x="666750" y="14763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defRPr sz="3900" b="1">
                <a:solidFill>
                  <a:srgbClr val="087F8C"/>
                </a:solidFill>
                <a:latin typeface="Arial"/>
                <a:ea typeface="Arial"/>
                <a:cs typeface="Arial"/>
              </a:defRPr>
            </a:lvl1pPr>
            <a:lvl2pPr algn="ctr">
              <a:defRPr sz="3900" b="1">
                <a:solidFill>
                  <a:srgbClr val="087F8C"/>
                </a:solidFill>
                <a:latin typeface="Arial"/>
                <a:ea typeface="Arial"/>
                <a:cs typeface="Arial"/>
              </a:defRPr>
            </a:lvl2pPr>
            <a:lvl3pPr algn="ctr">
              <a:defRPr sz="3900" b="1">
                <a:solidFill>
                  <a:srgbClr val="087F8C"/>
                </a:solidFill>
                <a:latin typeface="Arial"/>
                <a:ea typeface="Arial"/>
                <a:cs typeface="Arial"/>
              </a:defRPr>
            </a:lvl3pPr>
            <a:lvl4pPr algn="ctr">
              <a:defRPr sz="3900" b="1">
                <a:solidFill>
                  <a:srgbClr val="087F8C"/>
                </a:solidFill>
                <a:latin typeface="Arial"/>
                <a:ea typeface="Arial"/>
                <a:cs typeface="Arial"/>
              </a:defRPr>
            </a:lvl4pPr>
            <a:lvl5pPr algn="ctr">
              <a:defRPr sz="3900" b="1">
                <a:solidFill>
                  <a:srgbClr val="087F8C"/>
                </a:solidFill>
                <a:latin typeface="Arial"/>
                <a:ea typeface="Arial"/>
                <a:cs typeface="Arial"/>
              </a:defRPr>
            </a:lvl5pPr>
            <a:lvl6pPr algn="ctr">
              <a:defRPr sz="3900" b="1">
                <a:solidFill>
                  <a:srgbClr val="087F8C"/>
                </a:solidFill>
                <a:latin typeface="Arial"/>
                <a:ea typeface="Arial"/>
                <a:cs typeface="Arial"/>
              </a:defRPr>
            </a:lvl6pPr>
            <a:lvl7pPr algn="ctr">
              <a:defRPr sz="3900" b="1">
                <a:solidFill>
                  <a:srgbClr val="087F8C"/>
                </a:solidFill>
                <a:latin typeface="Arial"/>
                <a:ea typeface="Arial"/>
                <a:cs typeface="Arial"/>
              </a:defRPr>
            </a:lvl7pPr>
            <a:lvl8pPr algn="ctr">
              <a:defRPr sz="3900" b="1">
                <a:solidFill>
                  <a:srgbClr val="087F8C"/>
                </a:solidFill>
                <a:latin typeface="Arial"/>
                <a:ea typeface="Arial"/>
                <a:cs typeface="Arial"/>
              </a:defRPr>
            </a:lvl8pPr>
            <a:lvl9pPr algn="ctr">
              <a:defRPr sz="3900" b="1">
                <a:solidFill>
                  <a:srgbClr val="087F8C"/>
                </a:solidFill>
                <a:latin typeface="Arial"/>
                <a:ea typeface="Arial"/>
                <a:cs typeface="Arial"/>
              </a:defRPr>
            </a:lvl9pPr>
          </a:lstStyle>
          <a:p xmlns:a="http://schemas.openxmlformats.org/drawingml/2006/main">
            <a:pPr algn="ctr">
              <a:defRPr sz="3900" b="1">
                <a:solidFill>
                  <a:srgbClr val="087F8C"/>
                </a:solidFill>
                <a:latin typeface="Arial"/>
                <a:ea typeface="Arial"/>
                <a:cs typeface="Arial"/>
              </a:defRPr>
            </a:pPr>
            <a:r>
              <a:rPr sz="3900" b="1">
                <a:solidFill>
                  <a:srgbClr val="087F8C"/>
                </a:solidFill>
                <a:latin typeface="Arial"/>
                <a:ea typeface="Arial"/>
                <a:cs typeface="Arial"/>
              </a:rPr>
              <a:t>98,03%</a:t>
            </a:r>
          </a:p>
        </p:txBody>
      </p:sp>
      <p:sp>
        <p:nvSpPr>
          <p:cNvPr id="4" name="">
            <a:extLst xmlns:a="http://schemas.openxmlformats.org/drawingml/2006/main">
              <a:ext uri="{FF2B5EF4-FFF2-40B4-BE49-F238E27FC236}">
                <a16:creationId xmlns:a16="http://schemas.microsoft.com/office/drawing/2014/main" id="{5B7B188D-D9D9-4AAF-A08D-642999E41838}"/>
              </a:ext>
            </a:extLst>
          </p:cNvPr>
          <p:cNvSpPr>
            <a:spLocks xmlns:a="http://schemas.openxmlformats.org/drawingml/2006/main" noGrp="1"/>
          </p:cNvSpPr>
          <p:nvPr/>
        </p:nvSpPr>
        <p:spPr>
          <a:xfrm xmlns:a="http://schemas.openxmlformats.org/drawingml/2006/main">
            <a:off x="666750" y="21336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defRPr sz="1500" b="0">
                <a:solidFill>
                  <a:srgbClr val="17324D"/>
                </a:solidFill>
                <a:latin typeface="Arial"/>
                <a:ea typeface="Arial"/>
                <a:cs typeface="Arial"/>
              </a:defRPr>
            </a:lvl1pPr>
            <a:lvl2pPr algn="ctr">
              <a:defRPr sz="1500" b="0">
                <a:solidFill>
                  <a:srgbClr val="17324D"/>
                </a:solidFill>
                <a:latin typeface="Arial"/>
                <a:ea typeface="Arial"/>
                <a:cs typeface="Arial"/>
              </a:defRPr>
            </a:lvl2pPr>
            <a:lvl3pPr algn="ctr">
              <a:defRPr sz="1500" b="0">
                <a:solidFill>
                  <a:srgbClr val="17324D"/>
                </a:solidFill>
                <a:latin typeface="Arial"/>
                <a:ea typeface="Arial"/>
                <a:cs typeface="Arial"/>
              </a:defRPr>
            </a:lvl3pPr>
            <a:lvl4pPr algn="ctr">
              <a:defRPr sz="1500" b="0">
                <a:solidFill>
                  <a:srgbClr val="17324D"/>
                </a:solidFill>
                <a:latin typeface="Arial"/>
                <a:ea typeface="Arial"/>
                <a:cs typeface="Arial"/>
              </a:defRPr>
            </a:lvl4pPr>
            <a:lvl5pPr algn="ctr">
              <a:defRPr sz="1500" b="0">
                <a:solidFill>
                  <a:srgbClr val="17324D"/>
                </a:solidFill>
                <a:latin typeface="Arial"/>
                <a:ea typeface="Arial"/>
                <a:cs typeface="Arial"/>
              </a:defRPr>
            </a:lvl5pPr>
            <a:lvl6pPr algn="ctr">
              <a:defRPr sz="1500" b="0">
                <a:solidFill>
                  <a:srgbClr val="17324D"/>
                </a:solidFill>
                <a:latin typeface="Arial"/>
                <a:ea typeface="Arial"/>
                <a:cs typeface="Arial"/>
              </a:defRPr>
            </a:lvl6pPr>
            <a:lvl7pPr algn="ctr">
              <a:defRPr sz="1500" b="0">
                <a:solidFill>
                  <a:srgbClr val="17324D"/>
                </a:solidFill>
                <a:latin typeface="Arial"/>
                <a:ea typeface="Arial"/>
                <a:cs typeface="Arial"/>
              </a:defRPr>
            </a:lvl7pPr>
            <a:lvl8pPr algn="ctr">
              <a:defRPr sz="1500" b="0">
                <a:solidFill>
                  <a:srgbClr val="17324D"/>
                </a:solidFill>
                <a:latin typeface="Arial"/>
                <a:ea typeface="Arial"/>
                <a:cs typeface="Arial"/>
              </a:defRPr>
            </a:lvl8pPr>
            <a:lvl9pPr algn="ctr">
              <a:defRPr sz="1500" b="0">
                <a:solidFill>
                  <a:srgbClr val="17324D"/>
                </a:solidFill>
                <a:latin typeface="Arial"/>
                <a:ea typeface="Arial"/>
                <a:cs typeface="Arial"/>
              </a:defRPr>
            </a:lvl9pPr>
          </a:lstStyle>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accuracy de test</a:t>
            </a:r>
          </a:p>
        </p:txBody>
      </p:sp>
      <p:sp>
        <p:nvSpPr>
          <p:cNvPr id="5" name="">
            <a:extLst xmlns:a="http://schemas.openxmlformats.org/drawingml/2006/main">
              <a:ext uri="{FF2B5EF4-FFF2-40B4-BE49-F238E27FC236}">
                <a16:creationId xmlns:a16="http://schemas.microsoft.com/office/drawing/2014/main" id="{53D57452-0935-4B4A-85F3-B4AE8D973A60}"/>
              </a:ext>
            </a:extLst>
          </p:cNvPr>
          <p:cNvSpPr>
            <a:spLocks xmlns:a="http://schemas.openxmlformats.org/drawingml/2006/main" noGrp="1"/>
          </p:cNvSpPr>
          <p:nvPr/>
        </p:nvSpPr>
        <p:spPr>
          <a:xfrm xmlns:a="http://schemas.openxmlformats.org/drawingml/2006/main">
            <a:off x="4762500" y="14287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087F8C"/>
                </a:solidFill>
                <a:latin typeface="Arial"/>
                <a:ea typeface="Arial"/>
                <a:cs typeface="Arial"/>
              </a:defRPr>
            </a:defPPr>
            <a:lvl1pPr algn="l">
              <a:defRPr sz="2325" b="1">
                <a:solidFill>
                  <a:srgbClr val="087F8C"/>
                </a:solidFill>
                <a:latin typeface="Arial"/>
                <a:ea typeface="Arial"/>
                <a:cs typeface="Arial"/>
              </a:defRPr>
            </a:lvl1pPr>
            <a:lvl2pPr algn="l">
              <a:defRPr sz="2325" b="1">
                <a:solidFill>
                  <a:srgbClr val="087F8C"/>
                </a:solidFill>
                <a:latin typeface="Arial"/>
                <a:ea typeface="Arial"/>
                <a:cs typeface="Arial"/>
              </a:defRPr>
            </a:lvl2pPr>
            <a:lvl3pPr algn="l">
              <a:defRPr sz="2325" b="1">
                <a:solidFill>
                  <a:srgbClr val="087F8C"/>
                </a:solidFill>
                <a:latin typeface="Arial"/>
                <a:ea typeface="Arial"/>
                <a:cs typeface="Arial"/>
              </a:defRPr>
            </a:lvl3pPr>
            <a:lvl4pPr algn="l">
              <a:defRPr sz="2325" b="1">
                <a:solidFill>
                  <a:srgbClr val="087F8C"/>
                </a:solidFill>
                <a:latin typeface="Arial"/>
                <a:ea typeface="Arial"/>
                <a:cs typeface="Arial"/>
              </a:defRPr>
            </a:lvl4pPr>
            <a:lvl5pPr algn="l">
              <a:defRPr sz="2325" b="1">
                <a:solidFill>
                  <a:srgbClr val="087F8C"/>
                </a:solidFill>
                <a:latin typeface="Arial"/>
                <a:ea typeface="Arial"/>
                <a:cs typeface="Arial"/>
              </a:defRPr>
            </a:lvl5pPr>
            <a:lvl6pPr algn="l">
              <a:defRPr sz="2325" b="1">
                <a:solidFill>
                  <a:srgbClr val="087F8C"/>
                </a:solidFill>
                <a:latin typeface="Arial"/>
                <a:ea typeface="Arial"/>
                <a:cs typeface="Arial"/>
              </a:defRPr>
            </a:lvl6pPr>
            <a:lvl7pPr algn="l">
              <a:defRPr sz="2325" b="1">
                <a:solidFill>
                  <a:srgbClr val="087F8C"/>
                </a:solidFill>
                <a:latin typeface="Arial"/>
                <a:ea typeface="Arial"/>
                <a:cs typeface="Arial"/>
              </a:defRPr>
            </a:lvl7pPr>
            <a:lvl8pPr algn="l">
              <a:defRPr sz="2325" b="1">
                <a:solidFill>
                  <a:srgbClr val="087F8C"/>
                </a:solidFill>
                <a:latin typeface="Arial"/>
                <a:ea typeface="Arial"/>
                <a:cs typeface="Arial"/>
              </a:defRPr>
            </a:lvl8pPr>
            <a:lvl9pPr algn="l">
              <a:defRPr sz="2325" b="1">
                <a:solidFill>
                  <a:srgbClr val="087F8C"/>
                </a:solidFill>
                <a:latin typeface="Arial"/>
                <a:ea typeface="Arial"/>
                <a:cs typeface="Arial"/>
              </a:defRPr>
            </a:lvl9pPr>
          </a:lstStyle>
          <a:p xmlns:a="http://schemas.openxmlformats.org/drawingml/2006/main">
            <a:pPr algn="l">
              <a:defRPr sz="2325" b="1">
                <a:solidFill>
                  <a:srgbClr val="087F8C"/>
                </a:solidFill>
                <a:latin typeface="Arial"/>
                <a:ea typeface="Arial"/>
                <a:cs typeface="Arial"/>
              </a:defRPr>
            </a:pPr>
            <a:r>
              <a:rPr sz="2325" b="1">
                <a:solidFill>
                  <a:srgbClr val="087F8C"/>
                </a:solidFill>
                <a:latin typeface="Arial"/>
                <a:ea typeface="Arial"/>
                <a:cs typeface="Arial"/>
              </a:rPr>
              <a:t>Mejor generalización</a:t>
            </a:r>
          </a:p>
        </p:txBody>
      </p:sp>
      <p:sp>
        <p:nvSpPr>
          <p:cNvPr id="6" name="">
            <a:extLst xmlns:a="http://schemas.openxmlformats.org/drawingml/2006/main">
              <a:ext uri="{FF2B5EF4-FFF2-40B4-BE49-F238E27FC236}">
                <a16:creationId xmlns:a16="http://schemas.microsoft.com/office/drawing/2014/main" id="{EC042513-CEE0-4F4F-9E0F-6980379D7B28}"/>
              </a:ext>
            </a:extLst>
          </p:cNvPr>
          <p:cNvSpPr>
            <a:spLocks xmlns:a="http://schemas.openxmlformats.org/drawingml/2006/main" noGrp="1"/>
          </p:cNvSpPr>
          <p:nvPr/>
        </p:nvSpPr>
        <p:spPr>
          <a:xfrm xmlns:a="http://schemas.openxmlformats.org/drawingml/2006/main">
            <a:off x="4762500" y="19050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263746"/>
                </a:solidFill>
                <a:latin typeface="Arial"/>
                <a:ea typeface="Arial"/>
                <a:cs typeface="Arial"/>
              </a:defRPr>
            </a:defPPr>
            <a:lvl1pPr algn="l">
              <a:defRPr sz="1875" b="0">
                <a:solidFill>
                  <a:srgbClr val="263746"/>
                </a:solidFill>
                <a:latin typeface="Arial"/>
                <a:ea typeface="Arial"/>
                <a:cs typeface="Arial"/>
              </a:defRPr>
            </a:lvl1pPr>
            <a:lvl2pPr algn="l">
              <a:defRPr sz="1875" b="0">
                <a:solidFill>
                  <a:srgbClr val="263746"/>
                </a:solidFill>
                <a:latin typeface="Arial"/>
                <a:ea typeface="Arial"/>
                <a:cs typeface="Arial"/>
              </a:defRPr>
            </a:lvl2pPr>
            <a:lvl3pPr algn="l">
              <a:defRPr sz="1875" b="0">
                <a:solidFill>
                  <a:srgbClr val="263746"/>
                </a:solidFill>
                <a:latin typeface="Arial"/>
                <a:ea typeface="Arial"/>
                <a:cs typeface="Arial"/>
              </a:defRPr>
            </a:lvl3pPr>
            <a:lvl4pPr algn="l">
              <a:defRPr sz="1875" b="0">
                <a:solidFill>
                  <a:srgbClr val="263746"/>
                </a:solidFill>
                <a:latin typeface="Arial"/>
                <a:ea typeface="Arial"/>
                <a:cs typeface="Arial"/>
              </a:defRPr>
            </a:lvl4pPr>
            <a:lvl5pPr algn="l">
              <a:defRPr sz="1875" b="0">
                <a:solidFill>
                  <a:srgbClr val="263746"/>
                </a:solidFill>
                <a:latin typeface="Arial"/>
                <a:ea typeface="Arial"/>
                <a:cs typeface="Arial"/>
              </a:defRPr>
            </a:lvl5pPr>
            <a:lvl6pPr algn="l">
              <a:defRPr sz="1875" b="0">
                <a:solidFill>
                  <a:srgbClr val="263746"/>
                </a:solidFill>
                <a:latin typeface="Arial"/>
                <a:ea typeface="Arial"/>
                <a:cs typeface="Arial"/>
              </a:defRPr>
            </a:lvl6pPr>
            <a:lvl7pPr algn="l">
              <a:defRPr sz="1875" b="0">
                <a:solidFill>
                  <a:srgbClr val="263746"/>
                </a:solidFill>
                <a:latin typeface="Arial"/>
                <a:ea typeface="Arial"/>
                <a:cs typeface="Arial"/>
              </a:defRPr>
            </a:lvl7pPr>
            <a:lvl8pPr algn="l">
              <a:defRPr sz="1875" b="0">
                <a:solidFill>
                  <a:srgbClr val="263746"/>
                </a:solidFill>
                <a:latin typeface="Arial"/>
                <a:ea typeface="Arial"/>
                <a:cs typeface="Arial"/>
              </a:defRPr>
            </a:lvl8pPr>
            <a:lvl9pPr algn="l">
              <a:defRPr sz="1875" b="0">
                <a:solidFill>
                  <a:srgbClr val="263746"/>
                </a:solidFill>
                <a:latin typeface="Arial"/>
                <a:ea typeface="Arial"/>
                <a:cs typeface="Arial"/>
              </a:defRPr>
            </a:lvl9pPr>
          </a:lstStyle>
          <a:p xmlns:a="http://schemas.openxmlformats.org/drawingml/2006/main">
            <a:pPr algn="l">
              <a:defRPr sz="1875" b="0">
                <a:solidFill>
                  <a:srgbClr val="263746"/>
                </a:solidFill>
                <a:latin typeface="Arial"/>
                <a:ea typeface="Arial"/>
                <a:cs typeface="Arial"/>
              </a:defRPr>
            </a:pPr>
            <a:r>
              <a:rPr sz="1875" b="0">
                <a:solidFill>
                  <a:srgbClr val="263746"/>
                </a:solidFill>
                <a:latin typeface="Arial"/>
                <a:ea typeface="Arial"/>
                <a:cs typeface="Arial"/>
              </a:rPr>
              <a:t>La brecha validación-test cae de 20,29 a 1,97 puntos porcentuales.</a:t>
            </a:r>
          </a:p>
        </p:txBody>
      </p:sp>
      <p:sp>
        <p:nvSpPr>
          <p:cNvPr id="7" name="">
            <a:extLst xmlns:a="http://schemas.openxmlformats.org/drawingml/2006/main">
              <a:ext uri="{FF2B5EF4-FFF2-40B4-BE49-F238E27FC236}">
                <a16:creationId xmlns:a16="http://schemas.microsoft.com/office/drawing/2014/main" id="{9CA6C13A-6595-4CAF-A144-70515A1010C8}"/>
              </a:ext>
            </a:extLst>
          </p:cNvPr>
          <p:cNvSpPr>
            <a:spLocks xmlns:a="http://schemas.openxmlformats.org/drawingml/2006/main" noGrp="1"/>
          </p:cNvSpPr>
          <p:nvPr/>
        </p:nvSpPr>
        <p:spPr>
          <a:xfrm xmlns:a="http://schemas.openxmlformats.org/drawingml/2006/main">
            <a:off x="4762500" y="28575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087F8C"/>
                </a:solidFill>
                <a:latin typeface="Arial"/>
                <a:ea typeface="Arial"/>
                <a:cs typeface="Arial"/>
              </a:defRPr>
            </a:defPPr>
            <a:lvl1pPr algn="l">
              <a:defRPr sz="2325" b="1">
                <a:solidFill>
                  <a:srgbClr val="087F8C"/>
                </a:solidFill>
                <a:latin typeface="Arial"/>
                <a:ea typeface="Arial"/>
                <a:cs typeface="Arial"/>
              </a:defRPr>
            </a:lvl1pPr>
            <a:lvl2pPr algn="l">
              <a:defRPr sz="2325" b="1">
                <a:solidFill>
                  <a:srgbClr val="087F8C"/>
                </a:solidFill>
                <a:latin typeface="Arial"/>
                <a:ea typeface="Arial"/>
                <a:cs typeface="Arial"/>
              </a:defRPr>
            </a:lvl2pPr>
            <a:lvl3pPr algn="l">
              <a:defRPr sz="2325" b="1">
                <a:solidFill>
                  <a:srgbClr val="087F8C"/>
                </a:solidFill>
                <a:latin typeface="Arial"/>
                <a:ea typeface="Arial"/>
                <a:cs typeface="Arial"/>
              </a:defRPr>
            </a:lvl3pPr>
            <a:lvl4pPr algn="l">
              <a:defRPr sz="2325" b="1">
                <a:solidFill>
                  <a:srgbClr val="087F8C"/>
                </a:solidFill>
                <a:latin typeface="Arial"/>
                <a:ea typeface="Arial"/>
                <a:cs typeface="Arial"/>
              </a:defRPr>
            </a:lvl4pPr>
            <a:lvl5pPr algn="l">
              <a:defRPr sz="2325" b="1">
                <a:solidFill>
                  <a:srgbClr val="087F8C"/>
                </a:solidFill>
                <a:latin typeface="Arial"/>
                <a:ea typeface="Arial"/>
                <a:cs typeface="Arial"/>
              </a:defRPr>
            </a:lvl5pPr>
            <a:lvl6pPr algn="l">
              <a:defRPr sz="2325" b="1">
                <a:solidFill>
                  <a:srgbClr val="087F8C"/>
                </a:solidFill>
                <a:latin typeface="Arial"/>
                <a:ea typeface="Arial"/>
                <a:cs typeface="Arial"/>
              </a:defRPr>
            </a:lvl6pPr>
            <a:lvl7pPr algn="l">
              <a:defRPr sz="2325" b="1">
                <a:solidFill>
                  <a:srgbClr val="087F8C"/>
                </a:solidFill>
                <a:latin typeface="Arial"/>
                <a:ea typeface="Arial"/>
                <a:cs typeface="Arial"/>
              </a:defRPr>
            </a:lvl7pPr>
            <a:lvl8pPr algn="l">
              <a:defRPr sz="2325" b="1">
                <a:solidFill>
                  <a:srgbClr val="087F8C"/>
                </a:solidFill>
                <a:latin typeface="Arial"/>
                <a:ea typeface="Arial"/>
                <a:cs typeface="Arial"/>
              </a:defRPr>
            </a:lvl8pPr>
            <a:lvl9pPr algn="l">
              <a:defRPr sz="2325" b="1">
                <a:solidFill>
                  <a:srgbClr val="087F8C"/>
                </a:solidFill>
                <a:latin typeface="Arial"/>
                <a:ea typeface="Arial"/>
                <a:cs typeface="Arial"/>
              </a:defRPr>
            </a:lvl9pPr>
          </a:lstStyle>
          <a:p xmlns:a="http://schemas.openxmlformats.org/drawingml/2006/main">
            <a:pPr algn="l">
              <a:defRPr sz="2325" b="1">
                <a:solidFill>
                  <a:srgbClr val="087F8C"/>
                </a:solidFill>
                <a:latin typeface="Arial"/>
                <a:ea typeface="Arial"/>
                <a:cs typeface="Arial"/>
              </a:defRPr>
            </a:pPr>
            <a:r>
              <a:rPr sz="2325" b="1">
                <a:solidFill>
                  <a:srgbClr val="087F8C"/>
                </a:solidFill>
                <a:latin typeface="Arial"/>
                <a:ea typeface="Arial"/>
                <a:cs typeface="Arial"/>
              </a:rPr>
              <a:t>Menos parámetros</a:t>
            </a:r>
          </a:p>
        </p:txBody>
      </p:sp>
      <p:sp>
        <p:nvSpPr>
          <p:cNvPr id="8" name="">
            <a:extLst xmlns:a="http://schemas.openxmlformats.org/drawingml/2006/main">
              <a:ext uri="{FF2B5EF4-FFF2-40B4-BE49-F238E27FC236}">
                <a16:creationId xmlns:a16="http://schemas.microsoft.com/office/drawing/2014/main" id="{9FAA8440-6396-48A8-95AE-C361CE6628D6}"/>
              </a:ext>
            </a:extLst>
          </p:cNvPr>
          <p:cNvSpPr>
            <a:spLocks xmlns:a="http://schemas.openxmlformats.org/drawingml/2006/main" noGrp="1"/>
          </p:cNvSpPr>
          <p:nvPr/>
        </p:nvSpPr>
        <p:spPr>
          <a:xfrm xmlns:a="http://schemas.openxmlformats.org/drawingml/2006/main">
            <a:off x="4762500" y="333375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263746"/>
                </a:solidFill>
                <a:latin typeface="Arial"/>
                <a:ea typeface="Arial"/>
                <a:cs typeface="Arial"/>
              </a:defRPr>
            </a:defPPr>
            <a:lvl1pPr algn="l">
              <a:defRPr sz="1875" b="0">
                <a:solidFill>
                  <a:srgbClr val="263746"/>
                </a:solidFill>
                <a:latin typeface="Arial"/>
                <a:ea typeface="Arial"/>
                <a:cs typeface="Arial"/>
              </a:defRPr>
            </a:lvl1pPr>
            <a:lvl2pPr algn="l">
              <a:defRPr sz="1875" b="0">
                <a:solidFill>
                  <a:srgbClr val="263746"/>
                </a:solidFill>
                <a:latin typeface="Arial"/>
                <a:ea typeface="Arial"/>
                <a:cs typeface="Arial"/>
              </a:defRPr>
            </a:lvl2pPr>
            <a:lvl3pPr algn="l">
              <a:defRPr sz="1875" b="0">
                <a:solidFill>
                  <a:srgbClr val="263746"/>
                </a:solidFill>
                <a:latin typeface="Arial"/>
                <a:ea typeface="Arial"/>
                <a:cs typeface="Arial"/>
              </a:defRPr>
            </a:lvl3pPr>
            <a:lvl4pPr algn="l">
              <a:defRPr sz="1875" b="0">
                <a:solidFill>
                  <a:srgbClr val="263746"/>
                </a:solidFill>
                <a:latin typeface="Arial"/>
                <a:ea typeface="Arial"/>
                <a:cs typeface="Arial"/>
              </a:defRPr>
            </a:lvl4pPr>
            <a:lvl5pPr algn="l">
              <a:defRPr sz="1875" b="0">
                <a:solidFill>
                  <a:srgbClr val="263746"/>
                </a:solidFill>
                <a:latin typeface="Arial"/>
                <a:ea typeface="Arial"/>
                <a:cs typeface="Arial"/>
              </a:defRPr>
            </a:lvl5pPr>
            <a:lvl6pPr algn="l">
              <a:defRPr sz="1875" b="0">
                <a:solidFill>
                  <a:srgbClr val="263746"/>
                </a:solidFill>
                <a:latin typeface="Arial"/>
                <a:ea typeface="Arial"/>
                <a:cs typeface="Arial"/>
              </a:defRPr>
            </a:lvl6pPr>
            <a:lvl7pPr algn="l">
              <a:defRPr sz="1875" b="0">
                <a:solidFill>
                  <a:srgbClr val="263746"/>
                </a:solidFill>
                <a:latin typeface="Arial"/>
                <a:ea typeface="Arial"/>
                <a:cs typeface="Arial"/>
              </a:defRPr>
            </a:lvl7pPr>
            <a:lvl8pPr algn="l">
              <a:defRPr sz="1875" b="0">
                <a:solidFill>
                  <a:srgbClr val="263746"/>
                </a:solidFill>
                <a:latin typeface="Arial"/>
                <a:ea typeface="Arial"/>
                <a:cs typeface="Arial"/>
              </a:defRPr>
            </a:lvl8pPr>
            <a:lvl9pPr algn="l">
              <a:defRPr sz="1875" b="0">
                <a:solidFill>
                  <a:srgbClr val="263746"/>
                </a:solidFill>
                <a:latin typeface="Arial"/>
                <a:ea typeface="Arial"/>
                <a:cs typeface="Arial"/>
              </a:defRPr>
            </a:lvl9pPr>
          </a:lstStyle>
          <a:p xmlns:a="http://schemas.openxmlformats.org/drawingml/2006/main">
            <a:pPr algn="l">
              <a:defRPr sz="1875" b="0">
                <a:solidFill>
                  <a:srgbClr val="263746"/>
                </a:solidFill>
                <a:latin typeface="Arial"/>
                <a:ea typeface="Arial"/>
                <a:cs typeface="Arial"/>
              </a:defRPr>
            </a:pPr>
            <a:r>
              <a:rPr sz="1875" b="0">
                <a:solidFill>
                  <a:srgbClr val="263746"/>
                </a:solidFill>
                <a:latin typeface="Arial"/>
                <a:ea typeface="Arial"/>
                <a:cs typeface="Arial"/>
              </a:rPr>
              <a:t>La CNN usa 243.352 parámetros: 57,25% menos que el MLP.</a:t>
            </a:r>
          </a:p>
        </p:txBody>
      </p:sp>
      <p:sp>
        <p:nvSpPr>
          <p:cNvPr id="9" name="">
            <a:extLst xmlns:a="http://schemas.openxmlformats.org/drawingml/2006/main">
              <a:ext uri="{FF2B5EF4-FFF2-40B4-BE49-F238E27FC236}">
                <a16:creationId xmlns:a16="http://schemas.microsoft.com/office/drawing/2014/main" id="{B128F02B-A0F0-4D28-8444-4CFFA6A6B1A7}"/>
              </a:ext>
            </a:extLst>
          </p:cNvPr>
          <p:cNvSpPr>
            <a:spLocks xmlns:a="http://schemas.openxmlformats.org/drawingml/2006/main" noGrp="1"/>
          </p:cNvSpPr>
          <p:nvPr/>
        </p:nvSpPr>
        <p:spPr>
          <a:xfrm xmlns:a="http://schemas.openxmlformats.org/drawingml/2006/main">
            <a:off x="4762500" y="42862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087F8C"/>
                </a:solidFill>
                <a:latin typeface="Arial"/>
                <a:ea typeface="Arial"/>
                <a:cs typeface="Arial"/>
              </a:defRPr>
            </a:defPPr>
            <a:lvl1pPr algn="l">
              <a:defRPr sz="2325" b="1">
                <a:solidFill>
                  <a:srgbClr val="087F8C"/>
                </a:solidFill>
                <a:latin typeface="Arial"/>
                <a:ea typeface="Arial"/>
                <a:cs typeface="Arial"/>
              </a:defRPr>
            </a:lvl1pPr>
            <a:lvl2pPr algn="l">
              <a:defRPr sz="2325" b="1">
                <a:solidFill>
                  <a:srgbClr val="087F8C"/>
                </a:solidFill>
                <a:latin typeface="Arial"/>
                <a:ea typeface="Arial"/>
                <a:cs typeface="Arial"/>
              </a:defRPr>
            </a:lvl2pPr>
            <a:lvl3pPr algn="l">
              <a:defRPr sz="2325" b="1">
                <a:solidFill>
                  <a:srgbClr val="087F8C"/>
                </a:solidFill>
                <a:latin typeface="Arial"/>
                <a:ea typeface="Arial"/>
                <a:cs typeface="Arial"/>
              </a:defRPr>
            </a:lvl3pPr>
            <a:lvl4pPr algn="l">
              <a:defRPr sz="2325" b="1">
                <a:solidFill>
                  <a:srgbClr val="087F8C"/>
                </a:solidFill>
                <a:latin typeface="Arial"/>
                <a:ea typeface="Arial"/>
                <a:cs typeface="Arial"/>
              </a:defRPr>
            </a:lvl4pPr>
            <a:lvl5pPr algn="l">
              <a:defRPr sz="2325" b="1">
                <a:solidFill>
                  <a:srgbClr val="087F8C"/>
                </a:solidFill>
                <a:latin typeface="Arial"/>
                <a:ea typeface="Arial"/>
                <a:cs typeface="Arial"/>
              </a:defRPr>
            </a:lvl5pPr>
            <a:lvl6pPr algn="l">
              <a:defRPr sz="2325" b="1">
                <a:solidFill>
                  <a:srgbClr val="087F8C"/>
                </a:solidFill>
                <a:latin typeface="Arial"/>
                <a:ea typeface="Arial"/>
                <a:cs typeface="Arial"/>
              </a:defRPr>
            </a:lvl6pPr>
            <a:lvl7pPr algn="l">
              <a:defRPr sz="2325" b="1">
                <a:solidFill>
                  <a:srgbClr val="087F8C"/>
                </a:solidFill>
                <a:latin typeface="Arial"/>
                <a:ea typeface="Arial"/>
                <a:cs typeface="Arial"/>
              </a:defRPr>
            </a:lvl7pPr>
            <a:lvl8pPr algn="l">
              <a:defRPr sz="2325" b="1">
                <a:solidFill>
                  <a:srgbClr val="087F8C"/>
                </a:solidFill>
                <a:latin typeface="Arial"/>
                <a:ea typeface="Arial"/>
                <a:cs typeface="Arial"/>
              </a:defRPr>
            </a:lvl8pPr>
            <a:lvl9pPr algn="l">
              <a:defRPr sz="2325" b="1">
                <a:solidFill>
                  <a:srgbClr val="087F8C"/>
                </a:solidFill>
                <a:latin typeface="Arial"/>
                <a:ea typeface="Arial"/>
                <a:cs typeface="Arial"/>
              </a:defRPr>
            </a:lvl9pPr>
          </a:lstStyle>
          <a:p xmlns:a="http://schemas.openxmlformats.org/drawingml/2006/main">
            <a:pPr algn="l">
              <a:defRPr sz="2325" b="1">
                <a:solidFill>
                  <a:srgbClr val="087F8C"/>
                </a:solidFill>
                <a:latin typeface="Arial"/>
                <a:ea typeface="Arial"/>
                <a:cs typeface="Arial"/>
              </a:defRPr>
            </a:pPr>
            <a:r>
              <a:rPr sz="2325" b="1">
                <a:solidFill>
                  <a:srgbClr val="087F8C"/>
                </a:solidFill>
                <a:latin typeface="Arial"/>
                <a:ea typeface="Arial"/>
                <a:cs typeface="Arial"/>
              </a:rPr>
              <a:t>Próximo experimento</a:t>
            </a:r>
          </a:p>
        </p:txBody>
      </p:sp>
      <p:sp>
        <p:nvSpPr>
          <p:cNvPr id="10" name="">
            <a:extLst xmlns:a="http://schemas.openxmlformats.org/drawingml/2006/main">
              <a:ext uri="{FF2B5EF4-FFF2-40B4-BE49-F238E27FC236}">
                <a16:creationId xmlns:a16="http://schemas.microsoft.com/office/drawing/2014/main" id="{8F6BCFFB-DE6E-4D1B-B1A4-E01CE6E9F660}"/>
              </a:ext>
            </a:extLst>
          </p:cNvPr>
          <p:cNvSpPr>
            <a:spLocks xmlns:a="http://schemas.openxmlformats.org/drawingml/2006/main" noGrp="1"/>
          </p:cNvSpPr>
          <p:nvPr/>
        </p:nvSpPr>
        <p:spPr>
          <a:xfrm xmlns:a="http://schemas.openxmlformats.org/drawingml/2006/main">
            <a:off x="4762500" y="4762500"/>
            <a:ext cx="619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263746"/>
                </a:solidFill>
                <a:latin typeface="Arial"/>
                <a:ea typeface="Arial"/>
                <a:cs typeface="Arial"/>
              </a:defRPr>
            </a:defPPr>
            <a:lvl1pPr algn="l">
              <a:defRPr sz="1875" b="0">
                <a:solidFill>
                  <a:srgbClr val="263746"/>
                </a:solidFill>
                <a:latin typeface="Arial"/>
                <a:ea typeface="Arial"/>
                <a:cs typeface="Arial"/>
              </a:defRPr>
            </a:lvl1pPr>
            <a:lvl2pPr algn="l">
              <a:defRPr sz="1875" b="0">
                <a:solidFill>
                  <a:srgbClr val="263746"/>
                </a:solidFill>
                <a:latin typeface="Arial"/>
                <a:ea typeface="Arial"/>
                <a:cs typeface="Arial"/>
              </a:defRPr>
            </a:lvl2pPr>
            <a:lvl3pPr algn="l">
              <a:defRPr sz="1875" b="0">
                <a:solidFill>
                  <a:srgbClr val="263746"/>
                </a:solidFill>
                <a:latin typeface="Arial"/>
                <a:ea typeface="Arial"/>
                <a:cs typeface="Arial"/>
              </a:defRPr>
            </a:lvl3pPr>
            <a:lvl4pPr algn="l">
              <a:defRPr sz="1875" b="0">
                <a:solidFill>
                  <a:srgbClr val="263746"/>
                </a:solidFill>
                <a:latin typeface="Arial"/>
                <a:ea typeface="Arial"/>
                <a:cs typeface="Arial"/>
              </a:defRPr>
            </a:lvl4pPr>
            <a:lvl5pPr algn="l">
              <a:defRPr sz="1875" b="0">
                <a:solidFill>
                  <a:srgbClr val="263746"/>
                </a:solidFill>
                <a:latin typeface="Arial"/>
                <a:ea typeface="Arial"/>
                <a:cs typeface="Arial"/>
              </a:defRPr>
            </a:lvl5pPr>
            <a:lvl6pPr algn="l">
              <a:defRPr sz="1875" b="0">
                <a:solidFill>
                  <a:srgbClr val="263746"/>
                </a:solidFill>
                <a:latin typeface="Arial"/>
                <a:ea typeface="Arial"/>
                <a:cs typeface="Arial"/>
              </a:defRPr>
            </a:lvl6pPr>
            <a:lvl7pPr algn="l">
              <a:defRPr sz="1875" b="0">
                <a:solidFill>
                  <a:srgbClr val="263746"/>
                </a:solidFill>
                <a:latin typeface="Arial"/>
                <a:ea typeface="Arial"/>
                <a:cs typeface="Arial"/>
              </a:defRPr>
            </a:lvl7pPr>
            <a:lvl8pPr algn="l">
              <a:defRPr sz="1875" b="0">
                <a:solidFill>
                  <a:srgbClr val="263746"/>
                </a:solidFill>
                <a:latin typeface="Arial"/>
                <a:ea typeface="Arial"/>
                <a:cs typeface="Arial"/>
              </a:defRPr>
            </a:lvl8pPr>
            <a:lvl9pPr algn="l">
              <a:defRPr sz="1875" b="0">
                <a:solidFill>
                  <a:srgbClr val="263746"/>
                </a:solidFill>
                <a:latin typeface="Arial"/>
                <a:ea typeface="Arial"/>
                <a:cs typeface="Arial"/>
              </a:defRPr>
            </a:lvl9pPr>
          </a:lstStyle>
          <a:p xmlns:a="http://schemas.openxmlformats.org/drawingml/2006/main">
            <a:pPr algn="l">
              <a:defRPr sz="1875" b="0">
                <a:solidFill>
                  <a:srgbClr val="263746"/>
                </a:solidFill>
                <a:latin typeface="Arial"/>
                <a:ea typeface="Arial"/>
                <a:cs typeface="Arial"/>
              </a:defRPr>
            </a:pPr>
            <a:r>
              <a:rPr sz="1875" b="0">
                <a:solidFill>
                  <a:srgbClr val="263746"/>
                </a:solidFill>
                <a:latin typeface="Arial"/>
                <a:ea typeface="Arial"/>
                <a:cs typeface="Arial"/>
              </a:rPr>
              <a:t>Aumentación moderada y evaluación con personas y condiciones nuevas.</a:t>
            </a:r>
          </a:p>
        </p:txBody>
      </p:sp>
      <p:sp>
        <p:nvSpPr>
          <p:cNvPr id="11" name="">
            <a:extLst xmlns:a="http://schemas.openxmlformats.org/drawingml/2006/main">
              <a:ext uri="{FF2B5EF4-FFF2-40B4-BE49-F238E27FC236}">
                <a16:creationId xmlns:a16="http://schemas.microsoft.com/office/drawing/2014/main" id="{08A819AF-8AD6-4765-A5A1-DAC97B43D923}"/>
              </a:ext>
            </a:extLst>
          </p:cNvPr>
          <p:cNvSpPr>
            <a:spLocks xmlns:a="http://schemas.openxmlformats.org/drawingml/2006/main" noGrp="1"/>
          </p:cNvSpPr>
          <p:nvPr/>
        </p:nvSpPr>
        <p:spPr>
          <a:xfrm xmlns:a="http://schemas.openxmlformats.org/drawingml/2006/main">
            <a:off x="609600" y="5915025"/>
            <a:ext cx="10668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4E5C68"/>
                </a:solidFill>
                <a:latin typeface="Arial"/>
                <a:ea typeface="Arial"/>
                <a:cs typeface="Arial"/>
              </a:defRPr>
            </a:defPPr>
            <a:lvl1pPr algn="l">
              <a:defRPr sz="1800" b="0">
                <a:solidFill>
                  <a:srgbClr val="4E5C68"/>
                </a:solidFill>
                <a:latin typeface="Arial"/>
                <a:ea typeface="Arial"/>
                <a:cs typeface="Arial"/>
              </a:defRPr>
            </a:lvl1pPr>
            <a:lvl2pPr algn="l">
              <a:defRPr sz="1800" b="0">
                <a:solidFill>
                  <a:srgbClr val="4E5C68"/>
                </a:solidFill>
                <a:latin typeface="Arial"/>
                <a:ea typeface="Arial"/>
                <a:cs typeface="Arial"/>
              </a:defRPr>
            </a:lvl2pPr>
            <a:lvl3pPr algn="l">
              <a:defRPr sz="1800" b="0">
                <a:solidFill>
                  <a:srgbClr val="4E5C68"/>
                </a:solidFill>
                <a:latin typeface="Arial"/>
                <a:ea typeface="Arial"/>
                <a:cs typeface="Arial"/>
              </a:defRPr>
            </a:lvl3pPr>
            <a:lvl4pPr algn="l">
              <a:defRPr sz="1800" b="0">
                <a:solidFill>
                  <a:srgbClr val="4E5C68"/>
                </a:solidFill>
                <a:latin typeface="Arial"/>
                <a:ea typeface="Arial"/>
                <a:cs typeface="Arial"/>
              </a:defRPr>
            </a:lvl4pPr>
            <a:lvl5pPr algn="l">
              <a:defRPr sz="1800" b="0">
                <a:solidFill>
                  <a:srgbClr val="4E5C68"/>
                </a:solidFill>
                <a:latin typeface="Arial"/>
                <a:ea typeface="Arial"/>
                <a:cs typeface="Arial"/>
              </a:defRPr>
            </a:lvl5pPr>
            <a:lvl6pPr algn="l">
              <a:defRPr sz="1800" b="0">
                <a:solidFill>
                  <a:srgbClr val="4E5C68"/>
                </a:solidFill>
                <a:latin typeface="Arial"/>
                <a:ea typeface="Arial"/>
                <a:cs typeface="Arial"/>
              </a:defRPr>
            </a:lvl6pPr>
            <a:lvl7pPr algn="l">
              <a:defRPr sz="1800" b="0">
                <a:solidFill>
                  <a:srgbClr val="4E5C68"/>
                </a:solidFill>
                <a:latin typeface="Arial"/>
                <a:ea typeface="Arial"/>
                <a:cs typeface="Arial"/>
              </a:defRPr>
            </a:lvl7pPr>
            <a:lvl8pPr algn="l">
              <a:defRPr sz="1800" b="0">
                <a:solidFill>
                  <a:srgbClr val="4E5C68"/>
                </a:solidFill>
                <a:latin typeface="Arial"/>
                <a:ea typeface="Arial"/>
                <a:cs typeface="Arial"/>
              </a:defRPr>
            </a:lvl8pPr>
            <a:lvl9pPr algn="l">
              <a:defRPr sz="1800" b="0">
                <a:solidFill>
                  <a:srgbClr val="4E5C68"/>
                </a:solidFill>
                <a:latin typeface="Arial"/>
                <a:ea typeface="Arial"/>
                <a:cs typeface="Arial"/>
              </a:defRPr>
            </a:lvl9pPr>
          </a:lstStyle>
          <a:p xmlns:a="http://schemas.openxmlformats.org/drawingml/2006/main">
            <a:pPr algn="l">
              <a:defRPr sz="1800" b="0">
                <a:solidFill>
                  <a:srgbClr val="4E5C68"/>
                </a:solidFill>
                <a:latin typeface="Arial"/>
                <a:ea typeface="Arial"/>
                <a:cs typeface="Arial"/>
              </a:defRPr>
            </a:pPr>
            <a:r>
              <a:rPr sz="1800" b="0">
                <a:solidFill>
                  <a:srgbClr val="4E5C68"/>
                </a:solidFill>
                <a:latin typeface="Arial"/>
                <a:ea typeface="Arial"/>
                <a:cs typeface="Arial"/>
              </a:rPr>
              <a:t>Limitación: reconoce letras estáticas; no J, Z ni secuencias de video.</a:t>
            </a:r>
          </a:p>
        </p:txBody>
      </p:sp>
    </p:spTree>
    <p:extLst>
      <p:ext uri="{BB962C8B-B14F-4D97-AF65-F5344CB8AC3E}">
        <p14:creationId xmlns:p14="http://schemas.microsoft.com/office/powerpoint/2010/main" val="19024420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2026-10-20T03:44:38.3260000Z</dcterms:created>
  <dcterms:modified xsi:type="dcterms:W3CDTF">2026-10-20T03:44:38.3270000Z</dcterms:modified>
</coreProperties>
</file>